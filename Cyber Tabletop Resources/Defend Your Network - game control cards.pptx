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notesMasterIdLst>
    <p:notesMasterId r:id="rId31"/>
  </p:notesMasterIdLst>
  <p:handoutMasterIdLst>
    <p:handoutMasterId r:id="rId32"/>
  </p:handoutMasterIdLst>
  <p:sldIdLst>
    <p:sldId id="2147375422" r:id="rId6"/>
    <p:sldId id="2147375467" r:id="rId7"/>
    <p:sldId id="2147375465" r:id="rId8"/>
    <p:sldId id="2147375463" r:id="rId9"/>
    <p:sldId id="283" r:id="rId10"/>
    <p:sldId id="2147375420" r:id="rId11"/>
    <p:sldId id="2147375433" r:id="rId12"/>
    <p:sldId id="2147375434" r:id="rId13"/>
    <p:sldId id="257" r:id="rId14"/>
    <p:sldId id="2147375440" r:id="rId15"/>
    <p:sldId id="2147375459" r:id="rId16"/>
    <p:sldId id="2147375460" r:id="rId17"/>
    <p:sldId id="2147375436" r:id="rId18"/>
    <p:sldId id="2147375437" r:id="rId19"/>
    <p:sldId id="2147375438" r:id="rId20"/>
    <p:sldId id="2147375439" r:id="rId21"/>
    <p:sldId id="2147375451" r:id="rId22"/>
    <p:sldId id="2147375461" r:id="rId23"/>
    <p:sldId id="2147375464" r:id="rId24"/>
    <p:sldId id="2147375441" r:id="rId25"/>
    <p:sldId id="2147375442" r:id="rId26"/>
    <p:sldId id="2147375458" r:id="rId27"/>
    <p:sldId id="2147375444" r:id="rId28"/>
    <p:sldId id="2147375445" r:id="rId29"/>
    <p:sldId id="2147375443" r:id="rId30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C1A"/>
    <a:srgbClr val="0DA9FF"/>
    <a:srgbClr val="00A4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F89000-491C-443F-9A2E-E8C5763CB826}" v="9" dt="2026-08-26T11:08:27.1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9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40" y="108"/>
      </p:cViewPr>
      <p:guideLst>
        <p:guide orient="horz" pos="218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880" y="72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3.xml" Id="rId8" /><Relationship Type="http://schemas.openxmlformats.org/officeDocument/2006/relationships/slide" Target="slides/slide8.xml" Id="rId13" /><Relationship Type="http://schemas.openxmlformats.org/officeDocument/2006/relationships/slide" Target="slides/slide13.xml" Id="rId18" /><Relationship Type="http://schemas.openxmlformats.org/officeDocument/2006/relationships/slide" Target="slides/slide21.xml" Id="rId26" /><Relationship Type="http://schemas.openxmlformats.org/officeDocument/2006/relationships/customXml" Target="../customXml/item3.xml" Id="rId3" /><Relationship Type="http://schemas.openxmlformats.org/officeDocument/2006/relationships/slide" Target="slides/slide16.xml" Id="rId21" /><Relationship Type="http://schemas.openxmlformats.org/officeDocument/2006/relationships/viewProps" Target="viewProps.xml" Id="rId34" /><Relationship Type="http://schemas.openxmlformats.org/officeDocument/2006/relationships/slide" Target="slides/slide2.xml" Id="rId7" /><Relationship Type="http://schemas.openxmlformats.org/officeDocument/2006/relationships/slide" Target="slides/slide7.xml" Id="rId12" /><Relationship Type="http://schemas.openxmlformats.org/officeDocument/2006/relationships/slide" Target="slides/slide12.xml" Id="rId17" /><Relationship Type="http://schemas.openxmlformats.org/officeDocument/2006/relationships/slide" Target="slides/slide20.xml" Id="rId25" /><Relationship Type="http://schemas.openxmlformats.org/officeDocument/2006/relationships/presProps" Target="presProps.xml" Id="rId33" /><Relationship Type="http://schemas.microsoft.com/office/2015/10/relationships/revisionInfo" Target="revisionInfo.xml" Id="rId38" /><Relationship Type="http://schemas.openxmlformats.org/officeDocument/2006/relationships/customXml" Target="../customXml/item2.xml" Id="rId2" /><Relationship Type="http://schemas.openxmlformats.org/officeDocument/2006/relationships/slide" Target="slides/slide11.xml" Id="rId16" /><Relationship Type="http://schemas.openxmlformats.org/officeDocument/2006/relationships/slide" Target="slides/slide15.xml" Id="rId20" /><Relationship Type="http://schemas.openxmlformats.org/officeDocument/2006/relationships/slide" Target="slides/slide24.xml" Id="rId29" /><Relationship Type="http://schemas.openxmlformats.org/officeDocument/2006/relationships/customXml" Target="../customXml/item1.xml" Id="rId1" /><Relationship Type="http://schemas.openxmlformats.org/officeDocument/2006/relationships/slide" Target="slides/slide1.xml" Id="rId6" /><Relationship Type="http://schemas.openxmlformats.org/officeDocument/2006/relationships/slide" Target="slides/slide6.xml" Id="rId11" /><Relationship Type="http://schemas.openxmlformats.org/officeDocument/2006/relationships/slide" Target="slides/slide19.xml" Id="rId24" /><Relationship Type="http://schemas.openxmlformats.org/officeDocument/2006/relationships/handoutMaster" Target="handoutMasters/handoutMaster1.xml" Id="rId32" /><Relationship Type="http://schemas.openxmlformats.org/officeDocument/2006/relationships/slideMaster" Target="slideMasters/slideMaster2.xml" Id="rId5" /><Relationship Type="http://schemas.openxmlformats.org/officeDocument/2006/relationships/slide" Target="slides/slide10.xml" Id="rId15" /><Relationship Type="http://schemas.openxmlformats.org/officeDocument/2006/relationships/slide" Target="slides/slide18.xml" Id="rId23" /><Relationship Type="http://schemas.openxmlformats.org/officeDocument/2006/relationships/slide" Target="slides/slide23.xml" Id="rId28" /><Relationship Type="http://schemas.openxmlformats.org/officeDocument/2006/relationships/tableStyles" Target="tableStyles.xml" Id="rId36" /><Relationship Type="http://schemas.openxmlformats.org/officeDocument/2006/relationships/slide" Target="slides/slide5.xml" Id="rId10" /><Relationship Type="http://schemas.openxmlformats.org/officeDocument/2006/relationships/slide" Target="slides/slide14.xml" Id="rId19" /><Relationship Type="http://schemas.openxmlformats.org/officeDocument/2006/relationships/notesMaster" Target="notesMasters/notesMaster1.xml" Id="rId31" /><Relationship Type="http://schemas.openxmlformats.org/officeDocument/2006/relationships/slideMaster" Target="slideMasters/slideMaster1.xml" Id="rId4" /><Relationship Type="http://schemas.openxmlformats.org/officeDocument/2006/relationships/slide" Target="slides/slide4.xml" Id="rId9" /><Relationship Type="http://schemas.openxmlformats.org/officeDocument/2006/relationships/slide" Target="slides/slide9.xml" Id="rId14" /><Relationship Type="http://schemas.openxmlformats.org/officeDocument/2006/relationships/slide" Target="slides/slide17.xml" Id="rId22" /><Relationship Type="http://schemas.openxmlformats.org/officeDocument/2006/relationships/slide" Target="slides/slide22.xml" Id="rId27" /><Relationship Type="http://schemas.openxmlformats.org/officeDocument/2006/relationships/slide" Target="slides/slide25.xml" Id="rId30" /><Relationship Type="http://schemas.openxmlformats.org/officeDocument/2006/relationships/theme" Target="theme/theme1.xml" Id="rId35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AA027F-0388-A4A5-494B-6AC935165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3335A3-3BE1-902E-41E0-CB864B0D86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85084-09D2-426E-92C7-BC04C09E9758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891EF-E193-098A-4414-7C49CDEF96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D1CBF2-918B-AF75-4E1B-5052142ACD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6EA41-5CD5-45FD-9A44-401787FF882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53876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CCE14-A27D-4EE4-93BA-033ABE61A19B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B182B-CA1E-4370-9818-3AA786CFD16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983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B182B-CA1E-4370-9818-3AA786CFD16C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5365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076DA-52F2-B3B0-C617-A7A1A7D11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252B23-BB68-FC4E-04DC-E1ED5760B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698E0-4312-217C-1380-5A0D7ACDC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B177-4FB6-4AE2-84F6-8CAE8F9D5930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6ADE2-B3B3-2AE7-1C84-BD6570894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8B475-851B-91CD-0AB0-97B037170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98B7-0F09-4E63-BC41-50088A91045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720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64A3-1E1E-B290-EC7A-6C5A7580A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645D8-3590-3E7A-8F28-0777EF5EA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63223-73E3-43CA-EB42-381D78810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B177-4FB6-4AE2-84F6-8CAE8F9D5930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032AA-3051-5F62-EDE5-94DEBBA6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6E136-3434-3492-3F7C-3B9D0F46D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98B7-0F09-4E63-BC41-50088A91045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820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8469-4B66-6C1F-5E59-387F12B28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6535B-CA4C-A224-7ABF-C7C6B1C5E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FB3F8-EDDD-84AC-B14A-1EDFEAB0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B177-4FB6-4AE2-84F6-8CAE8F9D5930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D22B5-82D3-17D6-6D06-789C56590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366E7-F757-D329-5F54-A9CA7AD2D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98B7-0F09-4E63-BC41-50088A91045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9483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BD8C-8C72-1EAE-9C87-73CA9C326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B2EBD-EA9F-1CC6-FA8E-00093C2CC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9799C-5AA5-8847-DB78-68A207262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AEC1F-C00A-677A-FA9C-EEDC11E2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B177-4FB6-4AE2-84F6-8CAE8F9D5930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002A5-0E73-66EB-EBBB-330F3264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DD651-67FA-2B12-F05E-B5F566654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98B7-0F09-4E63-BC41-50088A91045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0891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0CA80-D248-1115-78F1-3F7CCE630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E2A8B-72C3-25A0-D69A-AB1E28C3D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E318D-2523-2EB2-1BA5-64B8DC59B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3CF430-10C3-72F5-DA23-2BE568397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C60E70-D646-2D05-BE3C-95D5CB8AE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CB9CB-1093-6FF7-70C7-94574AAB1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B177-4FB6-4AE2-84F6-8CAE8F9D5930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416AE9-ED3E-F3D8-82DA-0FD9AD399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B7AD3-0CF6-172D-5197-E4ADFAA1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98B7-0F09-4E63-BC41-50088A91045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0290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773DD-DA0C-5F18-7245-F5ACD4FC9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1BC14-BB97-EB9D-2F38-9AF561CD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B177-4FB6-4AE2-84F6-8CAE8F9D5930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079D1-A359-2BE2-4089-796059FF6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B4E0F-5012-7C10-4508-7BC669415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98B7-0F09-4E63-BC41-50088A91045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658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3FD3C3-A3B6-71BA-30B1-5124795E8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B177-4FB6-4AE2-84F6-8CAE8F9D5930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D8645-70A4-484F-095D-DAE100E77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C7AE-1197-A47A-91EB-E442CBDB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98B7-0F09-4E63-BC41-50088A91045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2882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E3F7A-51BA-1ED0-F203-555BAD79D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60EF9-4EF3-09DD-7FD3-603DAB55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ADC0C-E1C4-8128-CE22-61F847BB3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EBB9E-5DD8-9867-8A28-34A452F27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B177-4FB6-4AE2-84F6-8CAE8F9D5930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142B6-3A53-8C7F-DAC1-FE147E957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C029-2287-B97E-B656-B596797E5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98B7-0F09-4E63-BC41-50088A91045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4399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7A51-6BF6-E142-E99B-D3B48B16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18001F-10EB-7566-22B5-2D9FF95AB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4A3B1-A406-9B07-7CB6-CF92CACBD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D4AA4-E7E9-A095-1049-5F69B95B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B177-4FB6-4AE2-84F6-8CAE8F9D5930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3D017-861F-FED8-2D7F-17AEEE1B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BE5FB-F761-94B6-380C-6D86D9A4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98B7-0F09-4E63-BC41-50088A91045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6504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6BBF-6758-FFB7-77AB-D9DC59A3E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EA01C-B753-CAFA-1085-17A0580AF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CF72-81AF-66EE-268C-4FC6AFDFC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B177-4FB6-4AE2-84F6-8CAE8F9D5930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9F794-7253-E971-006A-6C8688C1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0B978-5709-D2A7-3F24-32D6CB6A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98B7-0F09-4E63-BC41-50088A91045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284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1A6044-98BC-0D1B-FF5A-D06B397E0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BA36A-ACF5-A1E8-6F73-44EF43114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D1E5E-44C0-677C-10C2-727DB57F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B177-4FB6-4AE2-84F6-8CAE8F9D5930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2391B-55F1-E155-5AA9-F3813CD7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F43AD-6FB7-DA2C-2E73-E8E1269F4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98B7-0F09-4E63-BC41-50088A91045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6804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2">
            <a:extLst>
              <a:ext uri="{FF2B5EF4-FFF2-40B4-BE49-F238E27FC236}">
                <a16:creationId xmlns:a16="http://schemas.microsoft.com/office/drawing/2014/main" id="{02C6E78E-94C2-B86A-43B0-C98F58009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9512" y="1527134"/>
            <a:ext cx="8066088" cy="443328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s-ES" dirty="0" err="1"/>
              <a:t>Presentation</a:t>
            </a:r>
            <a:r>
              <a:rPr lang="es-ES" dirty="0"/>
              <a:t> </a:t>
            </a:r>
            <a:r>
              <a:rPr lang="es-ES" dirty="0" err="1"/>
              <a:t>subtitle</a:t>
            </a:r>
            <a:endParaRPr lang="es-ES" dirty="0"/>
          </a:p>
        </p:txBody>
      </p:sp>
      <p:sp>
        <p:nvSpPr>
          <p:cNvPr id="2" name="Título 14">
            <a:extLst>
              <a:ext uri="{FF2B5EF4-FFF2-40B4-BE49-F238E27FC236}">
                <a16:creationId xmlns:a16="http://schemas.microsoft.com/office/drawing/2014/main" id="{EE43D0D4-53D9-E48B-97B4-161635A2CF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9513" y="2730572"/>
            <a:ext cx="8066087" cy="90984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4400" b="1" i="0" spc="-150">
                <a:solidFill>
                  <a:schemeClr val="accent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s-ES" dirty="0" err="1"/>
              <a:t>Presentation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cxnSp>
        <p:nvCxnSpPr>
          <p:cNvPr id="22" name="Conector recto 17">
            <a:extLst>
              <a:ext uri="{FF2B5EF4-FFF2-40B4-BE49-F238E27FC236}">
                <a16:creationId xmlns:a16="http://schemas.microsoft.com/office/drawing/2014/main" id="{E6BFB2A2-D551-503C-6002-FDD2DD5E20A0}"/>
              </a:ext>
            </a:extLst>
          </p:cNvPr>
          <p:cNvCxnSpPr>
            <a:cxnSpLocks/>
          </p:cNvCxnSpPr>
          <p:nvPr userDrawn="1"/>
        </p:nvCxnSpPr>
        <p:spPr>
          <a:xfrm>
            <a:off x="395847" y="2312570"/>
            <a:ext cx="1138893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>
            <a:extLst>
              <a:ext uri="{FF2B5EF4-FFF2-40B4-BE49-F238E27FC236}">
                <a16:creationId xmlns:a16="http://schemas.microsoft.com/office/drawing/2014/main" id="{FE30EF66-8223-1B5E-784C-177B44A6EF5C}"/>
              </a:ext>
            </a:extLst>
          </p:cNvPr>
          <p:cNvGrpSpPr/>
          <p:nvPr userDrawn="1"/>
        </p:nvGrpSpPr>
        <p:grpSpPr>
          <a:xfrm>
            <a:off x="406400" y="1554912"/>
            <a:ext cx="2632635" cy="448756"/>
            <a:chOff x="858380" y="3171155"/>
            <a:chExt cx="4884170" cy="832550"/>
          </a:xfrm>
        </p:grpSpPr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EE470890-3F61-F7BD-A5EC-77BCEE20D307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62B65E94-9452-79FA-8F65-6ACF6640EAE4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8889CFA1-A619-1E00-87BA-43DF44DCD954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F8C2FCE3-F47D-C414-E96D-76FD6E828308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7A5DC56E-CA0A-4EB4-8307-ADB0C35A5196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D6E19A9F-3711-7781-924A-4104C8A9F1D8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18F8089B-9532-5349-458E-BD87F4ABBA4C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CD222FC2-B387-31A5-7192-420B935CA66D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FE14B4C9-95C3-67C8-9D94-D6D4070B39EE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58BC99C3-1AD2-C73F-79A0-F2448E236D11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EE381538-2EE6-11BB-B23D-B3A050A7A6DE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D05E6E47-2EBE-932B-6937-484DC8368231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2EB482C0-E304-0D06-EC11-253977B165BC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0443BC5F-4EB1-32C7-254E-D0EBA26812CB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solidFill>
              <a:srgbClr val="FF9C1A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55D447B8-64A2-D4EF-A6FD-6B64A00A6591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solidFill>
              <a:srgbClr val="0DA9FF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C9AE82CE-4990-DF11-0929-FF44172E9A91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904630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F6BA58-506E-438E-6C2B-545913116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en-US" noProof="0" dirty="0"/>
              <a:t>Click on the icon to add an image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E0B9FA4-106C-E699-7911-B99C1308D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502" y="2808051"/>
            <a:ext cx="11000786" cy="353354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n-US" noProof="0" dirty="0"/>
              <a:t>Cover Subtitle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287BB230-0D91-CDCE-3890-640DA6A9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862" y="3284983"/>
            <a:ext cx="5488645" cy="3025329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6000" b="1" i="0" spc="-15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 dirty="0"/>
              <a:t>Small PPT Title</a:t>
            </a:r>
          </a:p>
        </p:txBody>
      </p:sp>
      <p:sp>
        <p:nvSpPr>
          <p:cNvPr id="2" name="Marcador de texto 12">
            <a:extLst>
              <a:ext uri="{FF2B5EF4-FFF2-40B4-BE49-F238E27FC236}">
                <a16:creationId xmlns:a16="http://schemas.microsoft.com/office/drawing/2014/main" id="{394C8709-5400-E9AB-2B49-4AD77847F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221" y="6454775"/>
            <a:ext cx="4075367" cy="23915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r>
              <a:rPr lang="en-US" noProof="0" dirty="0"/>
              <a:t>Business Division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74C3D-5AB0-6A17-C266-0C6A890DAC54}"/>
              </a:ext>
            </a:extLst>
          </p:cNvPr>
          <p:cNvSpPr txBox="1"/>
          <p:nvPr userDrawn="1"/>
        </p:nvSpPr>
        <p:spPr>
          <a:xfrm>
            <a:off x="9509761" y="6454776"/>
            <a:ext cx="2273340" cy="239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6318FB6F-139D-E242-9895-EB6663796CDE}" type="datetime1">
              <a:rPr lang="en-GB" sz="15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26/08/2026</a:t>
            </a:fld>
            <a:endParaRPr lang="en-US" sz="1500" dirty="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3334B174-F91E-5F88-54BA-A76A9B984155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A27B84F5-0BEE-FEAE-D8C0-8270DDBA4D3A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3FDC1175-5843-DEB7-894A-41EBC0BCCF7F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4752F6E7-0A25-8FF6-6F82-C389ADA81C7E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AC4B411F-1381-9FB1-D0BE-0BC896A15AAA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3EC3E56A-990E-33A4-8313-8F2B4EA27936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C93DA0DD-F8A6-195D-63DE-536AFDE5894A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B879AA3D-6A8D-571E-9985-EC5754B3F060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E55FBE94-B56C-2FDB-115D-F55E1D393685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C449EDCC-B619-BB56-84C2-6B38885C3E78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D8375CD1-5735-666C-EC92-7CCB5943FC86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89BD5666-6D0F-035B-E533-4BDB509421B3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938DD1FD-AF8B-7E8B-5FB8-75841EBE604A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871E92E9-0DB0-64D6-AD80-3A9188828025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B483A15D-0AFE-CA9E-D8FD-5F0EFD9A1669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2285E6B5-D0A2-220B-9C9F-B87BACE7CAE5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34E02D4C-F0A8-BE28-6612-CC03E228C58B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4190542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C25132B-49EB-2005-F0C7-1B94ECBC50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5341" y="438865"/>
            <a:ext cx="9289413" cy="301607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>
              <a:lnSpc>
                <a:spcPct val="80000"/>
              </a:lnSpc>
              <a:defRPr sz="7000" b="1" i="0" spc="-150">
                <a:solidFill>
                  <a:schemeClr val="bg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 dirty="0"/>
              <a:t>Divider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B7A11-3EF6-0DC2-8445-70CAD5E94FC7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5064559-B9F6-CC01-E33E-B223D9EB16BC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C3C4F6A2-FDE9-CB12-96EE-B9A29295348A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EB34E9EA-DE00-9CAA-CD96-F6190B6F1BD6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1667F7C2-4FB4-2B64-1740-FD00B67F290A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D78E05C2-E305-5869-CA51-E2B1889C2567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6B902294-59DE-BE59-4AE8-3FD1ED4B2B01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815B4FF5-89D9-0FAB-E181-F8E915F6CC15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F84EF4D6-B12D-2958-9CD7-3A64CD42C62D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469E40CC-CB03-868C-B3E5-E7253DF92D13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3C0B5299-A74C-8C7E-060D-5E2537181D70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F6E20523-DC6E-9FCB-5A01-5CDA2061A1E6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BC0D6BD5-85C6-9E7E-D717-496F8DA28F43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343767E3-22D2-9A3A-E3C8-7A9AA2B2229B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51619DCC-ED7B-29D2-5CBA-3324A283EB1E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B4B159D0-0A39-6429-0C82-0E80DA7F5A1C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61D759EF-EBE9-4291-AE2B-44BD115BB9BF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633FB47D-0BB6-FF2B-57B7-C97C23E62F26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1830672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C25132B-49EB-2005-F0C7-1B94ECBC50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5341" y="438865"/>
            <a:ext cx="9289413" cy="301607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>
              <a:lnSpc>
                <a:spcPct val="80000"/>
              </a:lnSpc>
              <a:defRPr sz="7000" b="1" i="0" spc="-150">
                <a:solidFill>
                  <a:schemeClr val="bg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 dirty="0"/>
              <a:t>Divider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B7A11-3EF6-0DC2-8445-70CAD5E94FC7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BFDDD47-FDA8-06B6-96EE-378C9D43565D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3BB2722-A222-87CA-3C84-EF5F15B77451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049F65F3-1E3A-2CEA-37D6-C546F3879FFE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921BEB6A-BBE9-FAD2-1D23-E32AF709E573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C69E6BA1-ED53-9447-C99E-8454EEE60898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A5F74695-4AA9-9F34-EECE-1B05784FEB2A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FF6AF5C7-B032-0A72-FE00-2D49CF695E9A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6E3A5FDC-D1C5-9788-D9D4-D241156E71DA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D6FFB791-0022-A108-6399-C7F3E316464A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223195D0-6D5F-FEB6-7856-94D924E9D270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1CA96409-12F8-3EE0-C735-7C4193F2E379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D39628C2-A91D-4BDF-C720-FD1001A72073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C2456730-2EA0-3521-9CBB-7FDFD0A84AD8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DE4A76DD-3247-50FC-08C7-CD7266A8A36F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91B4AF27-3083-D7F6-6B2D-1CC2EC202BF6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CF2EB0E0-1D75-8576-4993-D2EAF291EF3A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55C7B543-DC86-7C19-E35D-4E963C0BF8AB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588999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C25132B-49EB-2005-F0C7-1B94ECBC50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5341" y="438865"/>
            <a:ext cx="9289413" cy="301607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>
              <a:lnSpc>
                <a:spcPct val="80000"/>
              </a:lnSpc>
              <a:defRPr sz="7000" b="1" i="0" spc="-150">
                <a:solidFill>
                  <a:schemeClr val="bg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 dirty="0"/>
              <a:t>Divider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B7A11-3EF6-0DC2-8445-70CAD5E94FC7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6B7EDEB-C22C-3E6D-8DFE-6D2F2126512D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4D29E0E2-7826-7F71-043B-97812E102C08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EE111D61-BDA4-B67C-7F58-1E5468DDA073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3707E9F3-1C9D-1A35-42AF-5E44FF05D7B5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0FB4C62B-BCEC-BE5F-AC3B-4949260C80BF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4CE8BC03-BA5E-0DCF-DCAE-B6ABF97BAB43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DE29A888-5D03-1533-21A2-3D3C280997BA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F2133C49-48E2-B833-949E-C20ADD283A57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93AB8756-D680-3014-D679-4975C7060B47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6ECABA3F-7A68-AF53-5113-C582B0399769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8B850CA9-5A15-868B-F428-B0308342AAAF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96B38714-42DF-BA31-ECF5-2436D7BFF3AA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31B93D54-ADB1-7163-9B67-EC53BC677A1F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21630DB7-D9A9-E1D4-69EF-1E2A72AA73E4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83C98D13-53A6-D9BC-6269-83A509629CCC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EFA95CD1-F52B-1166-FFB1-EFFDDE1D9CC0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0B4C08E9-8CEC-41D3-05CB-E65676FB2809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4918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9E5E572-ACA6-848C-1471-C2088F7E0D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6400" y="439200"/>
            <a:ext cx="9289413" cy="301607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>
              <a:lnSpc>
                <a:spcPct val="80000"/>
              </a:lnSpc>
              <a:defRPr sz="7000" b="1" i="0" spc="-150">
                <a:solidFill>
                  <a:schemeClr val="accent1"/>
                </a:solidFill>
                <a:latin typeface="+mj-lt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pPr lvl="0"/>
            <a:r>
              <a:rPr lang="en-US" noProof="0" dirty="0"/>
              <a:t>Divider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FFA5EA-9D96-A3B7-5DD4-A4D9BED659C6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‹#›</a:t>
            </a:fld>
            <a:endParaRPr lang="en-US" sz="900" dirty="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8D6E5DAC-D73F-C5B1-454E-526520C9C7DE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</p:grpSpPr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DE68453A-4129-4518-1651-DCA1276860CD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3D100BDF-C587-1702-0409-D46A08B36B23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22C0D967-56A3-6C02-CD39-81C1374FC466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2CB1218B-B0E1-F54F-E399-DCBA4112E28A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A91504DA-B5D2-F14B-B8AE-4C18FB97F480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C9BF2E50-77EA-BD25-1EEE-62FB4A601D6C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41" name="Forma libre: forma 40">
              <a:extLst>
                <a:ext uri="{FF2B5EF4-FFF2-40B4-BE49-F238E27FC236}">
                  <a16:creationId xmlns:a16="http://schemas.microsoft.com/office/drawing/2014/main" id="{E9ABE07D-E48B-8ADD-5E41-BEEDD4C83E32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723B6CE4-3C9C-A5E7-7589-FA89F5CAE076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526CA56E-230D-F481-1FF1-75F7C8450375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6CB47F07-9A8B-9C30-1319-0AD81ECA52B2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45" name="Forma libre: forma 44">
              <a:extLst>
                <a:ext uri="{FF2B5EF4-FFF2-40B4-BE49-F238E27FC236}">
                  <a16:creationId xmlns:a16="http://schemas.microsoft.com/office/drawing/2014/main" id="{7CE700F3-307C-7ECA-57CA-7423F340B341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88F79D2C-F105-9D67-9CAD-6E37596057D4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EA328B3F-DFF8-1793-6A7F-E117057EFBAC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48" name="Forma libre: forma 47">
              <a:extLst>
                <a:ext uri="{FF2B5EF4-FFF2-40B4-BE49-F238E27FC236}">
                  <a16:creationId xmlns:a16="http://schemas.microsoft.com/office/drawing/2014/main" id="{57CA26D6-90A9-C94B-2AEE-13B38F5E7C7C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solidFill>
              <a:srgbClr val="FF9C1A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49" name="Forma libre: forma 48">
              <a:extLst>
                <a:ext uri="{FF2B5EF4-FFF2-40B4-BE49-F238E27FC236}">
                  <a16:creationId xmlns:a16="http://schemas.microsoft.com/office/drawing/2014/main" id="{CFA4CB69-E575-629D-1195-FC5E61063B62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solidFill>
              <a:srgbClr val="0DA9FF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EF33FE69-7B7A-91A3-3C3D-C94CA092BA30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7702137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ymb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ECADF309-5276-4BCA-840A-5331B411185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2574" y="2622552"/>
            <a:ext cx="1706063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34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F55C4496-7A29-9C14-7C12-1AAABAB6A73E}"/>
              </a:ext>
            </a:extLst>
          </p:cNvPr>
          <p:cNvGrpSpPr/>
          <p:nvPr userDrawn="1"/>
        </p:nvGrpSpPr>
        <p:grpSpPr>
          <a:xfrm>
            <a:off x="3790938" y="3036053"/>
            <a:ext cx="4610124" cy="785836"/>
            <a:chOff x="858380" y="3171155"/>
            <a:chExt cx="4884170" cy="832550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A0DA1103-47A8-F5F0-F289-83B20D96AD6F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983CC4CB-C8EB-EFE5-9593-2BC83BF42D70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5539E332-D8CE-6856-6A39-A8971C8ADC79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0639DC92-F979-59E0-3983-7F3C7F37D0B0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0A5BDDB2-AF62-AFBF-4B96-19AC43BB508B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C5052F2A-674D-6FBC-F5AF-8F7EF1EEE2BC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4387663C-965E-092B-0DC4-4B915E1541E3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E77B9156-F474-12B2-F4C5-2B69EF4FA4A2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248E1292-2BFF-AABB-BEBF-ADF21DC9868B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1A95CB20-AFC3-BFC8-E361-8F1064FA31F6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F2C9ABE9-459E-3644-0BA5-D7BC46EBC52E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CF3F8913-DA8B-F9E6-E83C-E78B544362F2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A538A66C-B44C-8C8C-CA1D-E27306F3DD73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E772BA35-913B-6000-D972-8A53DC597536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solidFill>
              <a:srgbClr val="FF9C1A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6F9F76D5-FF7B-D913-0D12-B9F89F8E997E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solidFill>
              <a:srgbClr val="0DA9FF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19FFD43E-C9D4-5C86-B6AD-D4676487E245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476292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ymbol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1876BB3C-AA57-D420-4861-FBD3D021574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6491" y="2622552"/>
            <a:ext cx="1706064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277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B05422FB-EFC1-4B42-A94F-D598768B4CE1}"/>
              </a:ext>
            </a:extLst>
          </p:cNvPr>
          <p:cNvGrpSpPr/>
          <p:nvPr userDrawn="1"/>
        </p:nvGrpSpPr>
        <p:grpSpPr>
          <a:xfrm>
            <a:off x="3790938" y="3036053"/>
            <a:ext cx="4610124" cy="785836"/>
            <a:chOff x="858380" y="3171155"/>
            <a:chExt cx="4884170" cy="832550"/>
          </a:xfrm>
          <a:solidFill>
            <a:schemeClr val="bg1"/>
          </a:solidFill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70312BAD-5193-11D7-76F4-669F203C0C3B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6F0DC27D-BA5F-7BA9-E459-1BA29968F473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0F708FAC-F8FB-7208-9BE0-CE946500CFE8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D22FE0A6-0CA3-F8DF-14E1-D46E05831009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74050D9A-4219-61A9-2EE1-BCC5FDD8BBE1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240B264A-1DB6-C889-7739-3BBE3075BB52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68319616-FCE6-34CB-A289-3A160D13ECAA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38E5EEDE-231C-A1F9-A771-5E8E72680063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773D1611-E49D-0B23-D219-76B87E4AC809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D9DCEFA9-C8CE-D743-0163-C9EA6C466961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FC737C8E-05DD-4473-5B2A-20AD73D2B128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BEA165B9-1E84-54E8-93FD-19CA62E2F3A5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306AFFE9-F157-F7A6-6D42-4AD027DA6C01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D2A87668-5317-C3A3-2303-3B05DA97E853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15F9A445-1075-7F70-7FFD-B1F451852130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C804F42E-7C3F-D08B-6D56-F2C81C9BA9EC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143077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3">
            <a:extLst>
              <a:ext uri="{FF2B5EF4-FFF2-40B4-BE49-F238E27FC236}">
                <a16:creationId xmlns:a16="http://schemas.microsoft.com/office/drawing/2014/main" id="{A4B0BE04-B452-CED3-8F9F-5FA18387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7" y="177981"/>
            <a:ext cx="9666643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4" name="Conector recto 17">
            <a:extLst>
              <a:ext uri="{FF2B5EF4-FFF2-40B4-BE49-F238E27FC236}">
                <a16:creationId xmlns:a16="http://schemas.microsoft.com/office/drawing/2014/main" id="{F4717067-38EF-5AB6-8608-670C47A92CE9}"/>
              </a:ext>
            </a:extLst>
          </p:cNvPr>
          <p:cNvCxnSpPr>
            <a:cxnSpLocks/>
          </p:cNvCxnSpPr>
          <p:nvPr userDrawn="1"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E1A033F3-FDA4-1B9F-E3EB-0F5ECDDA6C6A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B29A6BDA-4070-0635-8608-4D6453CD73F0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E33DDCF7-1D9C-E522-D242-875E8E595AB2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260D621E-EFE4-B111-8309-8B351D73BD3E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CA6CDD72-D794-6C08-9348-590AD05E5221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BFA65732-FBC6-29D4-EEB8-DE850B8F20BA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AAE714FF-A45D-9FA7-4E45-EEB487633D5B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E5A5477D-BA1C-CED2-24BD-396EC69D3A75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F79AC6B8-30AF-638C-DD3F-25ED74F9E248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EB0CDD5B-7A1D-AFAD-B031-76A2D7D5D28F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0BB388D3-2B52-B81C-1EF0-801796B9FD60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DC2EA276-4E43-4CFB-B2BB-14BC4D291A3F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8CC86EED-EBAB-BF55-A171-4368ABC2F554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5F72C7A8-4D0C-0516-E446-E794B13783D2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4F8811AA-DADB-A67F-D0C4-BE73A827D918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solidFill>
              <a:srgbClr val="FF9C1A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13FFAAEE-F341-4A8E-778C-7A9FF94E8FB6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solidFill>
              <a:srgbClr val="0DA9FF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FB84EDEA-8DA3-F3CF-5090-18D959656D29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1724231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holding a phone&#10;&#10;Description automatically generated">
            <a:extLst>
              <a:ext uri="{FF2B5EF4-FFF2-40B4-BE49-F238E27FC236}">
                <a16:creationId xmlns:a16="http://schemas.microsoft.com/office/drawing/2014/main" id="{D8A4CB85-EFD9-877A-5D72-06BD5C0549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Placeholder 3">
            <a:extLst>
              <a:ext uri="{FF2B5EF4-FFF2-40B4-BE49-F238E27FC236}">
                <a16:creationId xmlns:a16="http://schemas.microsoft.com/office/drawing/2014/main" id="{A4B0BE04-B452-CED3-8F9F-5FA18387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7" y="177981"/>
            <a:ext cx="9666643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4" name="Conector recto 17">
            <a:extLst>
              <a:ext uri="{FF2B5EF4-FFF2-40B4-BE49-F238E27FC236}">
                <a16:creationId xmlns:a16="http://schemas.microsoft.com/office/drawing/2014/main" id="{F4717067-38EF-5AB6-8608-670C47A92CE9}"/>
              </a:ext>
            </a:extLst>
          </p:cNvPr>
          <p:cNvCxnSpPr>
            <a:cxnSpLocks/>
          </p:cNvCxnSpPr>
          <p:nvPr userDrawn="1"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E1A033F3-FDA4-1B9F-E3EB-0F5ECDDA6C6A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B29A6BDA-4070-0635-8608-4D6453CD73F0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E33DDCF7-1D9C-E522-D242-875E8E595AB2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260D621E-EFE4-B111-8309-8B351D73BD3E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CA6CDD72-D794-6C08-9348-590AD05E5221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BFA65732-FBC6-29D4-EEB8-DE850B8F20BA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AAE714FF-A45D-9FA7-4E45-EEB487633D5B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E5A5477D-BA1C-CED2-24BD-396EC69D3A75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F79AC6B8-30AF-638C-DD3F-25ED74F9E248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EB0CDD5B-7A1D-AFAD-B031-76A2D7D5D28F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0BB388D3-2B52-B81C-1EF0-801796B9FD60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DC2EA276-4E43-4CFB-B2BB-14BC4D291A3F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8CC86EED-EBAB-BF55-A171-4368ABC2F554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5F72C7A8-4D0C-0516-E446-E794B13783D2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4F8811AA-DADB-A67F-D0C4-BE73A827D918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solidFill>
              <a:srgbClr val="FF9C1A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13FFAAEE-F341-4A8E-778C-7A9FF94E8FB6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solidFill>
              <a:srgbClr val="0DA9FF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FB84EDEA-8DA3-F3CF-5090-18D959656D29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FD7D381-7006-08B7-E5BF-C1CA8CB9AECA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‹#›</a:t>
            </a:fld>
            <a:endParaRPr lang="en-US" sz="900" dirty="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23" name="MSIPCMContentMarking" descr="{&quot;HashCode&quot;:1231056682,&quot;Placement&quot;:&quot;Footer&quot;,&quot;Top&quot;:516.65155,&quot;Left&quot;:437.819916,&quot;SlideWidth&quot;:960,&quot;SlideHeight&quot;:540}">
            <a:extLst>
              <a:ext uri="{FF2B5EF4-FFF2-40B4-BE49-F238E27FC236}">
                <a16:creationId xmlns:a16="http://schemas.microsoft.com/office/drawing/2014/main" id="{42CD6A56-6BCE-45B8-A409-801D17CC91D7}"/>
              </a:ext>
            </a:extLst>
          </p:cNvPr>
          <p:cNvSpPr txBox="1"/>
          <p:nvPr userDrawn="1"/>
        </p:nvSpPr>
        <p:spPr>
          <a:xfrm>
            <a:off x="5560313" y="6561475"/>
            <a:ext cx="107137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s-ES" sz="1200" dirty="0">
                <a:solidFill>
                  <a:srgbClr val="008000"/>
                </a:solidFill>
                <a:latin typeface="Calibri" panose="020F0502020204030204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33726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map of the united kingdom&#10;&#10;Description automatically generated">
            <a:extLst>
              <a:ext uri="{FF2B5EF4-FFF2-40B4-BE49-F238E27FC236}">
                <a16:creationId xmlns:a16="http://schemas.microsoft.com/office/drawing/2014/main" id="{02DDD960-8D5C-E38F-0296-0438A819E0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Placeholder 3">
            <a:extLst>
              <a:ext uri="{FF2B5EF4-FFF2-40B4-BE49-F238E27FC236}">
                <a16:creationId xmlns:a16="http://schemas.microsoft.com/office/drawing/2014/main" id="{A4B0BE04-B452-CED3-8F9F-5FA18387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7" y="177981"/>
            <a:ext cx="9666643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4" name="Conector recto 17">
            <a:extLst>
              <a:ext uri="{FF2B5EF4-FFF2-40B4-BE49-F238E27FC236}">
                <a16:creationId xmlns:a16="http://schemas.microsoft.com/office/drawing/2014/main" id="{F4717067-38EF-5AB6-8608-670C47A92CE9}"/>
              </a:ext>
            </a:extLst>
          </p:cNvPr>
          <p:cNvCxnSpPr>
            <a:cxnSpLocks/>
          </p:cNvCxnSpPr>
          <p:nvPr userDrawn="1"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FD7D381-7006-08B7-E5BF-C1CA8CB9AECA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endParaRPr lang="en-US" sz="900" dirty="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B85DB-7469-ECCE-44F5-D8ADE96859D6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26" name="MSIPCMContentMarking" descr="{&quot;HashCode&quot;:1231056682,&quot;Placement&quot;:&quot;Footer&quot;,&quot;Top&quot;:516.65155,&quot;Left&quot;:437.819916,&quot;SlideWidth&quot;:960,&quot;SlideHeight&quot;:540}">
            <a:extLst>
              <a:ext uri="{FF2B5EF4-FFF2-40B4-BE49-F238E27FC236}">
                <a16:creationId xmlns:a16="http://schemas.microsoft.com/office/drawing/2014/main" id="{9A91D665-6DBE-B9D6-0E01-BC70BAA34D7E}"/>
              </a:ext>
            </a:extLst>
          </p:cNvPr>
          <p:cNvSpPr txBox="1"/>
          <p:nvPr userDrawn="1"/>
        </p:nvSpPr>
        <p:spPr>
          <a:xfrm>
            <a:off x="5560313" y="6561475"/>
            <a:ext cx="107137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s-ES" sz="1200" dirty="0">
                <a:solidFill>
                  <a:schemeClr val="bg1"/>
                </a:solidFill>
                <a:latin typeface="Calibri" panose="020F0502020204030204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Internal Use</a:t>
            </a:r>
          </a:p>
        </p:txBody>
      </p:sp>
      <p:grpSp>
        <p:nvGrpSpPr>
          <p:cNvPr id="27" name="Grupo 3">
            <a:extLst>
              <a:ext uri="{FF2B5EF4-FFF2-40B4-BE49-F238E27FC236}">
                <a16:creationId xmlns:a16="http://schemas.microsoft.com/office/drawing/2014/main" id="{74A0484A-ADBE-AF7F-E820-3F23B17B39DB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  <a:solidFill>
            <a:schemeClr val="bg1"/>
          </a:solidFill>
        </p:grpSpPr>
        <p:sp>
          <p:nvSpPr>
            <p:cNvPr id="28" name="Forma libre: forma 5">
              <a:extLst>
                <a:ext uri="{FF2B5EF4-FFF2-40B4-BE49-F238E27FC236}">
                  <a16:creationId xmlns:a16="http://schemas.microsoft.com/office/drawing/2014/main" id="{6C3CEA44-7411-E208-DB02-7773878B1EA0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9" name="Forma libre: forma 8">
              <a:extLst>
                <a:ext uri="{FF2B5EF4-FFF2-40B4-BE49-F238E27FC236}">
                  <a16:creationId xmlns:a16="http://schemas.microsoft.com/office/drawing/2014/main" id="{423C9E65-BCBB-B81C-0A2F-86DA6326D71A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0" name="Forma libre: forma 9">
              <a:extLst>
                <a:ext uri="{FF2B5EF4-FFF2-40B4-BE49-F238E27FC236}">
                  <a16:creationId xmlns:a16="http://schemas.microsoft.com/office/drawing/2014/main" id="{1CBEE681-3F59-EE4E-8403-A8F00BE2AF13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1" name="Forma libre: forma 10">
              <a:extLst>
                <a:ext uri="{FF2B5EF4-FFF2-40B4-BE49-F238E27FC236}">
                  <a16:creationId xmlns:a16="http://schemas.microsoft.com/office/drawing/2014/main" id="{0CE049C4-71FF-A90E-8E3D-D2AB944252EC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2" name="Forma libre: forma 11">
              <a:extLst>
                <a:ext uri="{FF2B5EF4-FFF2-40B4-BE49-F238E27FC236}">
                  <a16:creationId xmlns:a16="http://schemas.microsoft.com/office/drawing/2014/main" id="{EFA0D1D2-28BA-7421-E670-569499B78B50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3" name="Forma libre: forma 12">
              <a:extLst>
                <a:ext uri="{FF2B5EF4-FFF2-40B4-BE49-F238E27FC236}">
                  <a16:creationId xmlns:a16="http://schemas.microsoft.com/office/drawing/2014/main" id="{99B19462-5508-A458-0B13-E0A9685B4DCF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4" name="Forma libre: forma 13">
              <a:extLst>
                <a:ext uri="{FF2B5EF4-FFF2-40B4-BE49-F238E27FC236}">
                  <a16:creationId xmlns:a16="http://schemas.microsoft.com/office/drawing/2014/main" id="{21B95801-63E8-F831-103D-AD215D2246CD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5" name="Forma libre: forma 14">
              <a:extLst>
                <a:ext uri="{FF2B5EF4-FFF2-40B4-BE49-F238E27FC236}">
                  <a16:creationId xmlns:a16="http://schemas.microsoft.com/office/drawing/2014/main" id="{DBA704F5-0D03-6C0D-0D1F-72BFB82C41B6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6" name="Forma libre: forma 15">
              <a:extLst>
                <a:ext uri="{FF2B5EF4-FFF2-40B4-BE49-F238E27FC236}">
                  <a16:creationId xmlns:a16="http://schemas.microsoft.com/office/drawing/2014/main" id="{93512A16-9ED3-D75D-FDB1-2E1944F20A89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7" name="Forma libre: forma 16">
              <a:extLst>
                <a:ext uri="{FF2B5EF4-FFF2-40B4-BE49-F238E27FC236}">
                  <a16:creationId xmlns:a16="http://schemas.microsoft.com/office/drawing/2014/main" id="{082D453F-FEC0-47FB-6F82-6879172831DB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8" name="Forma libre: forma 17">
              <a:extLst>
                <a:ext uri="{FF2B5EF4-FFF2-40B4-BE49-F238E27FC236}">
                  <a16:creationId xmlns:a16="http://schemas.microsoft.com/office/drawing/2014/main" id="{375F1C96-6DB3-96F4-A221-FD1B38AF8886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39" name="Forma libre: forma 18">
              <a:extLst>
                <a:ext uri="{FF2B5EF4-FFF2-40B4-BE49-F238E27FC236}">
                  <a16:creationId xmlns:a16="http://schemas.microsoft.com/office/drawing/2014/main" id="{CAA09CEF-756B-0973-4366-AAB348AEF172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40" name="Forma libre: forma 29">
              <a:extLst>
                <a:ext uri="{FF2B5EF4-FFF2-40B4-BE49-F238E27FC236}">
                  <a16:creationId xmlns:a16="http://schemas.microsoft.com/office/drawing/2014/main" id="{0A42E198-FDF7-DB68-B6E2-AD671A3AB5CD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41" name="Forma libre: forma 30">
              <a:extLst>
                <a:ext uri="{FF2B5EF4-FFF2-40B4-BE49-F238E27FC236}">
                  <a16:creationId xmlns:a16="http://schemas.microsoft.com/office/drawing/2014/main" id="{E98DD30A-A285-FA03-73EF-3D7D3FFC2519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42" name="Forma libre: forma 31">
              <a:extLst>
                <a:ext uri="{FF2B5EF4-FFF2-40B4-BE49-F238E27FC236}">
                  <a16:creationId xmlns:a16="http://schemas.microsoft.com/office/drawing/2014/main" id="{22C25B8E-6E3B-92C7-57F6-62573C9C45CB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43" name="Forma libre: forma 32">
              <a:extLst>
                <a:ext uri="{FF2B5EF4-FFF2-40B4-BE49-F238E27FC236}">
                  <a16:creationId xmlns:a16="http://schemas.microsoft.com/office/drawing/2014/main" id="{0B429778-5F19-277C-910E-8880ACD5CE4C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grpFill/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890913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person sitting at a computer&#10;&#10;Description automatically generated">
            <a:extLst>
              <a:ext uri="{FF2B5EF4-FFF2-40B4-BE49-F238E27FC236}">
                <a16:creationId xmlns:a16="http://schemas.microsoft.com/office/drawing/2014/main" id="{C829AAE0-A693-6784-4DCD-0F00DE6914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Placeholder 3">
            <a:extLst>
              <a:ext uri="{FF2B5EF4-FFF2-40B4-BE49-F238E27FC236}">
                <a16:creationId xmlns:a16="http://schemas.microsoft.com/office/drawing/2014/main" id="{A4B0BE04-B452-CED3-8F9F-5FA18387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7" y="177981"/>
            <a:ext cx="9666643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4" name="Conector recto 17">
            <a:extLst>
              <a:ext uri="{FF2B5EF4-FFF2-40B4-BE49-F238E27FC236}">
                <a16:creationId xmlns:a16="http://schemas.microsoft.com/office/drawing/2014/main" id="{F4717067-38EF-5AB6-8608-670C47A92CE9}"/>
              </a:ext>
            </a:extLst>
          </p:cNvPr>
          <p:cNvCxnSpPr>
            <a:cxnSpLocks/>
          </p:cNvCxnSpPr>
          <p:nvPr userDrawn="1"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E1A033F3-FDA4-1B9F-E3EB-0F5ECDDA6C6A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B29A6BDA-4070-0635-8608-4D6453CD73F0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E33DDCF7-1D9C-E522-D242-875E8E595AB2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260D621E-EFE4-B111-8309-8B351D73BD3E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CA6CDD72-D794-6C08-9348-590AD05E5221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BFA65732-FBC6-29D4-EEB8-DE850B8F20BA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AAE714FF-A45D-9FA7-4E45-EEB487633D5B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E5A5477D-BA1C-CED2-24BD-396EC69D3A75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F79AC6B8-30AF-638C-DD3F-25ED74F9E248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EB0CDD5B-7A1D-AFAD-B031-76A2D7D5D28F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0BB388D3-2B52-B81C-1EF0-801796B9FD60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DC2EA276-4E43-4CFB-B2BB-14BC4D291A3F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8CC86EED-EBAB-BF55-A171-4368ABC2F554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5F72C7A8-4D0C-0516-E446-E794B13783D2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4F8811AA-DADB-A67F-D0C4-BE73A827D918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solidFill>
              <a:srgbClr val="FF9C1A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13FFAAEE-F341-4A8E-778C-7A9FF94E8FB6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solidFill>
              <a:srgbClr val="0DA9FF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FB84EDEA-8DA3-F3CF-5090-18D959656D29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3E98EAF-A63D-EEB4-472B-F5950D75CE4A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24" name="MSIPCMContentMarking" descr="{&quot;HashCode&quot;:1231056682,&quot;Placement&quot;:&quot;Footer&quot;,&quot;Top&quot;:516.65155,&quot;Left&quot;:437.819916,&quot;SlideWidth&quot;:960,&quot;SlideHeight&quot;:540}">
            <a:extLst>
              <a:ext uri="{FF2B5EF4-FFF2-40B4-BE49-F238E27FC236}">
                <a16:creationId xmlns:a16="http://schemas.microsoft.com/office/drawing/2014/main" id="{1C977D5D-7D8C-17AD-AD70-0E8970A4025A}"/>
              </a:ext>
            </a:extLst>
          </p:cNvPr>
          <p:cNvSpPr txBox="1"/>
          <p:nvPr userDrawn="1"/>
        </p:nvSpPr>
        <p:spPr>
          <a:xfrm>
            <a:off x="5560313" y="6561475"/>
            <a:ext cx="107137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s-ES" sz="1200" dirty="0">
                <a:solidFill>
                  <a:schemeClr val="bg1"/>
                </a:solidFill>
                <a:latin typeface="Calibri" panose="020F0502020204030204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474158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in a white coat holding a computer&#10;&#10;Description automatically generated">
            <a:extLst>
              <a:ext uri="{FF2B5EF4-FFF2-40B4-BE49-F238E27FC236}">
                <a16:creationId xmlns:a16="http://schemas.microsoft.com/office/drawing/2014/main" id="{E1861DB3-B265-BB3B-1EDF-401BEF9322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Placeholder 3">
            <a:extLst>
              <a:ext uri="{FF2B5EF4-FFF2-40B4-BE49-F238E27FC236}">
                <a16:creationId xmlns:a16="http://schemas.microsoft.com/office/drawing/2014/main" id="{A4B0BE04-B452-CED3-8F9F-5FA18387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7" y="177981"/>
            <a:ext cx="9666643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4" name="Conector recto 17">
            <a:extLst>
              <a:ext uri="{FF2B5EF4-FFF2-40B4-BE49-F238E27FC236}">
                <a16:creationId xmlns:a16="http://schemas.microsoft.com/office/drawing/2014/main" id="{F4717067-38EF-5AB6-8608-670C47A92CE9}"/>
              </a:ext>
            </a:extLst>
          </p:cNvPr>
          <p:cNvCxnSpPr>
            <a:cxnSpLocks/>
          </p:cNvCxnSpPr>
          <p:nvPr userDrawn="1"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E1A033F3-FDA4-1B9F-E3EB-0F5ECDDA6C6A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B29A6BDA-4070-0635-8608-4D6453CD73F0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E33DDCF7-1D9C-E522-D242-875E8E595AB2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260D621E-EFE4-B111-8309-8B351D73BD3E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CA6CDD72-D794-6C08-9348-590AD05E5221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BFA65732-FBC6-29D4-EEB8-DE850B8F20BA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AAE714FF-A45D-9FA7-4E45-EEB487633D5B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E5A5477D-BA1C-CED2-24BD-396EC69D3A75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F79AC6B8-30AF-638C-DD3F-25ED74F9E248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EB0CDD5B-7A1D-AFAD-B031-76A2D7D5D28F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0BB388D3-2B52-B81C-1EF0-801796B9FD60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DC2EA276-4E43-4CFB-B2BB-14BC4D291A3F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8CC86EED-EBAB-BF55-A171-4368ABC2F554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5F72C7A8-4D0C-0516-E446-E794B13783D2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4F8811AA-DADB-A67F-D0C4-BE73A827D918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solidFill>
              <a:srgbClr val="FF9C1A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13FFAAEE-F341-4A8E-778C-7A9FF94E8FB6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solidFill>
              <a:srgbClr val="0DA9FF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FB84EDEA-8DA3-F3CF-5090-18D959656D29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3E98EAF-A63D-EEB4-472B-F5950D75CE4A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24" name="MSIPCMContentMarking" descr="{&quot;HashCode&quot;:1231056682,&quot;Placement&quot;:&quot;Footer&quot;,&quot;Top&quot;:516.65155,&quot;Left&quot;:437.819916,&quot;SlideWidth&quot;:960,&quot;SlideHeight&quot;:540}">
            <a:extLst>
              <a:ext uri="{FF2B5EF4-FFF2-40B4-BE49-F238E27FC236}">
                <a16:creationId xmlns:a16="http://schemas.microsoft.com/office/drawing/2014/main" id="{1C977D5D-7D8C-17AD-AD70-0E8970A4025A}"/>
              </a:ext>
            </a:extLst>
          </p:cNvPr>
          <p:cNvSpPr txBox="1"/>
          <p:nvPr userDrawn="1"/>
        </p:nvSpPr>
        <p:spPr>
          <a:xfrm>
            <a:off x="5560313" y="6561475"/>
            <a:ext cx="107137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s-ES" sz="1200" dirty="0">
                <a:solidFill>
                  <a:schemeClr val="bg1"/>
                </a:solidFill>
                <a:latin typeface="Calibri" panose="020F0502020204030204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3775996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person and person sitting at a table&#10;&#10;Description automatically generated">
            <a:extLst>
              <a:ext uri="{FF2B5EF4-FFF2-40B4-BE49-F238E27FC236}">
                <a16:creationId xmlns:a16="http://schemas.microsoft.com/office/drawing/2014/main" id="{4C4D36AD-9D88-E894-CA8B-B9A930BCBA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Placeholder 3">
            <a:extLst>
              <a:ext uri="{FF2B5EF4-FFF2-40B4-BE49-F238E27FC236}">
                <a16:creationId xmlns:a16="http://schemas.microsoft.com/office/drawing/2014/main" id="{A4B0BE04-B452-CED3-8F9F-5FA18387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7" y="177981"/>
            <a:ext cx="9666643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4" name="Conector recto 17">
            <a:extLst>
              <a:ext uri="{FF2B5EF4-FFF2-40B4-BE49-F238E27FC236}">
                <a16:creationId xmlns:a16="http://schemas.microsoft.com/office/drawing/2014/main" id="{F4717067-38EF-5AB6-8608-670C47A92CE9}"/>
              </a:ext>
            </a:extLst>
          </p:cNvPr>
          <p:cNvCxnSpPr>
            <a:cxnSpLocks/>
          </p:cNvCxnSpPr>
          <p:nvPr userDrawn="1"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E1A033F3-FDA4-1B9F-E3EB-0F5ECDDA6C6A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B29A6BDA-4070-0635-8608-4D6453CD73F0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E33DDCF7-1D9C-E522-D242-875E8E595AB2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260D621E-EFE4-B111-8309-8B351D73BD3E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CA6CDD72-D794-6C08-9348-590AD05E5221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BFA65732-FBC6-29D4-EEB8-DE850B8F20BA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AAE714FF-A45D-9FA7-4E45-EEB487633D5B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E5A5477D-BA1C-CED2-24BD-396EC69D3A75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F79AC6B8-30AF-638C-DD3F-25ED74F9E248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EB0CDD5B-7A1D-AFAD-B031-76A2D7D5D28F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0BB388D3-2B52-B81C-1EF0-801796B9FD60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DC2EA276-4E43-4CFB-B2BB-14BC4D291A3F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8CC86EED-EBAB-BF55-A171-4368ABC2F554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5F72C7A8-4D0C-0516-E446-E794B13783D2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4F8811AA-DADB-A67F-D0C4-BE73A827D918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solidFill>
              <a:srgbClr val="FF9C1A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13FFAAEE-F341-4A8E-778C-7A9FF94E8FB6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solidFill>
              <a:srgbClr val="0DA9FF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FB84EDEA-8DA3-F3CF-5090-18D959656D29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3E98EAF-A63D-EEB4-472B-F5950D75CE4A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24" name="MSIPCMContentMarking" descr="{&quot;HashCode&quot;:1231056682,&quot;Placement&quot;:&quot;Footer&quot;,&quot;Top&quot;:516.65155,&quot;Left&quot;:437.819916,&quot;SlideWidth&quot;:960,&quot;SlideHeight&quot;:540}">
            <a:extLst>
              <a:ext uri="{FF2B5EF4-FFF2-40B4-BE49-F238E27FC236}">
                <a16:creationId xmlns:a16="http://schemas.microsoft.com/office/drawing/2014/main" id="{1C977D5D-7D8C-17AD-AD70-0E8970A4025A}"/>
              </a:ext>
            </a:extLst>
          </p:cNvPr>
          <p:cNvSpPr txBox="1"/>
          <p:nvPr userDrawn="1"/>
        </p:nvSpPr>
        <p:spPr>
          <a:xfrm>
            <a:off x="5560313" y="6561475"/>
            <a:ext cx="107137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s-ES" sz="1200" dirty="0">
                <a:solidFill>
                  <a:schemeClr val="bg1"/>
                </a:solidFill>
                <a:latin typeface="Calibri" panose="020F0502020204030204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2757001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person and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F64D3D2-187F-9530-CCBA-2D2829F5D1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Placeholder 3">
            <a:extLst>
              <a:ext uri="{FF2B5EF4-FFF2-40B4-BE49-F238E27FC236}">
                <a16:creationId xmlns:a16="http://schemas.microsoft.com/office/drawing/2014/main" id="{A4B0BE04-B452-CED3-8F9F-5FA18387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7" y="177981"/>
            <a:ext cx="9666643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4" name="Conector recto 17">
            <a:extLst>
              <a:ext uri="{FF2B5EF4-FFF2-40B4-BE49-F238E27FC236}">
                <a16:creationId xmlns:a16="http://schemas.microsoft.com/office/drawing/2014/main" id="{F4717067-38EF-5AB6-8608-670C47A92CE9}"/>
              </a:ext>
            </a:extLst>
          </p:cNvPr>
          <p:cNvCxnSpPr>
            <a:cxnSpLocks/>
          </p:cNvCxnSpPr>
          <p:nvPr userDrawn="1"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E1A033F3-FDA4-1B9F-E3EB-0F5ECDDA6C6A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B29A6BDA-4070-0635-8608-4D6453CD73F0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E33DDCF7-1D9C-E522-D242-875E8E595AB2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260D621E-EFE4-B111-8309-8B351D73BD3E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CA6CDD72-D794-6C08-9348-590AD05E5221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BFA65732-FBC6-29D4-EEB8-DE850B8F20BA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AAE714FF-A45D-9FA7-4E45-EEB487633D5B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E5A5477D-BA1C-CED2-24BD-396EC69D3A75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F79AC6B8-30AF-638C-DD3F-25ED74F9E248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EB0CDD5B-7A1D-AFAD-B031-76A2D7D5D28F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0BB388D3-2B52-B81C-1EF0-801796B9FD60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DC2EA276-4E43-4CFB-B2BB-14BC4D291A3F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8CC86EED-EBAB-BF55-A171-4368ABC2F554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5F72C7A8-4D0C-0516-E446-E794B13783D2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4F8811AA-DADB-A67F-D0C4-BE73A827D918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solidFill>
              <a:srgbClr val="FF9C1A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13FFAAEE-F341-4A8E-778C-7A9FF94E8FB6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solidFill>
              <a:srgbClr val="0DA9FF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FB84EDEA-8DA3-F3CF-5090-18D959656D29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CB247B1-7E5D-C1F8-239E-A92894FC4171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‹#›</a:t>
            </a:fld>
            <a:endParaRPr lang="en-US" sz="900" dirty="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27" name="MSIPCMContentMarking" descr="{&quot;HashCode&quot;:1231056682,&quot;Placement&quot;:&quot;Footer&quot;,&quot;Top&quot;:516.65155,&quot;Left&quot;:437.819916,&quot;SlideWidth&quot;:960,&quot;SlideHeight&quot;:540}">
            <a:extLst>
              <a:ext uri="{FF2B5EF4-FFF2-40B4-BE49-F238E27FC236}">
                <a16:creationId xmlns:a16="http://schemas.microsoft.com/office/drawing/2014/main" id="{ED7324F7-FB6B-A12B-E845-7152FB4837F6}"/>
              </a:ext>
            </a:extLst>
          </p:cNvPr>
          <p:cNvSpPr txBox="1"/>
          <p:nvPr userDrawn="1"/>
        </p:nvSpPr>
        <p:spPr>
          <a:xfrm>
            <a:off x="5560313" y="6561475"/>
            <a:ext cx="107137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s-ES" sz="1200" dirty="0">
                <a:solidFill>
                  <a:srgbClr val="008000"/>
                </a:solidFill>
                <a:latin typeface="Calibri" panose="020F0502020204030204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337454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sitting at a table&#10;&#10;Description automatically generated">
            <a:extLst>
              <a:ext uri="{FF2B5EF4-FFF2-40B4-BE49-F238E27FC236}">
                <a16:creationId xmlns:a16="http://schemas.microsoft.com/office/drawing/2014/main" id="{1F04F696-E43A-EBAD-44CC-EF04D18526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Placeholder 3">
            <a:extLst>
              <a:ext uri="{FF2B5EF4-FFF2-40B4-BE49-F238E27FC236}">
                <a16:creationId xmlns:a16="http://schemas.microsoft.com/office/drawing/2014/main" id="{A4B0BE04-B452-CED3-8F9F-5FA18387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7" y="177981"/>
            <a:ext cx="9666643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4" name="Conector recto 17">
            <a:extLst>
              <a:ext uri="{FF2B5EF4-FFF2-40B4-BE49-F238E27FC236}">
                <a16:creationId xmlns:a16="http://schemas.microsoft.com/office/drawing/2014/main" id="{F4717067-38EF-5AB6-8608-670C47A92CE9}"/>
              </a:ext>
            </a:extLst>
          </p:cNvPr>
          <p:cNvCxnSpPr>
            <a:cxnSpLocks/>
          </p:cNvCxnSpPr>
          <p:nvPr userDrawn="1"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E1A033F3-FDA4-1B9F-E3EB-0F5ECDDA6C6A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B29A6BDA-4070-0635-8608-4D6453CD73F0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E33DDCF7-1D9C-E522-D242-875E8E595AB2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260D621E-EFE4-B111-8309-8B351D73BD3E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CA6CDD72-D794-6C08-9348-590AD05E5221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BFA65732-FBC6-29D4-EEB8-DE850B8F20BA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AAE714FF-A45D-9FA7-4E45-EEB487633D5B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E5A5477D-BA1C-CED2-24BD-396EC69D3A75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F79AC6B8-30AF-638C-DD3F-25ED74F9E248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EB0CDD5B-7A1D-AFAD-B031-76A2D7D5D28F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0BB388D3-2B52-B81C-1EF0-801796B9FD60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DC2EA276-4E43-4CFB-B2BB-14BC4D291A3F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8CC86EED-EBAB-BF55-A171-4368ABC2F554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5F72C7A8-4D0C-0516-E446-E794B13783D2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4F8811AA-DADB-A67F-D0C4-BE73A827D918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solidFill>
              <a:srgbClr val="FF9C1A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13FFAAEE-F341-4A8E-778C-7A9FF94E8FB6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solidFill>
              <a:srgbClr val="0DA9FF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FB84EDEA-8DA3-F3CF-5090-18D959656D29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CB247B1-7E5D-C1F8-239E-A92894FC4171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‹#›</a:t>
            </a:fld>
            <a:endParaRPr lang="en-US" sz="900" dirty="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24" name="MSIPCMContentMarking" descr="{&quot;HashCode&quot;:1231056682,&quot;Placement&quot;:&quot;Footer&quot;,&quot;Top&quot;:516.65155,&quot;Left&quot;:437.819916,&quot;SlideWidth&quot;:960,&quot;SlideHeight&quot;:540}">
            <a:extLst>
              <a:ext uri="{FF2B5EF4-FFF2-40B4-BE49-F238E27FC236}">
                <a16:creationId xmlns:a16="http://schemas.microsoft.com/office/drawing/2014/main" id="{729649AF-44E8-8E35-8556-2A2CB23F06A2}"/>
              </a:ext>
            </a:extLst>
          </p:cNvPr>
          <p:cNvSpPr txBox="1"/>
          <p:nvPr userDrawn="1"/>
        </p:nvSpPr>
        <p:spPr>
          <a:xfrm>
            <a:off x="5560313" y="6561475"/>
            <a:ext cx="107137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s-ES" sz="1200" dirty="0">
                <a:solidFill>
                  <a:schemeClr val="bg1"/>
                </a:solidFill>
                <a:latin typeface="Calibri" panose="020F0502020204030204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2347856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338CFA70-84C9-344E-0E44-D9526415C0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Placeholder 3">
            <a:extLst>
              <a:ext uri="{FF2B5EF4-FFF2-40B4-BE49-F238E27FC236}">
                <a16:creationId xmlns:a16="http://schemas.microsoft.com/office/drawing/2014/main" id="{A4B0BE04-B452-CED3-8F9F-5FA18387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7" y="177981"/>
            <a:ext cx="9666643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4" name="Conector recto 17">
            <a:extLst>
              <a:ext uri="{FF2B5EF4-FFF2-40B4-BE49-F238E27FC236}">
                <a16:creationId xmlns:a16="http://schemas.microsoft.com/office/drawing/2014/main" id="{F4717067-38EF-5AB6-8608-670C47A92CE9}"/>
              </a:ext>
            </a:extLst>
          </p:cNvPr>
          <p:cNvCxnSpPr>
            <a:cxnSpLocks/>
          </p:cNvCxnSpPr>
          <p:nvPr userDrawn="1"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E1A033F3-FDA4-1B9F-E3EB-0F5ECDDA6C6A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B29A6BDA-4070-0635-8608-4D6453CD73F0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E33DDCF7-1D9C-E522-D242-875E8E595AB2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260D621E-EFE4-B111-8309-8B351D73BD3E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CA6CDD72-D794-6C08-9348-590AD05E5221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BFA65732-FBC6-29D4-EEB8-DE850B8F20BA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AAE714FF-A45D-9FA7-4E45-EEB487633D5B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E5A5477D-BA1C-CED2-24BD-396EC69D3A75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F79AC6B8-30AF-638C-DD3F-25ED74F9E248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EB0CDD5B-7A1D-AFAD-B031-76A2D7D5D28F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0BB388D3-2B52-B81C-1EF0-801796B9FD60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DC2EA276-4E43-4CFB-B2BB-14BC4D291A3F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8CC86EED-EBAB-BF55-A171-4368ABC2F554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5F72C7A8-4D0C-0516-E446-E794B13783D2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4F8811AA-DADB-A67F-D0C4-BE73A827D918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solidFill>
              <a:srgbClr val="FF9C1A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13FFAAEE-F341-4A8E-778C-7A9FF94E8FB6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solidFill>
              <a:srgbClr val="0DA9FF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FB84EDEA-8DA3-F3CF-5090-18D959656D29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  <p:sp>
        <p:nvSpPr>
          <p:cNvPr id="24" name="MSIPCMContentMarking" descr="{&quot;HashCode&quot;:1231056682,&quot;Placement&quot;:&quot;Footer&quot;,&quot;Top&quot;:516.65155,&quot;Left&quot;:437.819916,&quot;SlideWidth&quot;:960,&quot;SlideHeight&quot;:540}">
            <a:extLst>
              <a:ext uri="{FF2B5EF4-FFF2-40B4-BE49-F238E27FC236}">
                <a16:creationId xmlns:a16="http://schemas.microsoft.com/office/drawing/2014/main" id="{729649AF-44E8-8E35-8556-2A2CB23F06A2}"/>
              </a:ext>
            </a:extLst>
          </p:cNvPr>
          <p:cNvSpPr txBox="1"/>
          <p:nvPr userDrawn="1"/>
        </p:nvSpPr>
        <p:spPr>
          <a:xfrm>
            <a:off x="5560313" y="6561475"/>
            <a:ext cx="107137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s-ES" sz="1200" dirty="0">
                <a:solidFill>
                  <a:schemeClr val="bg1"/>
                </a:solidFill>
                <a:latin typeface="Calibri" panose="020F0502020204030204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Internal Use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637F99-60CE-C2C1-3FFB-47A6903F7078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454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person standing next to a person&#10;&#10;Description automatically generated">
            <a:extLst>
              <a:ext uri="{FF2B5EF4-FFF2-40B4-BE49-F238E27FC236}">
                <a16:creationId xmlns:a16="http://schemas.microsoft.com/office/drawing/2014/main" id="{B0CD0ADC-2596-4D67-A80B-8E87A888AA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Placeholder 3">
            <a:extLst>
              <a:ext uri="{FF2B5EF4-FFF2-40B4-BE49-F238E27FC236}">
                <a16:creationId xmlns:a16="http://schemas.microsoft.com/office/drawing/2014/main" id="{A4B0BE04-B452-CED3-8F9F-5FA18387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7" y="177981"/>
            <a:ext cx="9666643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4" name="Conector recto 17">
            <a:extLst>
              <a:ext uri="{FF2B5EF4-FFF2-40B4-BE49-F238E27FC236}">
                <a16:creationId xmlns:a16="http://schemas.microsoft.com/office/drawing/2014/main" id="{F4717067-38EF-5AB6-8608-670C47A92CE9}"/>
              </a:ext>
            </a:extLst>
          </p:cNvPr>
          <p:cNvCxnSpPr>
            <a:cxnSpLocks/>
          </p:cNvCxnSpPr>
          <p:nvPr userDrawn="1"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E1A033F3-FDA4-1B9F-E3EB-0F5ECDDA6C6A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B29A6BDA-4070-0635-8608-4D6453CD73F0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E33DDCF7-1D9C-E522-D242-875E8E595AB2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260D621E-EFE4-B111-8309-8B351D73BD3E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CA6CDD72-D794-6C08-9348-590AD05E5221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BFA65732-FBC6-29D4-EEB8-DE850B8F20BA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AAE714FF-A45D-9FA7-4E45-EEB487633D5B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E5A5477D-BA1C-CED2-24BD-396EC69D3A75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F79AC6B8-30AF-638C-DD3F-25ED74F9E248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EB0CDD5B-7A1D-AFAD-B031-76A2D7D5D28F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0BB388D3-2B52-B81C-1EF0-801796B9FD60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DC2EA276-4E43-4CFB-B2BB-14BC4D291A3F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8CC86EED-EBAB-BF55-A171-4368ABC2F554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5F72C7A8-4D0C-0516-E446-E794B13783D2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4F8811AA-DADB-A67F-D0C4-BE73A827D918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solidFill>
              <a:srgbClr val="FF9C1A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13FFAAEE-F341-4A8E-778C-7A9FF94E8FB6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solidFill>
              <a:srgbClr val="0DA9FF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FB84EDEA-8DA3-F3CF-5090-18D959656D29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  <p:sp>
        <p:nvSpPr>
          <p:cNvPr id="24" name="MSIPCMContentMarking" descr="{&quot;HashCode&quot;:1231056682,&quot;Placement&quot;:&quot;Footer&quot;,&quot;Top&quot;:516.65155,&quot;Left&quot;:437.819916,&quot;SlideWidth&quot;:960,&quot;SlideHeight&quot;:540}">
            <a:extLst>
              <a:ext uri="{FF2B5EF4-FFF2-40B4-BE49-F238E27FC236}">
                <a16:creationId xmlns:a16="http://schemas.microsoft.com/office/drawing/2014/main" id="{729649AF-44E8-8E35-8556-2A2CB23F06A2}"/>
              </a:ext>
            </a:extLst>
          </p:cNvPr>
          <p:cNvSpPr txBox="1"/>
          <p:nvPr userDrawn="1"/>
        </p:nvSpPr>
        <p:spPr>
          <a:xfrm>
            <a:off x="5560313" y="6561475"/>
            <a:ext cx="107137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s-ES" sz="1200" dirty="0">
                <a:solidFill>
                  <a:schemeClr val="bg1"/>
                </a:solidFill>
                <a:latin typeface="Calibri" panose="020F0502020204030204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Internal Use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637F99-60CE-C2C1-3FFB-47A6903F7078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793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6C930B-6D68-CE32-C8C3-D2DBAE6260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1137600"/>
            <a:ext cx="3006000" cy="5173200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D4AB3612-54C6-B940-1741-814CFD8D57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800" y="1137600"/>
            <a:ext cx="3006000" cy="5173200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4F073CB-A76A-70CA-0AD1-B67EDF2E46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65200" y="1137600"/>
            <a:ext cx="3006000" cy="5173200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Placeholder 3">
            <a:extLst>
              <a:ext uri="{FF2B5EF4-FFF2-40B4-BE49-F238E27FC236}">
                <a16:creationId xmlns:a16="http://schemas.microsoft.com/office/drawing/2014/main" id="{C7838D39-8823-4468-258B-1B0C5CFC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7" y="177981"/>
            <a:ext cx="9666643" cy="6079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7" name="Conector recto 17">
            <a:extLst>
              <a:ext uri="{FF2B5EF4-FFF2-40B4-BE49-F238E27FC236}">
                <a16:creationId xmlns:a16="http://schemas.microsoft.com/office/drawing/2014/main" id="{B32C2DFC-BA80-82DF-DDCE-E1FB8B7F2737}"/>
              </a:ext>
            </a:extLst>
          </p:cNvPr>
          <p:cNvCxnSpPr>
            <a:cxnSpLocks/>
          </p:cNvCxnSpPr>
          <p:nvPr userDrawn="1"/>
        </p:nvCxnSpPr>
        <p:spPr>
          <a:xfrm>
            <a:off x="405372" y="789690"/>
            <a:ext cx="1138022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o 7">
            <a:extLst>
              <a:ext uri="{FF2B5EF4-FFF2-40B4-BE49-F238E27FC236}">
                <a16:creationId xmlns:a16="http://schemas.microsoft.com/office/drawing/2014/main" id="{EE6DB3EA-DDCB-D677-E3D4-66C3C6C553E5}"/>
              </a:ext>
            </a:extLst>
          </p:cNvPr>
          <p:cNvGrpSpPr/>
          <p:nvPr userDrawn="1"/>
        </p:nvGrpSpPr>
        <p:grpSpPr>
          <a:xfrm>
            <a:off x="10242042" y="390759"/>
            <a:ext cx="1541628" cy="262784"/>
            <a:chOff x="858380" y="3171155"/>
            <a:chExt cx="4884170" cy="832550"/>
          </a:xfrm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0C42C72C-12F3-8CFE-5256-8428D8613FEB}"/>
                </a:ext>
              </a:extLst>
            </p:cNvPr>
            <p:cNvSpPr/>
            <p:nvPr/>
          </p:nvSpPr>
          <p:spPr>
            <a:xfrm>
              <a:off x="1915669" y="3359536"/>
              <a:ext cx="348035" cy="455921"/>
            </a:xfrm>
            <a:custGeom>
              <a:avLst/>
              <a:gdLst>
                <a:gd name="connsiteX0" fmla="*/ 289273 w 348035"/>
                <a:gd name="connsiteY0" fmla="*/ 231495 h 455921"/>
                <a:gd name="connsiteX1" fmla="*/ 215038 w 348035"/>
                <a:gd name="connsiteY1" fmla="*/ 201494 h 455921"/>
                <a:gd name="connsiteX2" fmla="*/ 160737 w 348035"/>
                <a:gd name="connsiteY2" fmla="*/ 186961 h 455921"/>
                <a:gd name="connsiteX3" fmla="*/ 102602 w 348035"/>
                <a:gd name="connsiteY3" fmla="*/ 162027 h 455921"/>
                <a:gd name="connsiteX4" fmla="*/ 82402 w 348035"/>
                <a:gd name="connsiteY4" fmla="*/ 119393 h 455921"/>
                <a:gd name="connsiteX5" fmla="*/ 107369 w 348035"/>
                <a:gd name="connsiteY5" fmla="*/ 75825 h 455921"/>
                <a:gd name="connsiteX6" fmla="*/ 174037 w 348035"/>
                <a:gd name="connsiteY6" fmla="*/ 59391 h 455921"/>
                <a:gd name="connsiteX7" fmla="*/ 242538 w 348035"/>
                <a:gd name="connsiteY7" fmla="*/ 77392 h 455921"/>
                <a:gd name="connsiteX8" fmla="*/ 282539 w 348035"/>
                <a:gd name="connsiteY8" fmla="*/ 133293 h 455921"/>
                <a:gd name="connsiteX9" fmla="*/ 340007 w 348035"/>
                <a:gd name="connsiteY9" fmla="*/ 111826 h 455921"/>
                <a:gd name="connsiteX10" fmla="*/ 305906 w 348035"/>
                <a:gd name="connsiteY10" fmla="*/ 50225 h 455921"/>
                <a:gd name="connsiteX11" fmla="*/ 249239 w 348035"/>
                <a:gd name="connsiteY11" fmla="*/ 12990 h 455921"/>
                <a:gd name="connsiteX12" fmla="*/ 173137 w 348035"/>
                <a:gd name="connsiteY12" fmla="*/ 23 h 455921"/>
                <a:gd name="connsiteX13" fmla="*/ 90069 w 348035"/>
                <a:gd name="connsiteY13" fmla="*/ 15824 h 455921"/>
                <a:gd name="connsiteX14" fmla="*/ 34501 w 348035"/>
                <a:gd name="connsiteY14" fmla="*/ 59725 h 455921"/>
                <a:gd name="connsiteX15" fmla="*/ 14500 w 348035"/>
                <a:gd name="connsiteY15" fmla="*/ 124459 h 455921"/>
                <a:gd name="connsiteX16" fmla="*/ 66901 w 348035"/>
                <a:gd name="connsiteY16" fmla="*/ 219828 h 455921"/>
                <a:gd name="connsiteX17" fmla="*/ 131836 w 348035"/>
                <a:gd name="connsiteY17" fmla="*/ 247495 h 455921"/>
                <a:gd name="connsiteX18" fmla="*/ 186171 w 348035"/>
                <a:gd name="connsiteY18" fmla="*/ 261996 h 455921"/>
                <a:gd name="connsiteX19" fmla="*/ 241105 w 348035"/>
                <a:gd name="connsiteY19" fmla="*/ 280963 h 455921"/>
                <a:gd name="connsiteX20" fmla="*/ 271739 w 348035"/>
                <a:gd name="connsiteY20" fmla="*/ 303997 h 455921"/>
                <a:gd name="connsiteX21" fmla="*/ 281539 w 348035"/>
                <a:gd name="connsiteY21" fmla="*/ 333997 h 455921"/>
                <a:gd name="connsiteX22" fmla="*/ 253739 w 348035"/>
                <a:gd name="connsiteY22" fmla="*/ 379498 h 455921"/>
                <a:gd name="connsiteX23" fmla="*/ 179204 w 348035"/>
                <a:gd name="connsiteY23" fmla="*/ 396532 h 455921"/>
                <a:gd name="connsiteX24" fmla="*/ 100569 w 348035"/>
                <a:gd name="connsiteY24" fmla="*/ 372865 h 455921"/>
                <a:gd name="connsiteX25" fmla="*/ 56668 w 348035"/>
                <a:gd name="connsiteY25" fmla="*/ 311897 h 455921"/>
                <a:gd name="connsiteX26" fmla="*/ 0 w 348035"/>
                <a:gd name="connsiteY26" fmla="*/ 335897 h 455921"/>
                <a:gd name="connsiteX27" fmla="*/ 36934 w 348035"/>
                <a:gd name="connsiteY27" fmla="*/ 399699 h 455921"/>
                <a:gd name="connsiteX28" fmla="*/ 98202 w 348035"/>
                <a:gd name="connsiteY28" fmla="*/ 441366 h 455921"/>
                <a:gd name="connsiteX29" fmla="*/ 179370 w 348035"/>
                <a:gd name="connsiteY29" fmla="*/ 455900 h 455921"/>
                <a:gd name="connsiteX30" fmla="*/ 269072 w 348035"/>
                <a:gd name="connsiteY30" fmla="*/ 439799 h 455921"/>
                <a:gd name="connsiteX31" fmla="*/ 327507 w 348035"/>
                <a:gd name="connsiteY31" fmla="*/ 395265 h 455921"/>
                <a:gd name="connsiteX32" fmla="*/ 348007 w 348035"/>
                <a:gd name="connsiteY32" fmla="*/ 328330 h 455921"/>
                <a:gd name="connsiteX33" fmla="*/ 333474 w 348035"/>
                <a:gd name="connsiteY33" fmla="*/ 273363 h 455921"/>
                <a:gd name="connsiteX34" fmla="*/ 289273 w 348035"/>
                <a:gd name="connsiteY34" fmla="*/ 231495 h 4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8035" h="455921">
                  <a:moveTo>
                    <a:pt x="289273" y="231495"/>
                  </a:moveTo>
                  <a:cubicBezTo>
                    <a:pt x="269672" y="219495"/>
                    <a:pt x="244928" y="209495"/>
                    <a:pt x="215038" y="201494"/>
                  </a:cubicBezTo>
                  <a:lnTo>
                    <a:pt x="160737" y="186961"/>
                  </a:lnTo>
                  <a:cubicBezTo>
                    <a:pt x="135469" y="179827"/>
                    <a:pt x="116092" y="171517"/>
                    <a:pt x="102602" y="162027"/>
                  </a:cubicBezTo>
                  <a:cubicBezTo>
                    <a:pt x="89112" y="152537"/>
                    <a:pt x="82378" y="138326"/>
                    <a:pt x="82402" y="119393"/>
                  </a:cubicBezTo>
                  <a:cubicBezTo>
                    <a:pt x="82402" y="101282"/>
                    <a:pt x="90725" y="86759"/>
                    <a:pt x="107369" y="75825"/>
                  </a:cubicBezTo>
                  <a:cubicBezTo>
                    <a:pt x="124013" y="64892"/>
                    <a:pt x="146236" y="59415"/>
                    <a:pt x="174037" y="59391"/>
                  </a:cubicBezTo>
                  <a:cubicBezTo>
                    <a:pt x="200548" y="59391"/>
                    <a:pt x="223381" y="65392"/>
                    <a:pt x="242538" y="77392"/>
                  </a:cubicBezTo>
                  <a:cubicBezTo>
                    <a:pt x="261696" y="89392"/>
                    <a:pt x="275029" y="108026"/>
                    <a:pt x="282539" y="133293"/>
                  </a:cubicBezTo>
                  <a:lnTo>
                    <a:pt x="340007" y="111826"/>
                  </a:lnTo>
                  <a:cubicBezTo>
                    <a:pt x="333510" y="88952"/>
                    <a:pt x="321843" y="67875"/>
                    <a:pt x="305906" y="50225"/>
                  </a:cubicBezTo>
                  <a:cubicBezTo>
                    <a:pt x="290129" y="33624"/>
                    <a:pt x="270739" y="20884"/>
                    <a:pt x="249239" y="12990"/>
                  </a:cubicBezTo>
                  <a:cubicBezTo>
                    <a:pt x="224881" y="4034"/>
                    <a:pt x="199084" y="-363"/>
                    <a:pt x="173137" y="23"/>
                  </a:cubicBezTo>
                  <a:cubicBezTo>
                    <a:pt x="141536" y="23"/>
                    <a:pt x="113846" y="5290"/>
                    <a:pt x="90069" y="15824"/>
                  </a:cubicBezTo>
                  <a:cubicBezTo>
                    <a:pt x="67871" y="25087"/>
                    <a:pt x="48651" y="40274"/>
                    <a:pt x="34501" y="59725"/>
                  </a:cubicBezTo>
                  <a:cubicBezTo>
                    <a:pt x="21137" y="78635"/>
                    <a:pt x="14134" y="101306"/>
                    <a:pt x="14500" y="124459"/>
                  </a:cubicBezTo>
                  <a:cubicBezTo>
                    <a:pt x="13357" y="163404"/>
                    <a:pt x="33414" y="199911"/>
                    <a:pt x="66901" y="219828"/>
                  </a:cubicBezTo>
                  <a:cubicBezTo>
                    <a:pt x="87065" y="232202"/>
                    <a:pt x="108946" y="241522"/>
                    <a:pt x="131836" y="247495"/>
                  </a:cubicBezTo>
                  <a:lnTo>
                    <a:pt x="186171" y="261996"/>
                  </a:lnTo>
                  <a:cubicBezTo>
                    <a:pt x="205044" y="266549"/>
                    <a:pt x="223441" y="272903"/>
                    <a:pt x="241105" y="280963"/>
                  </a:cubicBezTo>
                  <a:cubicBezTo>
                    <a:pt x="252972" y="286150"/>
                    <a:pt x="263462" y="294036"/>
                    <a:pt x="271739" y="303997"/>
                  </a:cubicBezTo>
                  <a:cubicBezTo>
                    <a:pt x="278269" y="312620"/>
                    <a:pt x="281723" y="323184"/>
                    <a:pt x="281539" y="333997"/>
                  </a:cubicBezTo>
                  <a:cubicBezTo>
                    <a:pt x="281539" y="352954"/>
                    <a:pt x="272272" y="368121"/>
                    <a:pt x="253739" y="379498"/>
                  </a:cubicBezTo>
                  <a:cubicBezTo>
                    <a:pt x="235205" y="390875"/>
                    <a:pt x="210361" y="396555"/>
                    <a:pt x="179204" y="396532"/>
                  </a:cubicBezTo>
                  <a:cubicBezTo>
                    <a:pt x="147626" y="396532"/>
                    <a:pt x="121412" y="388642"/>
                    <a:pt x="100569" y="372865"/>
                  </a:cubicBezTo>
                  <a:cubicBezTo>
                    <a:pt x="80048" y="357508"/>
                    <a:pt x="64725" y="336231"/>
                    <a:pt x="56668" y="311897"/>
                  </a:cubicBezTo>
                  <a:lnTo>
                    <a:pt x="0" y="335897"/>
                  </a:lnTo>
                  <a:cubicBezTo>
                    <a:pt x="7560" y="359581"/>
                    <a:pt x="20160" y="381348"/>
                    <a:pt x="36934" y="399699"/>
                  </a:cubicBezTo>
                  <a:cubicBezTo>
                    <a:pt x="53934" y="418052"/>
                    <a:pt x="74885" y="432299"/>
                    <a:pt x="98202" y="441366"/>
                  </a:cubicBezTo>
                  <a:cubicBezTo>
                    <a:pt x="124079" y="451363"/>
                    <a:pt x="151633" y="456297"/>
                    <a:pt x="179370" y="455900"/>
                  </a:cubicBezTo>
                  <a:cubicBezTo>
                    <a:pt x="213904" y="455900"/>
                    <a:pt x="243805" y="450533"/>
                    <a:pt x="269072" y="439799"/>
                  </a:cubicBezTo>
                  <a:cubicBezTo>
                    <a:pt x="294340" y="429066"/>
                    <a:pt x="313817" y="414222"/>
                    <a:pt x="327507" y="395265"/>
                  </a:cubicBezTo>
                  <a:cubicBezTo>
                    <a:pt x="341357" y="375738"/>
                    <a:pt x="348547" y="352264"/>
                    <a:pt x="348007" y="328330"/>
                  </a:cubicBezTo>
                  <a:cubicBezTo>
                    <a:pt x="348367" y="309013"/>
                    <a:pt x="343334" y="289980"/>
                    <a:pt x="333474" y="273363"/>
                  </a:cubicBezTo>
                  <a:cubicBezTo>
                    <a:pt x="322330" y="256049"/>
                    <a:pt x="307166" y="241685"/>
                    <a:pt x="289273" y="231495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FE59031B-D06D-F51C-717D-6DD402816213}"/>
                </a:ext>
              </a:extLst>
            </p:cNvPr>
            <p:cNvSpPr/>
            <p:nvPr/>
          </p:nvSpPr>
          <p:spPr>
            <a:xfrm>
              <a:off x="2287261" y="3481452"/>
              <a:ext cx="304555" cy="333403"/>
            </a:xfrm>
            <a:custGeom>
              <a:avLst/>
              <a:gdLst>
                <a:gd name="connsiteX0" fmla="*/ 91585 w 304555"/>
                <a:gd name="connsiteY0" fmla="*/ 84011 h 333403"/>
                <a:gd name="connsiteX1" fmla="*/ 122219 w 304555"/>
                <a:gd name="connsiteY1" fmla="*/ 62844 h 333403"/>
                <a:gd name="connsiteX2" fmla="*/ 158553 w 304555"/>
                <a:gd name="connsiteY2" fmla="*/ 55577 h 333403"/>
                <a:gd name="connsiteX3" fmla="*/ 213587 w 304555"/>
                <a:gd name="connsiteY3" fmla="*/ 70444 h 333403"/>
                <a:gd name="connsiteX4" fmla="*/ 251488 w 304555"/>
                <a:gd name="connsiteY4" fmla="*/ 121278 h 333403"/>
                <a:gd name="connsiteX5" fmla="*/ 304556 w 304555"/>
                <a:gd name="connsiteY5" fmla="*/ 96011 h 333403"/>
                <a:gd name="connsiteX6" fmla="*/ 268855 w 304555"/>
                <a:gd name="connsiteY6" fmla="*/ 40110 h 333403"/>
                <a:gd name="connsiteX7" fmla="*/ 217687 w 304555"/>
                <a:gd name="connsiteY7" fmla="*/ 9476 h 333403"/>
                <a:gd name="connsiteX8" fmla="*/ 158653 w 304555"/>
                <a:gd name="connsiteY8" fmla="*/ 9 h 333403"/>
                <a:gd name="connsiteX9" fmla="*/ 95785 w 304555"/>
                <a:gd name="connsiteY9" fmla="*/ 12009 h 333403"/>
                <a:gd name="connsiteX10" fmla="*/ 45284 w 304555"/>
                <a:gd name="connsiteY10" fmla="*/ 46110 h 333403"/>
                <a:gd name="connsiteX11" fmla="*/ 11683 w 304555"/>
                <a:gd name="connsiteY11" fmla="*/ 98911 h 333403"/>
                <a:gd name="connsiteX12" fmla="*/ 16 w 304555"/>
                <a:gd name="connsiteY12" fmla="*/ 166813 h 333403"/>
                <a:gd name="connsiteX13" fmla="*/ 20550 w 304555"/>
                <a:gd name="connsiteY13" fmla="*/ 253681 h 333403"/>
                <a:gd name="connsiteX14" fmla="*/ 76918 w 304555"/>
                <a:gd name="connsiteY14" fmla="*/ 312249 h 333403"/>
                <a:gd name="connsiteX15" fmla="*/ 158420 w 304555"/>
                <a:gd name="connsiteY15" fmla="*/ 333383 h 333403"/>
                <a:gd name="connsiteX16" fmla="*/ 217454 w 304555"/>
                <a:gd name="connsiteY16" fmla="*/ 323916 h 333403"/>
                <a:gd name="connsiteX17" fmla="*/ 268622 w 304555"/>
                <a:gd name="connsiteY17" fmla="*/ 292982 h 333403"/>
                <a:gd name="connsiteX18" fmla="*/ 304323 w 304555"/>
                <a:gd name="connsiteY18" fmla="*/ 237381 h 333403"/>
                <a:gd name="connsiteX19" fmla="*/ 251388 w 304555"/>
                <a:gd name="connsiteY19" fmla="*/ 212247 h 333403"/>
                <a:gd name="connsiteX20" fmla="*/ 213487 w 304555"/>
                <a:gd name="connsiteY20" fmla="*/ 262781 h 333403"/>
                <a:gd name="connsiteX21" fmla="*/ 158553 w 304555"/>
                <a:gd name="connsiteY21" fmla="*/ 277948 h 333403"/>
                <a:gd name="connsiteX22" fmla="*/ 110852 w 304555"/>
                <a:gd name="connsiteY22" fmla="*/ 265315 h 333403"/>
                <a:gd name="connsiteX23" fmla="*/ 76118 w 304555"/>
                <a:gd name="connsiteY23" fmla="*/ 227747 h 333403"/>
                <a:gd name="connsiteX24" fmla="*/ 63184 w 304555"/>
                <a:gd name="connsiteY24" fmla="*/ 166779 h 333403"/>
                <a:gd name="connsiteX25" fmla="*/ 70751 w 304555"/>
                <a:gd name="connsiteY25" fmla="*/ 118778 h 333403"/>
                <a:gd name="connsiteX26" fmla="*/ 91585 w 304555"/>
                <a:gd name="connsiteY26" fmla="*/ 84011 h 33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4555" h="333403">
                  <a:moveTo>
                    <a:pt x="91585" y="84011"/>
                  </a:moveTo>
                  <a:cubicBezTo>
                    <a:pt x="100215" y="74904"/>
                    <a:pt x="110649" y="67694"/>
                    <a:pt x="122219" y="62844"/>
                  </a:cubicBezTo>
                  <a:cubicBezTo>
                    <a:pt x="133722" y="58017"/>
                    <a:pt x="146076" y="55547"/>
                    <a:pt x="158553" y="55577"/>
                  </a:cubicBezTo>
                  <a:cubicBezTo>
                    <a:pt x="177937" y="55217"/>
                    <a:pt x="197021" y="60374"/>
                    <a:pt x="213587" y="70444"/>
                  </a:cubicBezTo>
                  <a:cubicBezTo>
                    <a:pt x="229588" y="80354"/>
                    <a:pt x="242221" y="97301"/>
                    <a:pt x="251488" y="121278"/>
                  </a:cubicBezTo>
                  <a:lnTo>
                    <a:pt x="304556" y="96011"/>
                  </a:lnTo>
                  <a:cubicBezTo>
                    <a:pt x="297349" y="74764"/>
                    <a:pt x="285099" y="55584"/>
                    <a:pt x="268855" y="40110"/>
                  </a:cubicBezTo>
                  <a:cubicBezTo>
                    <a:pt x="254145" y="26410"/>
                    <a:pt x="236708" y="15973"/>
                    <a:pt x="217687" y="9476"/>
                  </a:cubicBezTo>
                  <a:cubicBezTo>
                    <a:pt x="198657" y="3126"/>
                    <a:pt x="178717" y="-74"/>
                    <a:pt x="158653" y="9"/>
                  </a:cubicBezTo>
                  <a:cubicBezTo>
                    <a:pt x="137106" y="-221"/>
                    <a:pt x="115732" y="3859"/>
                    <a:pt x="95785" y="12009"/>
                  </a:cubicBezTo>
                  <a:cubicBezTo>
                    <a:pt x="76831" y="19866"/>
                    <a:pt x="59654" y="31463"/>
                    <a:pt x="45284" y="46110"/>
                  </a:cubicBezTo>
                  <a:cubicBezTo>
                    <a:pt x="30513" y="61167"/>
                    <a:pt x="19067" y="79154"/>
                    <a:pt x="11683" y="98911"/>
                  </a:cubicBezTo>
                  <a:cubicBezTo>
                    <a:pt x="3666" y="120638"/>
                    <a:pt x="-287" y="143656"/>
                    <a:pt x="16" y="166813"/>
                  </a:cubicBezTo>
                  <a:cubicBezTo>
                    <a:pt x="16" y="199657"/>
                    <a:pt x="6860" y="228614"/>
                    <a:pt x="20550" y="253681"/>
                  </a:cubicBezTo>
                  <a:cubicBezTo>
                    <a:pt x="33607" y="278008"/>
                    <a:pt x="53107" y="298272"/>
                    <a:pt x="76918" y="312249"/>
                  </a:cubicBezTo>
                  <a:cubicBezTo>
                    <a:pt x="101672" y="326539"/>
                    <a:pt x="129839" y="333843"/>
                    <a:pt x="158420" y="333383"/>
                  </a:cubicBezTo>
                  <a:cubicBezTo>
                    <a:pt x="178483" y="333483"/>
                    <a:pt x="198427" y="330283"/>
                    <a:pt x="217454" y="323916"/>
                  </a:cubicBezTo>
                  <a:cubicBezTo>
                    <a:pt x="236534" y="317399"/>
                    <a:pt x="253985" y="306849"/>
                    <a:pt x="268622" y="292982"/>
                  </a:cubicBezTo>
                  <a:cubicBezTo>
                    <a:pt x="284729" y="277512"/>
                    <a:pt x="296959" y="258465"/>
                    <a:pt x="304323" y="237381"/>
                  </a:cubicBezTo>
                  <a:lnTo>
                    <a:pt x="251388" y="212247"/>
                  </a:lnTo>
                  <a:cubicBezTo>
                    <a:pt x="242121" y="235848"/>
                    <a:pt x="229488" y="252691"/>
                    <a:pt x="213487" y="262781"/>
                  </a:cubicBezTo>
                  <a:cubicBezTo>
                    <a:pt x="197017" y="273018"/>
                    <a:pt x="177943" y="278285"/>
                    <a:pt x="158553" y="277948"/>
                  </a:cubicBezTo>
                  <a:cubicBezTo>
                    <a:pt x="141806" y="278092"/>
                    <a:pt x="125332" y="273728"/>
                    <a:pt x="110852" y="265315"/>
                  </a:cubicBezTo>
                  <a:cubicBezTo>
                    <a:pt x="95885" y="256415"/>
                    <a:pt x="83818" y="243368"/>
                    <a:pt x="76118" y="227747"/>
                  </a:cubicBezTo>
                  <a:cubicBezTo>
                    <a:pt x="67494" y="211124"/>
                    <a:pt x="63184" y="190803"/>
                    <a:pt x="63184" y="166779"/>
                  </a:cubicBezTo>
                  <a:cubicBezTo>
                    <a:pt x="62884" y="150459"/>
                    <a:pt x="65444" y="134215"/>
                    <a:pt x="70751" y="118778"/>
                  </a:cubicBezTo>
                  <a:cubicBezTo>
                    <a:pt x="75191" y="105861"/>
                    <a:pt x="82288" y="94018"/>
                    <a:pt x="91585" y="84011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998ECD9E-6A2C-742C-A83D-EF0D6EC786F1}"/>
                </a:ext>
              </a:extLst>
            </p:cNvPr>
            <p:cNvSpPr/>
            <p:nvPr/>
          </p:nvSpPr>
          <p:spPr>
            <a:xfrm>
              <a:off x="2608072" y="3481431"/>
              <a:ext cx="325300" cy="334137"/>
            </a:xfrm>
            <a:custGeom>
              <a:avLst/>
              <a:gdLst>
                <a:gd name="connsiteX0" fmla="*/ 246283 w 325300"/>
                <a:gd name="connsiteY0" fmla="*/ 20865 h 334137"/>
                <a:gd name="connsiteX1" fmla="*/ 162281 w 325300"/>
                <a:gd name="connsiteY1" fmla="*/ 31 h 334137"/>
                <a:gd name="connsiteX2" fmla="*/ 97847 w 325300"/>
                <a:gd name="connsiteY2" fmla="*/ 12031 h 334137"/>
                <a:gd name="connsiteX3" fmla="*/ 46112 w 325300"/>
                <a:gd name="connsiteY3" fmla="*/ 46465 h 334137"/>
                <a:gd name="connsiteX4" fmla="*/ 12012 w 325300"/>
                <a:gd name="connsiteY4" fmla="*/ 99500 h 334137"/>
                <a:gd name="connsiteX5" fmla="*/ 11 w 325300"/>
                <a:gd name="connsiteY5" fmla="*/ 166768 h 334137"/>
                <a:gd name="connsiteX6" fmla="*/ 21179 w 325300"/>
                <a:gd name="connsiteY6" fmla="*/ 253936 h 334137"/>
                <a:gd name="connsiteX7" fmla="*/ 79280 w 325300"/>
                <a:gd name="connsiteY7" fmla="*/ 313004 h 334137"/>
                <a:gd name="connsiteX8" fmla="*/ 227383 w 325300"/>
                <a:gd name="connsiteY8" fmla="*/ 321838 h 334137"/>
                <a:gd name="connsiteX9" fmla="*/ 279184 w 325300"/>
                <a:gd name="connsiteY9" fmla="*/ 287404 h 334137"/>
                <a:gd name="connsiteX10" fmla="*/ 313285 w 325300"/>
                <a:gd name="connsiteY10" fmla="*/ 234669 h 334137"/>
                <a:gd name="connsiteX11" fmla="*/ 325285 w 325300"/>
                <a:gd name="connsiteY11" fmla="*/ 166768 h 334137"/>
                <a:gd name="connsiteX12" fmla="*/ 304151 w 325300"/>
                <a:gd name="connsiteY12" fmla="*/ 79299 h 334137"/>
                <a:gd name="connsiteX13" fmla="*/ 246283 w 325300"/>
                <a:gd name="connsiteY13" fmla="*/ 20865 h 334137"/>
                <a:gd name="connsiteX14" fmla="*/ 254484 w 325300"/>
                <a:gd name="connsiteY14" fmla="*/ 213502 h 334137"/>
                <a:gd name="connsiteX15" fmla="*/ 233650 w 325300"/>
                <a:gd name="connsiteY15" fmla="*/ 248569 h 334137"/>
                <a:gd name="connsiteX16" fmla="*/ 202082 w 325300"/>
                <a:gd name="connsiteY16" fmla="*/ 270337 h 334137"/>
                <a:gd name="connsiteX17" fmla="*/ 162281 w 325300"/>
                <a:gd name="connsiteY17" fmla="*/ 277937 h 334137"/>
                <a:gd name="connsiteX18" fmla="*/ 112047 w 325300"/>
                <a:gd name="connsiteY18" fmla="*/ 264603 h 334137"/>
                <a:gd name="connsiteX19" fmla="*/ 76680 w 325300"/>
                <a:gd name="connsiteY19" fmla="*/ 226402 h 334137"/>
                <a:gd name="connsiteX20" fmla="*/ 63746 w 325300"/>
                <a:gd name="connsiteY20" fmla="*/ 166701 h 334137"/>
                <a:gd name="connsiteX21" fmla="*/ 71013 w 325300"/>
                <a:gd name="connsiteY21" fmla="*/ 120033 h 334137"/>
                <a:gd name="connsiteX22" fmla="*/ 91547 w 325300"/>
                <a:gd name="connsiteY22" fmla="*/ 85299 h 334137"/>
                <a:gd name="connsiteX23" fmla="*/ 123114 w 325300"/>
                <a:gd name="connsiteY23" fmla="*/ 63499 h 334137"/>
                <a:gd name="connsiteX24" fmla="*/ 162281 w 325300"/>
                <a:gd name="connsiteY24" fmla="*/ 56232 h 334137"/>
                <a:gd name="connsiteX25" fmla="*/ 213749 w 325300"/>
                <a:gd name="connsiteY25" fmla="*/ 69566 h 334137"/>
                <a:gd name="connsiteX26" fmla="*/ 249117 w 325300"/>
                <a:gd name="connsiteY26" fmla="*/ 107466 h 334137"/>
                <a:gd name="connsiteX27" fmla="*/ 262050 w 325300"/>
                <a:gd name="connsiteY27" fmla="*/ 166834 h 334137"/>
                <a:gd name="connsiteX28" fmla="*/ 254484 w 325300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0" h="334137">
                  <a:moveTo>
                    <a:pt x="246283" y="20865"/>
                  </a:moveTo>
                  <a:cubicBezTo>
                    <a:pt x="220603" y="6654"/>
                    <a:pt x="191626" y="-533"/>
                    <a:pt x="162281" y="31"/>
                  </a:cubicBezTo>
                  <a:cubicBezTo>
                    <a:pt x="140228" y="-179"/>
                    <a:pt x="118344" y="3898"/>
                    <a:pt x="97847" y="12031"/>
                  </a:cubicBezTo>
                  <a:cubicBezTo>
                    <a:pt x="78406" y="19811"/>
                    <a:pt x="60793" y="31535"/>
                    <a:pt x="46112" y="46465"/>
                  </a:cubicBezTo>
                  <a:cubicBezTo>
                    <a:pt x="31239" y="61625"/>
                    <a:pt x="19632" y="79676"/>
                    <a:pt x="12012" y="99500"/>
                  </a:cubicBezTo>
                  <a:cubicBezTo>
                    <a:pt x="3825" y="120970"/>
                    <a:pt x="-245" y="143790"/>
                    <a:pt x="11" y="166768"/>
                  </a:cubicBezTo>
                  <a:cubicBezTo>
                    <a:pt x="11" y="199612"/>
                    <a:pt x="7068" y="228669"/>
                    <a:pt x="21179" y="253936"/>
                  </a:cubicBezTo>
                  <a:cubicBezTo>
                    <a:pt x="34712" y="278617"/>
                    <a:pt x="54826" y="299064"/>
                    <a:pt x="79280" y="313004"/>
                  </a:cubicBezTo>
                  <a:cubicBezTo>
                    <a:pt x="124921" y="337678"/>
                    <a:pt x="179135" y="340911"/>
                    <a:pt x="227383" y="321838"/>
                  </a:cubicBezTo>
                  <a:cubicBezTo>
                    <a:pt x="246767" y="313917"/>
                    <a:pt x="264380" y="302214"/>
                    <a:pt x="279184" y="287404"/>
                  </a:cubicBezTo>
                  <a:cubicBezTo>
                    <a:pt x="294101" y="272393"/>
                    <a:pt x="305715" y="254429"/>
                    <a:pt x="313285" y="234669"/>
                  </a:cubicBezTo>
                  <a:cubicBezTo>
                    <a:pt x="321512" y="212989"/>
                    <a:pt x="325582" y="189955"/>
                    <a:pt x="325285" y="166768"/>
                  </a:cubicBezTo>
                  <a:cubicBezTo>
                    <a:pt x="325285" y="133434"/>
                    <a:pt x="318242" y="104276"/>
                    <a:pt x="304151" y="79299"/>
                  </a:cubicBezTo>
                  <a:cubicBezTo>
                    <a:pt x="290611" y="54862"/>
                    <a:pt x="270587" y="34641"/>
                    <a:pt x="246283" y="20865"/>
                  </a:cubicBezTo>
                  <a:close/>
                  <a:moveTo>
                    <a:pt x="254484" y="213502"/>
                  </a:moveTo>
                  <a:cubicBezTo>
                    <a:pt x="249977" y="226479"/>
                    <a:pt x="242890" y="238406"/>
                    <a:pt x="233650" y="248569"/>
                  </a:cubicBezTo>
                  <a:cubicBezTo>
                    <a:pt x="224823" y="258020"/>
                    <a:pt x="214056" y="265446"/>
                    <a:pt x="202082" y="270337"/>
                  </a:cubicBezTo>
                  <a:cubicBezTo>
                    <a:pt x="189449" y="275480"/>
                    <a:pt x="175922" y="278063"/>
                    <a:pt x="162281" y="277937"/>
                  </a:cubicBezTo>
                  <a:cubicBezTo>
                    <a:pt x="144635" y="278147"/>
                    <a:pt x="127268" y="273537"/>
                    <a:pt x="112047" y="264603"/>
                  </a:cubicBezTo>
                  <a:cubicBezTo>
                    <a:pt x="96857" y="255503"/>
                    <a:pt x="84587" y="242246"/>
                    <a:pt x="76680" y="226402"/>
                  </a:cubicBezTo>
                  <a:cubicBezTo>
                    <a:pt x="68056" y="209779"/>
                    <a:pt x="63746" y="189878"/>
                    <a:pt x="63746" y="166701"/>
                  </a:cubicBezTo>
                  <a:cubicBezTo>
                    <a:pt x="63456" y="150841"/>
                    <a:pt x="65913" y="135054"/>
                    <a:pt x="71013" y="120033"/>
                  </a:cubicBezTo>
                  <a:cubicBezTo>
                    <a:pt x="75470" y="107200"/>
                    <a:pt x="82450" y="95389"/>
                    <a:pt x="91547" y="85299"/>
                  </a:cubicBezTo>
                  <a:cubicBezTo>
                    <a:pt x="100240" y="75689"/>
                    <a:pt x="111047" y="68226"/>
                    <a:pt x="123114" y="63499"/>
                  </a:cubicBezTo>
                  <a:cubicBezTo>
                    <a:pt x="135588" y="58609"/>
                    <a:pt x="148881" y="56142"/>
                    <a:pt x="162281" y="56232"/>
                  </a:cubicBezTo>
                  <a:cubicBezTo>
                    <a:pt x="180329" y="55915"/>
                    <a:pt x="198122" y="60525"/>
                    <a:pt x="213749" y="69566"/>
                  </a:cubicBezTo>
                  <a:cubicBezTo>
                    <a:pt x="228880" y="78606"/>
                    <a:pt x="241143" y="91746"/>
                    <a:pt x="249117" y="107466"/>
                  </a:cubicBezTo>
                  <a:cubicBezTo>
                    <a:pt x="257760" y="123910"/>
                    <a:pt x="262074" y="143700"/>
                    <a:pt x="262050" y="166834"/>
                  </a:cubicBezTo>
                  <a:cubicBezTo>
                    <a:pt x="262277" y="182715"/>
                    <a:pt x="259717" y="198508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1797DF34-335A-9505-4202-4502F9F4183C}"/>
                </a:ext>
              </a:extLst>
            </p:cNvPr>
            <p:cNvSpPr/>
            <p:nvPr/>
          </p:nvSpPr>
          <p:spPr>
            <a:xfrm>
              <a:off x="2932391" y="3382293"/>
              <a:ext cx="389074" cy="426609"/>
            </a:xfrm>
            <a:custGeom>
              <a:avLst/>
              <a:gdLst>
                <a:gd name="connsiteX0" fmla="*/ 315140 w 389074"/>
                <a:gd name="connsiteY0" fmla="*/ 0 h 426609"/>
                <a:gd name="connsiteX1" fmla="*/ 252639 w 389074"/>
                <a:gd name="connsiteY1" fmla="*/ 38067 h 426609"/>
                <a:gd name="connsiteX2" fmla="*/ 252639 w 389074"/>
                <a:gd name="connsiteY2" fmla="*/ 105636 h 426609"/>
                <a:gd name="connsiteX3" fmla="*/ 121803 w 389074"/>
                <a:gd name="connsiteY3" fmla="*/ 105636 h 426609"/>
                <a:gd name="connsiteX4" fmla="*/ 121803 w 389074"/>
                <a:gd name="connsiteY4" fmla="*/ 0 h 426609"/>
                <a:gd name="connsiteX5" fmla="*/ 59368 w 389074"/>
                <a:gd name="connsiteY5" fmla="*/ 38067 h 426609"/>
                <a:gd name="connsiteX6" fmla="*/ 59368 w 389074"/>
                <a:gd name="connsiteY6" fmla="*/ 105636 h 426609"/>
                <a:gd name="connsiteX7" fmla="*/ 0 w 389074"/>
                <a:gd name="connsiteY7" fmla="*/ 105636 h 426609"/>
                <a:gd name="connsiteX8" fmla="*/ 0 w 389074"/>
                <a:gd name="connsiteY8" fmla="*/ 157437 h 426609"/>
                <a:gd name="connsiteX9" fmla="*/ 59368 w 389074"/>
                <a:gd name="connsiteY9" fmla="*/ 157437 h 426609"/>
                <a:gd name="connsiteX10" fmla="*/ 59368 w 389074"/>
                <a:gd name="connsiteY10" fmla="*/ 327440 h 426609"/>
                <a:gd name="connsiteX11" fmla="*/ 70435 w 389074"/>
                <a:gd name="connsiteY11" fmla="*/ 379241 h 426609"/>
                <a:gd name="connsiteX12" fmla="*/ 102969 w 389074"/>
                <a:gd name="connsiteY12" fmla="*/ 414275 h 426609"/>
                <a:gd name="connsiteX13" fmla="*/ 156003 w 389074"/>
                <a:gd name="connsiteY13" fmla="*/ 426609 h 426609"/>
                <a:gd name="connsiteX14" fmla="*/ 195804 w 389074"/>
                <a:gd name="connsiteY14" fmla="*/ 426609 h 426609"/>
                <a:gd name="connsiteX15" fmla="*/ 195804 w 389074"/>
                <a:gd name="connsiteY15" fmla="*/ 372275 h 426609"/>
                <a:gd name="connsiteX16" fmla="*/ 162970 w 389074"/>
                <a:gd name="connsiteY16" fmla="*/ 372275 h 426609"/>
                <a:gd name="connsiteX17" fmla="*/ 131703 w 389074"/>
                <a:gd name="connsiteY17" fmla="*/ 359641 h 426609"/>
                <a:gd name="connsiteX18" fmla="*/ 121903 w 389074"/>
                <a:gd name="connsiteY18" fmla="*/ 322974 h 426609"/>
                <a:gd name="connsiteX19" fmla="*/ 121903 w 389074"/>
                <a:gd name="connsiteY19" fmla="*/ 157270 h 426609"/>
                <a:gd name="connsiteX20" fmla="*/ 252639 w 389074"/>
                <a:gd name="connsiteY20" fmla="*/ 157270 h 426609"/>
                <a:gd name="connsiteX21" fmla="*/ 252639 w 389074"/>
                <a:gd name="connsiteY21" fmla="*/ 327274 h 426609"/>
                <a:gd name="connsiteX22" fmla="*/ 263706 w 389074"/>
                <a:gd name="connsiteY22" fmla="*/ 379075 h 426609"/>
                <a:gd name="connsiteX23" fmla="*/ 296240 w 389074"/>
                <a:gd name="connsiteY23" fmla="*/ 414109 h 426609"/>
                <a:gd name="connsiteX24" fmla="*/ 349274 w 389074"/>
                <a:gd name="connsiteY24" fmla="*/ 426442 h 426609"/>
                <a:gd name="connsiteX25" fmla="*/ 389075 w 389074"/>
                <a:gd name="connsiteY25" fmla="*/ 426442 h 426609"/>
                <a:gd name="connsiteX26" fmla="*/ 389075 w 389074"/>
                <a:gd name="connsiteY26" fmla="*/ 372108 h 426609"/>
                <a:gd name="connsiteX27" fmla="*/ 356241 w 389074"/>
                <a:gd name="connsiteY27" fmla="*/ 372108 h 426609"/>
                <a:gd name="connsiteX28" fmla="*/ 324974 w 389074"/>
                <a:gd name="connsiteY28" fmla="*/ 359474 h 426609"/>
                <a:gd name="connsiteX29" fmla="*/ 315173 w 389074"/>
                <a:gd name="connsiteY29" fmla="*/ 322807 h 426609"/>
                <a:gd name="connsiteX30" fmla="*/ 315173 w 389074"/>
                <a:gd name="connsiteY30" fmla="*/ 157270 h 426609"/>
                <a:gd name="connsiteX31" fmla="*/ 389075 w 389074"/>
                <a:gd name="connsiteY31" fmla="*/ 157270 h 426609"/>
                <a:gd name="connsiteX32" fmla="*/ 389075 w 389074"/>
                <a:gd name="connsiteY32" fmla="*/ 105469 h 426609"/>
                <a:gd name="connsiteX33" fmla="*/ 315140 w 389074"/>
                <a:gd name="connsiteY33" fmla="*/ 105469 h 4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89074" h="426609">
                  <a:moveTo>
                    <a:pt x="315140" y="0"/>
                  </a:moveTo>
                  <a:lnTo>
                    <a:pt x="252639" y="38067"/>
                  </a:lnTo>
                  <a:lnTo>
                    <a:pt x="252639" y="105636"/>
                  </a:lnTo>
                  <a:lnTo>
                    <a:pt x="121803" y="105636"/>
                  </a:lnTo>
                  <a:lnTo>
                    <a:pt x="121803" y="0"/>
                  </a:lnTo>
                  <a:lnTo>
                    <a:pt x="59368" y="38067"/>
                  </a:lnTo>
                  <a:lnTo>
                    <a:pt x="59368" y="105636"/>
                  </a:lnTo>
                  <a:lnTo>
                    <a:pt x="0" y="105636"/>
                  </a:lnTo>
                  <a:lnTo>
                    <a:pt x="0" y="157437"/>
                  </a:lnTo>
                  <a:lnTo>
                    <a:pt x="59368" y="157437"/>
                  </a:lnTo>
                  <a:lnTo>
                    <a:pt x="59368" y="327440"/>
                  </a:lnTo>
                  <a:cubicBezTo>
                    <a:pt x="59051" y="345327"/>
                    <a:pt x="62838" y="363048"/>
                    <a:pt x="70435" y="379241"/>
                  </a:cubicBezTo>
                  <a:cubicBezTo>
                    <a:pt x="77421" y="393985"/>
                    <a:pt x="88782" y="406219"/>
                    <a:pt x="102969" y="414275"/>
                  </a:cubicBezTo>
                  <a:cubicBezTo>
                    <a:pt x="117259" y="422519"/>
                    <a:pt x="134936" y="426632"/>
                    <a:pt x="156003" y="426609"/>
                  </a:cubicBezTo>
                  <a:lnTo>
                    <a:pt x="195804" y="426609"/>
                  </a:lnTo>
                  <a:lnTo>
                    <a:pt x="195804" y="372275"/>
                  </a:lnTo>
                  <a:lnTo>
                    <a:pt x="162970" y="372275"/>
                  </a:lnTo>
                  <a:cubicBezTo>
                    <a:pt x="148636" y="372275"/>
                    <a:pt x="138213" y="368064"/>
                    <a:pt x="131703" y="359641"/>
                  </a:cubicBezTo>
                  <a:cubicBezTo>
                    <a:pt x="125193" y="351217"/>
                    <a:pt x="121926" y="338997"/>
                    <a:pt x="121903" y="322974"/>
                  </a:cubicBezTo>
                  <a:lnTo>
                    <a:pt x="121903" y="157270"/>
                  </a:lnTo>
                  <a:lnTo>
                    <a:pt x="252639" y="157270"/>
                  </a:lnTo>
                  <a:lnTo>
                    <a:pt x="252639" y="327274"/>
                  </a:lnTo>
                  <a:cubicBezTo>
                    <a:pt x="252322" y="345161"/>
                    <a:pt x="256109" y="362881"/>
                    <a:pt x="263706" y="379075"/>
                  </a:cubicBezTo>
                  <a:cubicBezTo>
                    <a:pt x="270692" y="393818"/>
                    <a:pt x="282052" y="406052"/>
                    <a:pt x="296240" y="414109"/>
                  </a:cubicBezTo>
                  <a:cubicBezTo>
                    <a:pt x="310530" y="422352"/>
                    <a:pt x="328207" y="426466"/>
                    <a:pt x="349274" y="426442"/>
                  </a:cubicBezTo>
                  <a:lnTo>
                    <a:pt x="389075" y="426442"/>
                  </a:lnTo>
                  <a:lnTo>
                    <a:pt x="389075" y="372108"/>
                  </a:lnTo>
                  <a:lnTo>
                    <a:pt x="356241" y="372108"/>
                  </a:lnTo>
                  <a:cubicBezTo>
                    <a:pt x="341907" y="372108"/>
                    <a:pt x="331484" y="367898"/>
                    <a:pt x="324974" y="359474"/>
                  </a:cubicBezTo>
                  <a:cubicBezTo>
                    <a:pt x="318463" y="351051"/>
                    <a:pt x="315197" y="338831"/>
                    <a:pt x="315173" y="322807"/>
                  </a:cubicBezTo>
                  <a:lnTo>
                    <a:pt x="315173" y="157270"/>
                  </a:lnTo>
                  <a:lnTo>
                    <a:pt x="389075" y="157270"/>
                  </a:lnTo>
                  <a:lnTo>
                    <a:pt x="389075" y="105469"/>
                  </a:lnTo>
                  <a:lnTo>
                    <a:pt x="315140" y="105469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79EB28D2-6ED9-25BC-6741-4DCA0A5C6671}"/>
                </a:ext>
              </a:extLst>
            </p:cNvPr>
            <p:cNvSpPr/>
            <p:nvPr/>
          </p:nvSpPr>
          <p:spPr>
            <a:xfrm>
              <a:off x="3363766" y="3487762"/>
              <a:ext cx="61901" cy="320840"/>
            </a:xfrm>
            <a:custGeom>
              <a:avLst/>
              <a:gdLst>
                <a:gd name="connsiteX0" fmla="*/ 0 w 61901"/>
                <a:gd name="connsiteY0" fmla="*/ 0 h 320840"/>
                <a:gd name="connsiteX1" fmla="*/ 61901 w 61901"/>
                <a:gd name="connsiteY1" fmla="*/ 0 h 320840"/>
                <a:gd name="connsiteX2" fmla="*/ 61901 w 61901"/>
                <a:gd name="connsiteY2" fmla="*/ 320840 h 320840"/>
                <a:gd name="connsiteX3" fmla="*/ 0 w 61901"/>
                <a:gd name="connsiteY3" fmla="*/ 320840 h 32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01" h="320840">
                  <a:moveTo>
                    <a:pt x="0" y="0"/>
                  </a:moveTo>
                  <a:lnTo>
                    <a:pt x="61901" y="0"/>
                  </a:lnTo>
                  <a:lnTo>
                    <a:pt x="61901" y="320840"/>
                  </a:lnTo>
                  <a:lnTo>
                    <a:pt x="0" y="320840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860B3A03-9145-44B5-FEAB-CC7E0C47C303}"/>
                </a:ext>
              </a:extLst>
            </p:cNvPr>
            <p:cNvSpPr/>
            <p:nvPr/>
          </p:nvSpPr>
          <p:spPr>
            <a:xfrm>
              <a:off x="3352355" y="3351978"/>
              <a:ext cx="85223" cy="81495"/>
            </a:xfrm>
            <a:custGeom>
              <a:avLst/>
              <a:gdLst>
                <a:gd name="connsiteX0" fmla="*/ 72679 w 85223"/>
                <a:gd name="connsiteY0" fmla="*/ 11048 h 81495"/>
                <a:gd name="connsiteX1" fmla="*/ 42345 w 85223"/>
                <a:gd name="connsiteY1" fmla="*/ 14 h 81495"/>
                <a:gd name="connsiteX2" fmla="*/ 12344 w 85223"/>
                <a:gd name="connsiteY2" fmla="*/ 11048 h 81495"/>
                <a:gd name="connsiteX3" fmla="*/ 44 w 85223"/>
                <a:gd name="connsiteY3" fmla="*/ 41048 h 81495"/>
                <a:gd name="connsiteX4" fmla="*/ 12344 w 85223"/>
                <a:gd name="connsiteY4" fmla="*/ 70415 h 81495"/>
                <a:gd name="connsiteX5" fmla="*/ 42345 w 85223"/>
                <a:gd name="connsiteY5" fmla="*/ 81482 h 81495"/>
                <a:gd name="connsiteX6" fmla="*/ 72679 w 85223"/>
                <a:gd name="connsiteY6" fmla="*/ 70415 h 81495"/>
                <a:gd name="connsiteX7" fmla="*/ 85179 w 85223"/>
                <a:gd name="connsiteY7" fmla="*/ 41048 h 81495"/>
                <a:gd name="connsiteX8" fmla="*/ 72679 w 85223"/>
                <a:gd name="connsiteY8" fmla="*/ 11048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223" h="81495">
                  <a:moveTo>
                    <a:pt x="72679" y="11048"/>
                  </a:moveTo>
                  <a:cubicBezTo>
                    <a:pt x="64302" y="3707"/>
                    <a:pt x="53482" y="-229"/>
                    <a:pt x="42345" y="14"/>
                  </a:cubicBezTo>
                  <a:cubicBezTo>
                    <a:pt x="31305" y="-266"/>
                    <a:pt x="20574" y="3681"/>
                    <a:pt x="12344" y="11048"/>
                  </a:cubicBezTo>
                  <a:cubicBezTo>
                    <a:pt x="4004" y="18734"/>
                    <a:pt x="-499" y="29721"/>
                    <a:pt x="44" y="41048"/>
                  </a:cubicBezTo>
                  <a:cubicBezTo>
                    <a:pt x="-416" y="52178"/>
                    <a:pt x="4091" y="62935"/>
                    <a:pt x="12344" y="70415"/>
                  </a:cubicBezTo>
                  <a:cubicBezTo>
                    <a:pt x="20568" y="77796"/>
                    <a:pt x="31298" y="81752"/>
                    <a:pt x="42345" y="81482"/>
                  </a:cubicBezTo>
                  <a:cubicBezTo>
                    <a:pt x="53485" y="81719"/>
                    <a:pt x="64309" y="77769"/>
                    <a:pt x="72679" y="70415"/>
                  </a:cubicBezTo>
                  <a:cubicBezTo>
                    <a:pt x="81056" y="63009"/>
                    <a:pt x="85646" y="52218"/>
                    <a:pt x="85179" y="41048"/>
                  </a:cubicBezTo>
                  <a:cubicBezTo>
                    <a:pt x="85729" y="29678"/>
                    <a:pt x="81139" y="18664"/>
                    <a:pt x="72679" y="1104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474925F5-4C32-CD96-1564-37F8CC222D75}"/>
                </a:ext>
              </a:extLst>
            </p:cNvPr>
            <p:cNvSpPr/>
            <p:nvPr/>
          </p:nvSpPr>
          <p:spPr>
            <a:xfrm>
              <a:off x="3467535" y="3481533"/>
              <a:ext cx="269009" cy="333907"/>
            </a:xfrm>
            <a:custGeom>
              <a:avLst/>
              <a:gdLst>
                <a:gd name="connsiteX0" fmla="*/ 244672 w 269009"/>
                <a:gd name="connsiteY0" fmla="*/ 179599 h 333907"/>
                <a:gd name="connsiteX1" fmla="*/ 169837 w 269009"/>
                <a:gd name="connsiteY1" fmla="*/ 143931 h 333907"/>
                <a:gd name="connsiteX2" fmla="*/ 138270 w 269009"/>
                <a:gd name="connsiteY2" fmla="*/ 136365 h 333907"/>
                <a:gd name="connsiteX3" fmla="*/ 104769 w 269009"/>
                <a:gd name="connsiteY3" fmla="*/ 125498 h 333907"/>
                <a:gd name="connsiteX4" fmla="*/ 81435 w 269009"/>
                <a:gd name="connsiteY4" fmla="*/ 111597 h 333907"/>
                <a:gd name="connsiteX5" fmla="*/ 72602 w 269009"/>
                <a:gd name="connsiteY5" fmla="*/ 90130 h 333907"/>
                <a:gd name="connsiteX6" fmla="*/ 89269 w 269009"/>
                <a:gd name="connsiteY6" fmla="*/ 63263 h 333907"/>
                <a:gd name="connsiteX7" fmla="*/ 133336 w 269009"/>
                <a:gd name="connsiteY7" fmla="*/ 52963 h 333907"/>
                <a:gd name="connsiteX8" fmla="*/ 182904 w 269009"/>
                <a:gd name="connsiteY8" fmla="*/ 65296 h 333907"/>
                <a:gd name="connsiteX9" fmla="*/ 213538 w 269009"/>
                <a:gd name="connsiteY9" fmla="*/ 107297 h 333907"/>
                <a:gd name="connsiteX10" fmla="*/ 265339 w 269009"/>
                <a:gd name="connsiteY10" fmla="*/ 88364 h 333907"/>
                <a:gd name="connsiteX11" fmla="*/ 238172 w 269009"/>
                <a:gd name="connsiteY11" fmla="*/ 39729 h 333907"/>
                <a:gd name="connsiteX12" fmla="*/ 192371 w 269009"/>
                <a:gd name="connsiteY12" fmla="*/ 10029 h 333907"/>
                <a:gd name="connsiteX13" fmla="*/ 133336 w 269009"/>
                <a:gd name="connsiteY13" fmla="*/ 28 h 333907"/>
                <a:gd name="connsiteX14" fmla="*/ 70001 w 269009"/>
                <a:gd name="connsiteY14" fmla="*/ 11695 h 333907"/>
                <a:gd name="connsiteX15" fmla="*/ 26667 w 269009"/>
                <a:gd name="connsiteY15" fmla="*/ 43829 h 333907"/>
                <a:gd name="connsiteX16" fmla="*/ 11200 w 269009"/>
                <a:gd name="connsiteY16" fmla="*/ 90864 h 333907"/>
                <a:gd name="connsiteX17" fmla="*/ 34534 w 269009"/>
                <a:gd name="connsiteY17" fmla="*/ 150565 h 333907"/>
                <a:gd name="connsiteX18" fmla="*/ 109702 w 269009"/>
                <a:gd name="connsiteY18" fmla="*/ 187532 h 333907"/>
                <a:gd name="connsiteX19" fmla="*/ 141903 w 269009"/>
                <a:gd name="connsiteY19" fmla="*/ 195733 h 333907"/>
                <a:gd name="connsiteX20" fmla="*/ 192104 w 269009"/>
                <a:gd name="connsiteY20" fmla="*/ 213100 h 333907"/>
                <a:gd name="connsiteX21" fmla="*/ 208238 w 269009"/>
                <a:gd name="connsiteY21" fmla="*/ 240567 h 333907"/>
                <a:gd name="connsiteX22" fmla="*/ 189271 w 269009"/>
                <a:gd name="connsiteY22" fmla="*/ 269934 h 333907"/>
                <a:gd name="connsiteX23" fmla="*/ 136870 w 269009"/>
                <a:gd name="connsiteY23" fmla="*/ 281634 h 333907"/>
                <a:gd name="connsiteX24" fmla="*/ 100202 w 269009"/>
                <a:gd name="connsiteY24" fmla="*/ 275301 h 333907"/>
                <a:gd name="connsiteX25" fmla="*/ 69568 w 269009"/>
                <a:gd name="connsiteY25" fmla="*/ 256034 h 333907"/>
                <a:gd name="connsiteX26" fmla="*/ 50301 w 269009"/>
                <a:gd name="connsiteY26" fmla="*/ 223500 h 333907"/>
                <a:gd name="connsiteX27" fmla="*/ 0 w 269009"/>
                <a:gd name="connsiteY27" fmla="*/ 245500 h 333907"/>
                <a:gd name="connsiteX28" fmla="*/ 78935 w 269009"/>
                <a:gd name="connsiteY28" fmla="*/ 324435 h 333907"/>
                <a:gd name="connsiteX29" fmla="*/ 137070 w 269009"/>
                <a:gd name="connsiteY29" fmla="*/ 333902 h 333907"/>
                <a:gd name="connsiteX30" fmla="*/ 207071 w 269009"/>
                <a:gd name="connsiteY30" fmla="*/ 321602 h 333907"/>
                <a:gd name="connsiteX31" fmla="*/ 252872 w 269009"/>
                <a:gd name="connsiteY31" fmla="*/ 287801 h 333907"/>
                <a:gd name="connsiteX32" fmla="*/ 269006 w 269009"/>
                <a:gd name="connsiteY32" fmla="*/ 238833 h 333907"/>
                <a:gd name="connsiteX33" fmla="*/ 244672 w 269009"/>
                <a:gd name="connsiteY33" fmla="*/ 179599 h 333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69009" h="333907">
                  <a:moveTo>
                    <a:pt x="244672" y="179599"/>
                  </a:moveTo>
                  <a:cubicBezTo>
                    <a:pt x="228471" y="164265"/>
                    <a:pt x="203528" y="152375"/>
                    <a:pt x="169837" y="143931"/>
                  </a:cubicBezTo>
                  <a:lnTo>
                    <a:pt x="138270" y="136365"/>
                  </a:lnTo>
                  <a:cubicBezTo>
                    <a:pt x="126913" y="133355"/>
                    <a:pt x="115729" y="129728"/>
                    <a:pt x="104769" y="125498"/>
                  </a:cubicBezTo>
                  <a:cubicBezTo>
                    <a:pt x="96195" y="122351"/>
                    <a:pt x="88285" y="117638"/>
                    <a:pt x="81435" y="111597"/>
                  </a:cubicBezTo>
                  <a:cubicBezTo>
                    <a:pt x="75512" y="106064"/>
                    <a:pt x="72288" y="98230"/>
                    <a:pt x="72602" y="90130"/>
                  </a:cubicBezTo>
                  <a:cubicBezTo>
                    <a:pt x="72602" y="79153"/>
                    <a:pt x="78158" y="70197"/>
                    <a:pt x="89269" y="63263"/>
                  </a:cubicBezTo>
                  <a:cubicBezTo>
                    <a:pt x="100379" y="56330"/>
                    <a:pt x="115069" y="52896"/>
                    <a:pt x="133336" y="52963"/>
                  </a:cubicBezTo>
                  <a:cubicBezTo>
                    <a:pt x="150653" y="52666"/>
                    <a:pt x="167744" y="56920"/>
                    <a:pt x="182904" y="65296"/>
                  </a:cubicBezTo>
                  <a:cubicBezTo>
                    <a:pt x="197437" y="73497"/>
                    <a:pt x="207648" y="87497"/>
                    <a:pt x="213538" y="107297"/>
                  </a:cubicBezTo>
                  <a:lnTo>
                    <a:pt x="265339" y="88364"/>
                  </a:lnTo>
                  <a:cubicBezTo>
                    <a:pt x="260509" y="70130"/>
                    <a:pt x="251165" y="53403"/>
                    <a:pt x="238172" y="39729"/>
                  </a:cubicBezTo>
                  <a:cubicBezTo>
                    <a:pt x="225325" y="26522"/>
                    <a:pt x="209671" y="16372"/>
                    <a:pt x="192371" y="10029"/>
                  </a:cubicBezTo>
                  <a:cubicBezTo>
                    <a:pt x="173460" y="3152"/>
                    <a:pt x="153457" y="-238"/>
                    <a:pt x="133336" y="28"/>
                  </a:cubicBezTo>
                  <a:cubicBezTo>
                    <a:pt x="111656" y="-378"/>
                    <a:pt x="90115" y="3592"/>
                    <a:pt x="70001" y="11695"/>
                  </a:cubicBezTo>
                  <a:cubicBezTo>
                    <a:pt x="52951" y="18352"/>
                    <a:pt x="37987" y="29446"/>
                    <a:pt x="26667" y="43829"/>
                  </a:cubicBezTo>
                  <a:cubicBezTo>
                    <a:pt x="16414" y="57346"/>
                    <a:pt x="10970" y="73900"/>
                    <a:pt x="11200" y="90864"/>
                  </a:cubicBezTo>
                  <a:cubicBezTo>
                    <a:pt x="10660" y="113087"/>
                    <a:pt x="19067" y="134598"/>
                    <a:pt x="34534" y="150565"/>
                  </a:cubicBezTo>
                  <a:cubicBezTo>
                    <a:pt x="50091" y="166765"/>
                    <a:pt x="75145" y="179089"/>
                    <a:pt x="109702" y="187532"/>
                  </a:cubicBezTo>
                  <a:lnTo>
                    <a:pt x="141903" y="195733"/>
                  </a:lnTo>
                  <a:cubicBezTo>
                    <a:pt x="164637" y="200776"/>
                    <a:pt x="181370" y="206566"/>
                    <a:pt x="192104" y="213100"/>
                  </a:cubicBezTo>
                  <a:cubicBezTo>
                    <a:pt x="202204" y="218510"/>
                    <a:pt x="208431" y="229110"/>
                    <a:pt x="208238" y="240567"/>
                  </a:cubicBezTo>
                  <a:cubicBezTo>
                    <a:pt x="208238" y="252367"/>
                    <a:pt x="201914" y="262157"/>
                    <a:pt x="189271" y="269934"/>
                  </a:cubicBezTo>
                  <a:cubicBezTo>
                    <a:pt x="176627" y="277711"/>
                    <a:pt x="159160" y="281611"/>
                    <a:pt x="136870" y="281634"/>
                  </a:cubicBezTo>
                  <a:cubicBezTo>
                    <a:pt x="124373" y="281671"/>
                    <a:pt x="111962" y="279528"/>
                    <a:pt x="100202" y="275301"/>
                  </a:cubicBezTo>
                  <a:cubicBezTo>
                    <a:pt x="88672" y="271264"/>
                    <a:pt x="78202" y="264677"/>
                    <a:pt x="69568" y="256034"/>
                  </a:cubicBezTo>
                  <a:cubicBezTo>
                    <a:pt x="60625" y="246897"/>
                    <a:pt x="54014" y="235737"/>
                    <a:pt x="50301" y="223500"/>
                  </a:cubicBezTo>
                  <a:lnTo>
                    <a:pt x="0" y="245500"/>
                  </a:lnTo>
                  <a:cubicBezTo>
                    <a:pt x="12404" y="282781"/>
                    <a:pt x="41654" y="312032"/>
                    <a:pt x="78935" y="324435"/>
                  </a:cubicBezTo>
                  <a:cubicBezTo>
                    <a:pt x="97639" y="330855"/>
                    <a:pt x="117296" y="334055"/>
                    <a:pt x="137070" y="333902"/>
                  </a:cubicBezTo>
                  <a:cubicBezTo>
                    <a:pt x="164004" y="333902"/>
                    <a:pt x="187337" y="329802"/>
                    <a:pt x="207071" y="321602"/>
                  </a:cubicBezTo>
                  <a:cubicBezTo>
                    <a:pt x="225125" y="314705"/>
                    <a:pt x="240958" y="303018"/>
                    <a:pt x="252872" y="287801"/>
                  </a:cubicBezTo>
                  <a:cubicBezTo>
                    <a:pt x="263506" y="273708"/>
                    <a:pt x="269179" y="256490"/>
                    <a:pt x="269006" y="238833"/>
                  </a:cubicBezTo>
                  <a:cubicBezTo>
                    <a:pt x="269006" y="214723"/>
                    <a:pt x="260896" y="194976"/>
                    <a:pt x="244672" y="179599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561907A7-9764-E164-2E98-3402DCC9D147}"/>
                </a:ext>
              </a:extLst>
            </p:cNvPr>
            <p:cNvSpPr/>
            <p:nvPr/>
          </p:nvSpPr>
          <p:spPr>
            <a:xfrm>
              <a:off x="3777708" y="3366492"/>
              <a:ext cx="275409" cy="442275"/>
            </a:xfrm>
            <a:custGeom>
              <a:avLst/>
              <a:gdLst>
                <a:gd name="connsiteX0" fmla="*/ 217905 w 275409"/>
                <a:gd name="connsiteY0" fmla="*/ 130136 h 442275"/>
                <a:gd name="connsiteX1" fmla="*/ 156637 w 275409"/>
                <a:gd name="connsiteY1" fmla="*/ 114969 h 442275"/>
                <a:gd name="connsiteX2" fmla="*/ 95035 w 275409"/>
                <a:gd name="connsiteY2" fmla="*/ 132336 h 442275"/>
                <a:gd name="connsiteX3" fmla="*/ 61901 w 275409"/>
                <a:gd name="connsiteY3" fmla="*/ 168737 h 442275"/>
                <a:gd name="connsiteX4" fmla="*/ 61901 w 275409"/>
                <a:gd name="connsiteY4" fmla="*/ 0 h 442275"/>
                <a:gd name="connsiteX5" fmla="*/ 0 w 275409"/>
                <a:gd name="connsiteY5" fmla="*/ 0 h 442275"/>
                <a:gd name="connsiteX6" fmla="*/ 0 w 275409"/>
                <a:gd name="connsiteY6" fmla="*/ 442143 h 442275"/>
                <a:gd name="connsiteX7" fmla="*/ 61901 w 275409"/>
                <a:gd name="connsiteY7" fmla="*/ 442143 h 442275"/>
                <a:gd name="connsiteX8" fmla="*/ 61901 w 275409"/>
                <a:gd name="connsiteY8" fmla="*/ 252139 h 442275"/>
                <a:gd name="connsiteX9" fmla="*/ 84302 w 275409"/>
                <a:gd name="connsiteY9" fmla="*/ 191837 h 442275"/>
                <a:gd name="connsiteX10" fmla="*/ 142103 w 275409"/>
                <a:gd name="connsiteY10" fmla="*/ 170037 h 442275"/>
                <a:gd name="connsiteX11" fmla="*/ 193271 w 275409"/>
                <a:gd name="connsiteY11" fmla="*/ 191537 h 442275"/>
                <a:gd name="connsiteX12" fmla="*/ 212838 w 275409"/>
                <a:gd name="connsiteY12" fmla="*/ 249639 h 442275"/>
                <a:gd name="connsiteX13" fmla="*/ 212838 w 275409"/>
                <a:gd name="connsiteY13" fmla="*/ 442276 h 442275"/>
                <a:gd name="connsiteX14" fmla="*/ 275373 w 275409"/>
                <a:gd name="connsiteY14" fmla="*/ 442276 h 442275"/>
                <a:gd name="connsiteX15" fmla="*/ 275373 w 275409"/>
                <a:gd name="connsiteY15" fmla="*/ 239405 h 442275"/>
                <a:gd name="connsiteX16" fmla="*/ 259906 w 275409"/>
                <a:gd name="connsiteY16" fmla="*/ 173404 h 442275"/>
                <a:gd name="connsiteX17" fmla="*/ 217905 w 275409"/>
                <a:gd name="connsiteY17" fmla="*/ 130136 h 442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5409" h="442275">
                  <a:moveTo>
                    <a:pt x="217905" y="130136"/>
                  </a:moveTo>
                  <a:cubicBezTo>
                    <a:pt x="199171" y="119756"/>
                    <a:pt x="178037" y="114522"/>
                    <a:pt x="156637" y="114969"/>
                  </a:cubicBezTo>
                  <a:cubicBezTo>
                    <a:pt x="134890" y="114932"/>
                    <a:pt x="113559" y="120943"/>
                    <a:pt x="95035" y="132336"/>
                  </a:cubicBezTo>
                  <a:cubicBezTo>
                    <a:pt x="80848" y="141186"/>
                    <a:pt x="69382" y="153783"/>
                    <a:pt x="61901" y="168737"/>
                  </a:cubicBezTo>
                  <a:lnTo>
                    <a:pt x="61901" y="0"/>
                  </a:lnTo>
                  <a:lnTo>
                    <a:pt x="0" y="0"/>
                  </a:lnTo>
                  <a:lnTo>
                    <a:pt x="0" y="442143"/>
                  </a:lnTo>
                  <a:lnTo>
                    <a:pt x="61901" y="442143"/>
                  </a:lnTo>
                  <a:lnTo>
                    <a:pt x="61901" y="252139"/>
                  </a:lnTo>
                  <a:cubicBezTo>
                    <a:pt x="61901" y="226471"/>
                    <a:pt x="69368" y="206371"/>
                    <a:pt x="84302" y="191837"/>
                  </a:cubicBezTo>
                  <a:cubicBezTo>
                    <a:pt x="99236" y="177304"/>
                    <a:pt x="118502" y="170037"/>
                    <a:pt x="142103" y="170037"/>
                  </a:cubicBezTo>
                  <a:cubicBezTo>
                    <a:pt x="163137" y="170037"/>
                    <a:pt x="180204" y="177204"/>
                    <a:pt x="193271" y="191537"/>
                  </a:cubicBezTo>
                  <a:cubicBezTo>
                    <a:pt x="206338" y="205871"/>
                    <a:pt x="212871" y="225238"/>
                    <a:pt x="212838" y="249639"/>
                  </a:cubicBezTo>
                  <a:lnTo>
                    <a:pt x="212838" y="442276"/>
                  </a:lnTo>
                  <a:lnTo>
                    <a:pt x="275373" y="442276"/>
                  </a:lnTo>
                  <a:lnTo>
                    <a:pt x="275373" y="239405"/>
                  </a:lnTo>
                  <a:cubicBezTo>
                    <a:pt x="275906" y="216448"/>
                    <a:pt x="270606" y="193727"/>
                    <a:pt x="259906" y="173404"/>
                  </a:cubicBezTo>
                  <a:cubicBezTo>
                    <a:pt x="250239" y="155337"/>
                    <a:pt x="235672" y="140346"/>
                    <a:pt x="217905" y="130136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F2E1A59D-1472-94E2-D786-958A1A0C7C9E}"/>
                </a:ext>
              </a:extLst>
            </p:cNvPr>
            <p:cNvSpPr/>
            <p:nvPr/>
          </p:nvSpPr>
          <p:spPr>
            <a:xfrm>
              <a:off x="4111282" y="3366492"/>
              <a:ext cx="326640" cy="442142"/>
            </a:xfrm>
            <a:custGeom>
              <a:avLst/>
              <a:gdLst>
                <a:gd name="connsiteX0" fmla="*/ 282939 w 326640"/>
                <a:gd name="connsiteY0" fmla="*/ 38234 h 442142"/>
                <a:gd name="connsiteX1" fmla="*/ 162937 w 326640"/>
                <a:gd name="connsiteY1" fmla="*/ 0 h 442142"/>
                <a:gd name="connsiteX2" fmla="*/ 0 w 326640"/>
                <a:gd name="connsiteY2" fmla="*/ 0 h 442142"/>
                <a:gd name="connsiteX3" fmla="*/ 0 w 326640"/>
                <a:gd name="connsiteY3" fmla="*/ 442143 h 442142"/>
                <a:gd name="connsiteX4" fmla="*/ 65035 w 326640"/>
                <a:gd name="connsiteY4" fmla="*/ 442143 h 442142"/>
                <a:gd name="connsiteX5" fmla="*/ 65035 w 326640"/>
                <a:gd name="connsiteY5" fmla="*/ 285473 h 442142"/>
                <a:gd name="connsiteX6" fmla="*/ 163570 w 326640"/>
                <a:gd name="connsiteY6" fmla="*/ 285473 h 442142"/>
                <a:gd name="connsiteX7" fmla="*/ 250439 w 326640"/>
                <a:gd name="connsiteY7" fmla="*/ 268406 h 442142"/>
                <a:gd name="connsiteX8" fmla="*/ 306640 w 326640"/>
                <a:gd name="connsiteY8" fmla="*/ 219138 h 442142"/>
                <a:gd name="connsiteX9" fmla="*/ 326640 w 326640"/>
                <a:gd name="connsiteY9" fmla="*/ 143370 h 442142"/>
                <a:gd name="connsiteX10" fmla="*/ 282939 w 326640"/>
                <a:gd name="connsiteY10" fmla="*/ 38234 h 442142"/>
                <a:gd name="connsiteX11" fmla="*/ 231805 w 326640"/>
                <a:gd name="connsiteY11" fmla="*/ 206538 h 442142"/>
                <a:gd name="connsiteX12" fmla="*/ 157903 w 326640"/>
                <a:gd name="connsiteY12" fmla="*/ 228038 h 442142"/>
                <a:gd name="connsiteX13" fmla="*/ 64935 w 326640"/>
                <a:gd name="connsiteY13" fmla="*/ 228038 h 442142"/>
                <a:gd name="connsiteX14" fmla="*/ 64935 w 326640"/>
                <a:gd name="connsiteY14" fmla="*/ 58768 h 442142"/>
                <a:gd name="connsiteX15" fmla="*/ 157803 w 326640"/>
                <a:gd name="connsiteY15" fmla="*/ 58768 h 442142"/>
                <a:gd name="connsiteX16" fmla="*/ 231705 w 326640"/>
                <a:gd name="connsiteY16" fmla="*/ 79902 h 442142"/>
                <a:gd name="connsiteX17" fmla="*/ 258205 w 326640"/>
                <a:gd name="connsiteY17" fmla="*/ 143403 h 442142"/>
                <a:gd name="connsiteX18" fmla="*/ 231705 w 326640"/>
                <a:gd name="connsiteY18" fmla="*/ 206538 h 44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6640" h="442142">
                  <a:moveTo>
                    <a:pt x="282939" y="38234"/>
                  </a:moveTo>
                  <a:cubicBezTo>
                    <a:pt x="253906" y="12767"/>
                    <a:pt x="213905" y="23"/>
                    <a:pt x="162937" y="0"/>
                  </a:cubicBezTo>
                  <a:lnTo>
                    <a:pt x="0" y="0"/>
                  </a:lnTo>
                  <a:lnTo>
                    <a:pt x="0" y="442143"/>
                  </a:lnTo>
                  <a:lnTo>
                    <a:pt x="65035" y="442143"/>
                  </a:lnTo>
                  <a:lnTo>
                    <a:pt x="65035" y="285473"/>
                  </a:lnTo>
                  <a:lnTo>
                    <a:pt x="163570" y="285473"/>
                  </a:lnTo>
                  <a:cubicBezTo>
                    <a:pt x="197271" y="285473"/>
                    <a:pt x="226205" y="279783"/>
                    <a:pt x="250439" y="268406"/>
                  </a:cubicBezTo>
                  <a:cubicBezTo>
                    <a:pt x="273639" y="257922"/>
                    <a:pt x="293206" y="240772"/>
                    <a:pt x="306640" y="219138"/>
                  </a:cubicBezTo>
                  <a:cubicBezTo>
                    <a:pt x="319973" y="197671"/>
                    <a:pt x="326640" y="172414"/>
                    <a:pt x="326640" y="143370"/>
                  </a:cubicBezTo>
                  <a:cubicBezTo>
                    <a:pt x="326507" y="98745"/>
                    <a:pt x="311940" y="63701"/>
                    <a:pt x="282939" y="38234"/>
                  </a:cubicBezTo>
                  <a:close/>
                  <a:moveTo>
                    <a:pt x="231805" y="206538"/>
                  </a:moveTo>
                  <a:cubicBezTo>
                    <a:pt x="214038" y="220871"/>
                    <a:pt x="189404" y="228038"/>
                    <a:pt x="157903" y="228038"/>
                  </a:cubicBezTo>
                  <a:lnTo>
                    <a:pt x="64935" y="228038"/>
                  </a:lnTo>
                  <a:lnTo>
                    <a:pt x="64935" y="58768"/>
                  </a:lnTo>
                  <a:lnTo>
                    <a:pt x="157803" y="58768"/>
                  </a:lnTo>
                  <a:cubicBezTo>
                    <a:pt x="189371" y="58768"/>
                    <a:pt x="214004" y="65811"/>
                    <a:pt x="231705" y="79902"/>
                  </a:cubicBezTo>
                  <a:cubicBezTo>
                    <a:pt x="249405" y="93992"/>
                    <a:pt x="258239" y="115159"/>
                    <a:pt x="258205" y="143403"/>
                  </a:cubicBezTo>
                  <a:cubicBezTo>
                    <a:pt x="258205" y="171180"/>
                    <a:pt x="249372" y="192227"/>
                    <a:pt x="231705" y="206538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D1EDC195-2E52-980B-433A-06C5AE96CCCA}"/>
                </a:ext>
              </a:extLst>
            </p:cNvPr>
            <p:cNvSpPr/>
            <p:nvPr/>
          </p:nvSpPr>
          <p:spPr>
            <a:xfrm>
              <a:off x="4443077" y="3481431"/>
              <a:ext cx="325301" cy="334137"/>
            </a:xfrm>
            <a:custGeom>
              <a:avLst/>
              <a:gdLst>
                <a:gd name="connsiteX0" fmla="*/ 246351 w 325301"/>
                <a:gd name="connsiteY0" fmla="*/ 20865 h 334137"/>
                <a:gd name="connsiteX1" fmla="*/ 162349 w 325301"/>
                <a:gd name="connsiteY1" fmla="*/ 31 h 334137"/>
                <a:gd name="connsiteX2" fmla="*/ 97914 w 325301"/>
                <a:gd name="connsiteY2" fmla="*/ 12031 h 334137"/>
                <a:gd name="connsiteX3" fmla="*/ 46113 w 325301"/>
                <a:gd name="connsiteY3" fmla="*/ 46465 h 334137"/>
                <a:gd name="connsiteX4" fmla="*/ 12013 w 325301"/>
                <a:gd name="connsiteY4" fmla="*/ 99500 h 334137"/>
                <a:gd name="connsiteX5" fmla="*/ 12 w 325301"/>
                <a:gd name="connsiteY5" fmla="*/ 166768 h 334137"/>
                <a:gd name="connsiteX6" fmla="*/ 21179 w 325301"/>
                <a:gd name="connsiteY6" fmla="*/ 253936 h 334137"/>
                <a:gd name="connsiteX7" fmla="*/ 79280 w 325301"/>
                <a:gd name="connsiteY7" fmla="*/ 313004 h 334137"/>
                <a:gd name="connsiteX8" fmla="*/ 227384 w 325301"/>
                <a:gd name="connsiteY8" fmla="*/ 321838 h 334137"/>
                <a:gd name="connsiteX9" fmla="*/ 279185 w 325301"/>
                <a:gd name="connsiteY9" fmla="*/ 287404 h 334137"/>
                <a:gd name="connsiteX10" fmla="*/ 313286 w 325301"/>
                <a:gd name="connsiteY10" fmla="*/ 234669 h 334137"/>
                <a:gd name="connsiteX11" fmla="*/ 325286 w 325301"/>
                <a:gd name="connsiteY11" fmla="*/ 166768 h 334137"/>
                <a:gd name="connsiteX12" fmla="*/ 304152 w 325301"/>
                <a:gd name="connsiteY12" fmla="*/ 79299 h 334137"/>
                <a:gd name="connsiteX13" fmla="*/ 246351 w 325301"/>
                <a:gd name="connsiteY13" fmla="*/ 20865 h 334137"/>
                <a:gd name="connsiteX14" fmla="*/ 254551 w 325301"/>
                <a:gd name="connsiteY14" fmla="*/ 213502 h 334137"/>
                <a:gd name="connsiteX15" fmla="*/ 233717 w 325301"/>
                <a:gd name="connsiteY15" fmla="*/ 248569 h 334137"/>
                <a:gd name="connsiteX16" fmla="*/ 202117 w 325301"/>
                <a:gd name="connsiteY16" fmla="*/ 270337 h 334137"/>
                <a:gd name="connsiteX17" fmla="*/ 162349 w 325301"/>
                <a:gd name="connsiteY17" fmla="*/ 277937 h 334137"/>
                <a:gd name="connsiteX18" fmla="*/ 112115 w 325301"/>
                <a:gd name="connsiteY18" fmla="*/ 264603 h 334137"/>
                <a:gd name="connsiteX19" fmla="*/ 76747 w 325301"/>
                <a:gd name="connsiteY19" fmla="*/ 226402 h 334137"/>
                <a:gd name="connsiteX20" fmla="*/ 63814 w 325301"/>
                <a:gd name="connsiteY20" fmla="*/ 166701 h 334137"/>
                <a:gd name="connsiteX21" fmla="*/ 71080 w 325301"/>
                <a:gd name="connsiteY21" fmla="*/ 120033 h 334137"/>
                <a:gd name="connsiteX22" fmla="*/ 91614 w 325301"/>
                <a:gd name="connsiteY22" fmla="*/ 85299 h 334137"/>
                <a:gd name="connsiteX23" fmla="*/ 123181 w 325301"/>
                <a:gd name="connsiteY23" fmla="*/ 63499 h 334137"/>
                <a:gd name="connsiteX24" fmla="*/ 162349 w 325301"/>
                <a:gd name="connsiteY24" fmla="*/ 56232 h 334137"/>
                <a:gd name="connsiteX25" fmla="*/ 213817 w 325301"/>
                <a:gd name="connsiteY25" fmla="*/ 69566 h 334137"/>
                <a:gd name="connsiteX26" fmla="*/ 249184 w 325301"/>
                <a:gd name="connsiteY26" fmla="*/ 107466 h 334137"/>
                <a:gd name="connsiteX27" fmla="*/ 262118 w 325301"/>
                <a:gd name="connsiteY27" fmla="*/ 166834 h 334137"/>
                <a:gd name="connsiteX28" fmla="*/ 254484 w 325301"/>
                <a:gd name="connsiteY28" fmla="*/ 213502 h 3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5301" h="334137">
                  <a:moveTo>
                    <a:pt x="246351" y="20865"/>
                  </a:moveTo>
                  <a:cubicBezTo>
                    <a:pt x="220684" y="6654"/>
                    <a:pt x="191683" y="-533"/>
                    <a:pt x="162349" y="31"/>
                  </a:cubicBezTo>
                  <a:cubicBezTo>
                    <a:pt x="140282" y="-179"/>
                    <a:pt x="118415" y="3894"/>
                    <a:pt x="97914" y="12031"/>
                  </a:cubicBezTo>
                  <a:cubicBezTo>
                    <a:pt x="78447" y="19801"/>
                    <a:pt x="60814" y="31528"/>
                    <a:pt x="46113" y="46465"/>
                  </a:cubicBezTo>
                  <a:cubicBezTo>
                    <a:pt x="31246" y="61625"/>
                    <a:pt x="19646" y="79676"/>
                    <a:pt x="12013" y="99500"/>
                  </a:cubicBezTo>
                  <a:cubicBezTo>
                    <a:pt x="3812" y="120970"/>
                    <a:pt x="-255" y="143790"/>
                    <a:pt x="12" y="166768"/>
                  </a:cubicBezTo>
                  <a:cubicBezTo>
                    <a:pt x="12" y="199612"/>
                    <a:pt x="7079" y="228669"/>
                    <a:pt x="21179" y="253936"/>
                  </a:cubicBezTo>
                  <a:cubicBezTo>
                    <a:pt x="34713" y="278617"/>
                    <a:pt x="54813" y="299064"/>
                    <a:pt x="79280" y="313004"/>
                  </a:cubicBezTo>
                  <a:cubicBezTo>
                    <a:pt x="124915" y="337678"/>
                    <a:pt x="179149" y="340911"/>
                    <a:pt x="227384" y="321838"/>
                  </a:cubicBezTo>
                  <a:cubicBezTo>
                    <a:pt x="246784" y="313917"/>
                    <a:pt x="264384" y="302214"/>
                    <a:pt x="279185" y="287404"/>
                  </a:cubicBezTo>
                  <a:cubicBezTo>
                    <a:pt x="294119" y="272393"/>
                    <a:pt x="305719" y="254429"/>
                    <a:pt x="313286" y="234669"/>
                  </a:cubicBezTo>
                  <a:cubicBezTo>
                    <a:pt x="321519" y="212989"/>
                    <a:pt x="325586" y="189955"/>
                    <a:pt x="325286" y="166768"/>
                  </a:cubicBezTo>
                  <a:cubicBezTo>
                    <a:pt x="325286" y="133434"/>
                    <a:pt x="318252" y="104276"/>
                    <a:pt x="304152" y="79299"/>
                  </a:cubicBezTo>
                  <a:cubicBezTo>
                    <a:pt x="290618" y="54872"/>
                    <a:pt x="270618" y="34651"/>
                    <a:pt x="246351" y="20865"/>
                  </a:cubicBezTo>
                  <a:close/>
                  <a:moveTo>
                    <a:pt x="254551" y="213502"/>
                  </a:moveTo>
                  <a:cubicBezTo>
                    <a:pt x="250051" y="226479"/>
                    <a:pt x="242951" y="238406"/>
                    <a:pt x="233717" y="248569"/>
                  </a:cubicBezTo>
                  <a:cubicBezTo>
                    <a:pt x="224884" y="258030"/>
                    <a:pt x="214117" y="265456"/>
                    <a:pt x="202117" y="270337"/>
                  </a:cubicBezTo>
                  <a:cubicBezTo>
                    <a:pt x="189483" y="275483"/>
                    <a:pt x="175982" y="278067"/>
                    <a:pt x="162349" y="277937"/>
                  </a:cubicBezTo>
                  <a:cubicBezTo>
                    <a:pt x="144715" y="278150"/>
                    <a:pt x="127348" y="273540"/>
                    <a:pt x="112115" y="264603"/>
                  </a:cubicBezTo>
                  <a:cubicBezTo>
                    <a:pt x="96914" y="255503"/>
                    <a:pt x="84648" y="242246"/>
                    <a:pt x="76747" y="226402"/>
                  </a:cubicBezTo>
                  <a:cubicBezTo>
                    <a:pt x="68114" y="209779"/>
                    <a:pt x="63780" y="189878"/>
                    <a:pt x="63814" y="166701"/>
                  </a:cubicBezTo>
                  <a:cubicBezTo>
                    <a:pt x="63513" y="150841"/>
                    <a:pt x="65980" y="135054"/>
                    <a:pt x="71080" y="120033"/>
                  </a:cubicBezTo>
                  <a:cubicBezTo>
                    <a:pt x="75547" y="107200"/>
                    <a:pt x="82514" y="95389"/>
                    <a:pt x="91614" y="85299"/>
                  </a:cubicBezTo>
                  <a:cubicBezTo>
                    <a:pt x="100314" y="75689"/>
                    <a:pt x="111115" y="68226"/>
                    <a:pt x="123181" y="63499"/>
                  </a:cubicBezTo>
                  <a:cubicBezTo>
                    <a:pt x="135648" y="58609"/>
                    <a:pt x="148949" y="56142"/>
                    <a:pt x="162349" y="56232"/>
                  </a:cubicBezTo>
                  <a:cubicBezTo>
                    <a:pt x="180383" y="55919"/>
                    <a:pt x="198183" y="60529"/>
                    <a:pt x="213817" y="69566"/>
                  </a:cubicBezTo>
                  <a:cubicBezTo>
                    <a:pt x="228950" y="78606"/>
                    <a:pt x="241217" y="91746"/>
                    <a:pt x="249184" y="107466"/>
                  </a:cubicBezTo>
                  <a:cubicBezTo>
                    <a:pt x="257818" y="123910"/>
                    <a:pt x="262118" y="143700"/>
                    <a:pt x="262118" y="166834"/>
                  </a:cubicBezTo>
                  <a:cubicBezTo>
                    <a:pt x="262318" y="182718"/>
                    <a:pt x="259751" y="198512"/>
                    <a:pt x="254484" y="213502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333E5399-17FA-02BE-89AA-F86218D0C273}"/>
                </a:ext>
              </a:extLst>
            </p:cNvPr>
            <p:cNvSpPr/>
            <p:nvPr/>
          </p:nvSpPr>
          <p:spPr>
            <a:xfrm>
              <a:off x="4768096" y="3487762"/>
              <a:ext cx="464876" cy="321040"/>
            </a:xfrm>
            <a:custGeom>
              <a:avLst/>
              <a:gdLst>
                <a:gd name="connsiteX0" fmla="*/ 349274 w 464876"/>
                <a:gd name="connsiteY0" fmla="*/ 172604 h 321040"/>
                <a:gd name="connsiteX1" fmla="*/ 341074 w 464876"/>
                <a:gd name="connsiteY1" fmla="*/ 200071 h 321040"/>
                <a:gd name="connsiteX2" fmla="*/ 332874 w 464876"/>
                <a:gd name="connsiteY2" fmla="*/ 230072 h 321040"/>
                <a:gd name="connsiteX3" fmla="*/ 314540 w 464876"/>
                <a:gd name="connsiteY3" fmla="*/ 173204 h 321040"/>
                <a:gd name="connsiteX4" fmla="*/ 259472 w 464876"/>
                <a:gd name="connsiteY4" fmla="*/ 0 h 321040"/>
                <a:gd name="connsiteX5" fmla="*/ 205771 w 464876"/>
                <a:gd name="connsiteY5" fmla="*/ 0 h 321040"/>
                <a:gd name="connsiteX6" fmla="*/ 151603 w 464876"/>
                <a:gd name="connsiteY6" fmla="*/ 172604 h 321040"/>
                <a:gd name="connsiteX7" fmla="*/ 143069 w 464876"/>
                <a:gd name="connsiteY7" fmla="*/ 200704 h 321040"/>
                <a:gd name="connsiteX8" fmla="*/ 133903 w 464876"/>
                <a:gd name="connsiteY8" fmla="*/ 230705 h 321040"/>
                <a:gd name="connsiteX9" fmla="*/ 125069 w 464876"/>
                <a:gd name="connsiteY9" fmla="*/ 200704 h 321040"/>
                <a:gd name="connsiteX10" fmla="*/ 116836 w 464876"/>
                <a:gd name="connsiteY10" fmla="*/ 172604 h 321040"/>
                <a:gd name="connsiteX11" fmla="*/ 65701 w 464876"/>
                <a:gd name="connsiteY11" fmla="*/ 167 h 321040"/>
                <a:gd name="connsiteX12" fmla="*/ 0 w 464876"/>
                <a:gd name="connsiteY12" fmla="*/ 167 h 321040"/>
                <a:gd name="connsiteX13" fmla="*/ 101702 w 464876"/>
                <a:gd name="connsiteY13" fmla="*/ 321040 h 321040"/>
                <a:gd name="connsiteX14" fmla="*/ 160437 w 464876"/>
                <a:gd name="connsiteY14" fmla="*/ 321040 h 321040"/>
                <a:gd name="connsiteX15" fmla="*/ 214738 w 464876"/>
                <a:gd name="connsiteY15" fmla="*/ 148603 h 321040"/>
                <a:gd name="connsiteX16" fmla="*/ 231805 w 464876"/>
                <a:gd name="connsiteY16" fmla="*/ 92402 h 321040"/>
                <a:gd name="connsiteX17" fmla="*/ 250105 w 464876"/>
                <a:gd name="connsiteY17" fmla="*/ 148603 h 321040"/>
                <a:gd name="connsiteX18" fmla="*/ 304440 w 464876"/>
                <a:gd name="connsiteY18" fmla="*/ 321040 h 321040"/>
                <a:gd name="connsiteX19" fmla="*/ 363808 w 464876"/>
                <a:gd name="connsiteY19" fmla="*/ 321040 h 321040"/>
                <a:gd name="connsiteX20" fmla="*/ 464876 w 464876"/>
                <a:gd name="connsiteY20" fmla="*/ 167 h 321040"/>
                <a:gd name="connsiteX21" fmla="*/ 400442 w 464876"/>
                <a:gd name="connsiteY21" fmla="*/ 167 h 32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4876" h="321040">
                  <a:moveTo>
                    <a:pt x="349274" y="172604"/>
                  </a:moveTo>
                  <a:cubicBezTo>
                    <a:pt x="346341" y="181871"/>
                    <a:pt x="343607" y="191027"/>
                    <a:pt x="341074" y="200071"/>
                  </a:cubicBezTo>
                  <a:cubicBezTo>
                    <a:pt x="338540" y="209114"/>
                    <a:pt x="335807" y="219115"/>
                    <a:pt x="332874" y="230072"/>
                  </a:cubicBezTo>
                  <a:cubicBezTo>
                    <a:pt x="325273" y="206471"/>
                    <a:pt x="319173" y="187514"/>
                    <a:pt x="314540" y="173204"/>
                  </a:cubicBezTo>
                  <a:lnTo>
                    <a:pt x="259472" y="0"/>
                  </a:lnTo>
                  <a:lnTo>
                    <a:pt x="205771" y="0"/>
                  </a:lnTo>
                  <a:lnTo>
                    <a:pt x="151603" y="172604"/>
                  </a:lnTo>
                  <a:cubicBezTo>
                    <a:pt x="148636" y="182314"/>
                    <a:pt x="145770" y="191681"/>
                    <a:pt x="143069" y="200704"/>
                  </a:cubicBezTo>
                  <a:cubicBezTo>
                    <a:pt x="140303" y="209771"/>
                    <a:pt x="137269" y="219771"/>
                    <a:pt x="133903" y="230705"/>
                  </a:cubicBezTo>
                  <a:cubicBezTo>
                    <a:pt x="130569" y="219771"/>
                    <a:pt x="127569" y="209771"/>
                    <a:pt x="125069" y="200704"/>
                  </a:cubicBezTo>
                  <a:cubicBezTo>
                    <a:pt x="122569" y="191637"/>
                    <a:pt x="119802" y="182304"/>
                    <a:pt x="116836" y="172604"/>
                  </a:cubicBezTo>
                  <a:lnTo>
                    <a:pt x="65701" y="167"/>
                  </a:lnTo>
                  <a:lnTo>
                    <a:pt x="0" y="167"/>
                  </a:lnTo>
                  <a:lnTo>
                    <a:pt x="101702" y="321040"/>
                  </a:lnTo>
                  <a:lnTo>
                    <a:pt x="160437" y="321040"/>
                  </a:lnTo>
                  <a:lnTo>
                    <a:pt x="214738" y="148603"/>
                  </a:lnTo>
                  <a:cubicBezTo>
                    <a:pt x="219371" y="134713"/>
                    <a:pt x="225071" y="115979"/>
                    <a:pt x="231805" y="92402"/>
                  </a:cubicBezTo>
                  <a:cubicBezTo>
                    <a:pt x="239805" y="115979"/>
                    <a:pt x="245905" y="134713"/>
                    <a:pt x="250105" y="148603"/>
                  </a:cubicBezTo>
                  <a:lnTo>
                    <a:pt x="304440" y="321040"/>
                  </a:lnTo>
                  <a:lnTo>
                    <a:pt x="363808" y="321040"/>
                  </a:lnTo>
                  <a:lnTo>
                    <a:pt x="464876" y="167"/>
                  </a:lnTo>
                  <a:lnTo>
                    <a:pt x="400442" y="167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7A15BD06-69C8-CF00-7760-7A924ADF3FF1}"/>
                </a:ext>
              </a:extLst>
            </p:cNvPr>
            <p:cNvSpPr/>
            <p:nvPr/>
          </p:nvSpPr>
          <p:spPr>
            <a:xfrm>
              <a:off x="5232952" y="3481440"/>
              <a:ext cx="302526" cy="334259"/>
            </a:xfrm>
            <a:custGeom>
              <a:avLst/>
              <a:gdLst>
                <a:gd name="connsiteX0" fmla="*/ 230559 w 302526"/>
                <a:gd name="connsiteY0" fmla="*/ 20555 h 334259"/>
                <a:gd name="connsiteX1" fmla="*/ 154124 w 302526"/>
                <a:gd name="connsiteY1" fmla="*/ 21 h 334259"/>
                <a:gd name="connsiteX2" fmla="*/ 91889 w 302526"/>
                <a:gd name="connsiteY2" fmla="*/ 11688 h 334259"/>
                <a:gd name="connsiteX3" fmla="*/ 42955 w 302526"/>
                <a:gd name="connsiteY3" fmla="*/ 45589 h 334259"/>
                <a:gd name="connsiteX4" fmla="*/ 11054 w 302526"/>
                <a:gd name="connsiteY4" fmla="*/ 98323 h 334259"/>
                <a:gd name="connsiteX5" fmla="*/ 20 w 302526"/>
                <a:gd name="connsiteY5" fmla="*/ 166858 h 334259"/>
                <a:gd name="connsiteX6" fmla="*/ 20221 w 302526"/>
                <a:gd name="connsiteY6" fmla="*/ 254327 h 334259"/>
                <a:gd name="connsiteX7" fmla="*/ 75789 w 302526"/>
                <a:gd name="connsiteY7" fmla="*/ 313095 h 334259"/>
                <a:gd name="connsiteX8" fmla="*/ 157291 w 302526"/>
                <a:gd name="connsiteY8" fmla="*/ 334228 h 334259"/>
                <a:gd name="connsiteX9" fmla="*/ 211258 w 302526"/>
                <a:gd name="connsiteY9" fmla="*/ 326328 h 334259"/>
                <a:gd name="connsiteX10" fmla="*/ 259293 w 302526"/>
                <a:gd name="connsiteY10" fmla="*/ 300461 h 334259"/>
                <a:gd name="connsiteX11" fmla="*/ 296860 w 302526"/>
                <a:gd name="connsiteY11" fmla="*/ 254027 h 334259"/>
                <a:gd name="connsiteX12" fmla="*/ 248859 w 302526"/>
                <a:gd name="connsiteY12" fmla="*/ 224326 h 334259"/>
                <a:gd name="connsiteX13" fmla="*/ 224858 w 302526"/>
                <a:gd name="connsiteY13" fmla="*/ 256227 h 334259"/>
                <a:gd name="connsiteX14" fmla="*/ 193891 w 302526"/>
                <a:gd name="connsiteY14" fmla="*/ 273927 h 334259"/>
                <a:gd name="connsiteX15" fmla="*/ 157224 w 302526"/>
                <a:gd name="connsiteY15" fmla="*/ 279294 h 334259"/>
                <a:gd name="connsiteX16" fmla="*/ 108589 w 302526"/>
                <a:gd name="connsiteY16" fmla="*/ 266660 h 334259"/>
                <a:gd name="connsiteX17" fmla="*/ 74855 w 302526"/>
                <a:gd name="connsiteY17" fmla="*/ 228926 h 334259"/>
                <a:gd name="connsiteX18" fmla="*/ 63089 w 302526"/>
                <a:gd name="connsiteY18" fmla="*/ 181258 h 334259"/>
                <a:gd name="connsiteX19" fmla="*/ 301927 w 302526"/>
                <a:gd name="connsiteY19" fmla="*/ 181258 h 334259"/>
                <a:gd name="connsiteX20" fmla="*/ 302527 w 302526"/>
                <a:gd name="connsiteY20" fmla="*/ 172425 h 334259"/>
                <a:gd name="connsiteX21" fmla="*/ 302527 w 302526"/>
                <a:gd name="connsiteY21" fmla="*/ 164191 h 334259"/>
                <a:gd name="connsiteX22" fmla="*/ 283293 w 302526"/>
                <a:gd name="connsiteY22" fmla="*/ 77990 h 334259"/>
                <a:gd name="connsiteX23" fmla="*/ 230559 w 302526"/>
                <a:gd name="connsiteY23" fmla="*/ 20555 h 334259"/>
                <a:gd name="connsiteX24" fmla="*/ 86856 w 302526"/>
                <a:gd name="connsiteY24" fmla="*/ 81823 h 334259"/>
                <a:gd name="connsiteX25" fmla="*/ 115590 w 302526"/>
                <a:gd name="connsiteY25" fmla="*/ 59723 h 334259"/>
                <a:gd name="connsiteX26" fmla="*/ 153491 w 302526"/>
                <a:gd name="connsiteY26" fmla="*/ 52456 h 334259"/>
                <a:gd name="connsiteX27" fmla="*/ 215692 w 302526"/>
                <a:gd name="connsiteY27" fmla="*/ 80223 h 334259"/>
                <a:gd name="connsiteX28" fmla="*/ 238026 w 302526"/>
                <a:gd name="connsiteY28" fmla="*/ 135191 h 334259"/>
                <a:gd name="connsiteX29" fmla="*/ 64922 w 302526"/>
                <a:gd name="connsiteY29" fmla="*/ 135191 h 334259"/>
                <a:gd name="connsiteX30" fmla="*/ 68855 w 302526"/>
                <a:gd name="connsiteY30" fmla="*/ 117824 h 334259"/>
                <a:gd name="connsiteX31" fmla="*/ 86856 w 302526"/>
                <a:gd name="connsiteY31" fmla="*/ 81823 h 33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02526" h="334259">
                  <a:moveTo>
                    <a:pt x="230559" y="20555"/>
                  </a:moveTo>
                  <a:cubicBezTo>
                    <a:pt x="207525" y="6671"/>
                    <a:pt x="181024" y="-442"/>
                    <a:pt x="154124" y="21"/>
                  </a:cubicBezTo>
                  <a:cubicBezTo>
                    <a:pt x="132823" y="-245"/>
                    <a:pt x="111656" y="3721"/>
                    <a:pt x="91889" y="11688"/>
                  </a:cubicBezTo>
                  <a:cubicBezTo>
                    <a:pt x="73355" y="19378"/>
                    <a:pt x="56655" y="30935"/>
                    <a:pt x="42955" y="45589"/>
                  </a:cubicBezTo>
                  <a:cubicBezTo>
                    <a:pt x="28788" y="60769"/>
                    <a:pt x="17921" y="78726"/>
                    <a:pt x="11054" y="98323"/>
                  </a:cubicBezTo>
                  <a:cubicBezTo>
                    <a:pt x="3421" y="120354"/>
                    <a:pt x="-313" y="143548"/>
                    <a:pt x="20" y="166858"/>
                  </a:cubicBezTo>
                  <a:cubicBezTo>
                    <a:pt x="20" y="200192"/>
                    <a:pt x="6754" y="229349"/>
                    <a:pt x="20221" y="254327"/>
                  </a:cubicBezTo>
                  <a:cubicBezTo>
                    <a:pt x="32988" y="278647"/>
                    <a:pt x="52222" y="298978"/>
                    <a:pt x="75789" y="313095"/>
                  </a:cubicBezTo>
                  <a:cubicBezTo>
                    <a:pt x="100489" y="327488"/>
                    <a:pt x="128690" y="334802"/>
                    <a:pt x="157291" y="334228"/>
                  </a:cubicBezTo>
                  <a:cubicBezTo>
                    <a:pt x="175558" y="334262"/>
                    <a:pt x="193758" y="331598"/>
                    <a:pt x="211258" y="326328"/>
                  </a:cubicBezTo>
                  <a:cubicBezTo>
                    <a:pt x="228859" y="321021"/>
                    <a:pt x="245193" y="312225"/>
                    <a:pt x="259293" y="300461"/>
                  </a:cubicBezTo>
                  <a:cubicBezTo>
                    <a:pt x="274593" y="287454"/>
                    <a:pt x="287327" y="271707"/>
                    <a:pt x="296860" y="254027"/>
                  </a:cubicBezTo>
                  <a:lnTo>
                    <a:pt x="248859" y="224326"/>
                  </a:lnTo>
                  <a:cubicBezTo>
                    <a:pt x="242926" y="236360"/>
                    <a:pt x="234759" y="247177"/>
                    <a:pt x="224858" y="256227"/>
                  </a:cubicBezTo>
                  <a:cubicBezTo>
                    <a:pt x="215925" y="264277"/>
                    <a:pt x="205358" y="270314"/>
                    <a:pt x="193891" y="273927"/>
                  </a:cubicBezTo>
                  <a:cubicBezTo>
                    <a:pt x="182024" y="277577"/>
                    <a:pt x="169657" y="279387"/>
                    <a:pt x="157224" y="279294"/>
                  </a:cubicBezTo>
                  <a:cubicBezTo>
                    <a:pt x="140157" y="279581"/>
                    <a:pt x="123356" y="275214"/>
                    <a:pt x="108589" y="266660"/>
                  </a:cubicBezTo>
                  <a:cubicBezTo>
                    <a:pt x="93823" y="257730"/>
                    <a:pt x="82089" y="244586"/>
                    <a:pt x="74855" y="228926"/>
                  </a:cubicBezTo>
                  <a:cubicBezTo>
                    <a:pt x="67889" y="213949"/>
                    <a:pt x="63889" y="197759"/>
                    <a:pt x="63089" y="181258"/>
                  </a:cubicBezTo>
                  <a:lnTo>
                    <a:pt x="301927" y="181258"/>
                  </a:lnTo>
                  <a:cubicBezTo>
                    <a:pt x="302327" y="178332"/>
                    <a:pt x="302527" y="175378"/>
                    <a:pt x="302527" y="172425"/>
                  </a:cubicBezTo>
                  <a:lnTo>
                    <a:pt x="302527" y="164191"/>
                  </a:lnTo>
                  <a:cubicBezTo>
                    <a:pt x="302527" y="131347"/>
                    <a:pt x="296127" y="102613"/>
                    <a:pt x="283293" y="77990"/>
                  </a:cubicBezTo>
                  <a:cubicBezTo>
                    <a:pt x="271326" y="54352"/>
                    <a:pt x="253093" y="34479"/>
                    <a:pt x="230559" y="20555"/>
                  </a:cubicBezTo>
                  <a:close/>
                  <a:moveTo>
                    <a:pt x="86856" y="81823"/>
                  </a:moveTo>
                  <a:cubicBezTo>
                    <a:pt x="94389" y="72116"/>
                    <a:pt x="104289" y="64506"/>
                    <a:pt x="115590" y="59723"/>
                  </a:cubicBezTo>
                  <a:cubicBezTo>
                    <a:pt x="127590" y="54742"/>
                    <a:pt x="140490" y="52269"/>
                    <a:pt x="153491" y="52456"/>
                  </a:cubicBezTo>
                  <a:cubicBezTo>
                    <a:pt x="177357" y="51832"/>
                    <a:pt x="200225" y="62039"/>
                    <a:pt x="215692" y="80223"/>
                  </a:cubicBezTo>
                  <a:cubicBezTo>
                    <a:pt x="227292" y="93557"/>
                    <a:pt x="234726" y="111880"/>
                    <a:pt x="238026" y="135191"/>
                  </a:cubicBezTo>
                  <a:lnTo>
                    <a:pt x="64922" y="135191"/>
                  </a:lnTo>
                  <a:cubicBezTo>
                    <a:pt x="65855" y="129324"/>
                    <a:pt x="67155" y="123521"/>
                    <a:pt x="68855" y="117824"/>
                  </a:cubicBezTo>
                  <a:cubicBezTo>
                    <a:pt x="72522" y="104787"/>
                    <a:pt x="78622" y="92570"/>
                    <a:pt x="86856" y="81823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036B61E1-3D5F-5676-F2D1-F76BC8CA9673}"/>
                </a:ext>
              </a:extLst>
            </p:cNvPr>
            <p:cNvSpPr/>
            <p:nvPr/>
          </p:nvSpPr>
          <p:spPr>
            <a:xfrm>
              <a:off x="5575180" y="3481451"/>
              <a:ext cx="167370" cy="327184"/>
            </a:xfrm>
            <a:custGeom>
              <a:avLst/>
              <a:gdLst>
                <a:gd name="connsiteX0" fmla="*/ 149070 w 167370"/>
                <a:gd name="connsiteY0" fmla="*/ 11 h 327184"/>
                <a:gd name="connsiteX1" fmla="*/ 98202 w 167370"/>
                <a:gd name="connsiteY1" fmla="*/ 14545 h 327184"/>
                <a:gd name="connsiteX2" fmla="*/ 61901 w 167370"/>
                <a:gd name="connsiteY2" fmla="*/ 58746 h 327184"/>
                <a:gd name="connsiteX3" fmla="*/ 61901 w 167370"/>
                <a:gd name="connsiteY3" fmla="*/ 6311 h 327184"/>
                <a:gd name="connsiteX4" fmla="*/ 0 w 167370"/>
                <a:gd name="connsiteY4" fmla="*/ 6311 h 327184"/>
                <a:gd name="connsiteX5" fmla="*/ 0 w 167370"/>
                <a:gd name="connsiteY5" fmla="*/ 327185 h 327184"/>
                <a:gd name="connsiteX6" fmla="*/ 61901 w 167370"/>
                <a:gd name="connsiteY6" fmla="*/ 327185 h 327184"/>
                <a:gd name="connsiteX7" fmla="*/ 61901 w 167370"/>
                <a:gd name="connsiteY7" fmla="*/ 156014 h 327184"/>
                <a:gd name="connsiteX8" fmla="*/ 82735 w 167370"/>
                <a:gd name="connsiteY8" fmla="*/ 90346 h 327184"/>
                <a:gd name="connsiteX9" fmla="*/ 135803 w 167370"/>
                <a:gd name="connsiteY9" fmla="*/ 65712 h 327184"/>
                <a:gd name="connsiteX10" fmla="*/ 167370 w 167370"/>
                <a:gd name="connsiteY10" fmla="*/ 65712 h 327184"/>
                <a:gd name="connsiteX11" fmla="*/ 167370 w 167370"/>
                <a:gd name="connsiteY11" fmla="*/ 11 h 32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370" h="327184">
                  <a:moveTo>
                    <a:pt x="149070" y="11"/>
                  </a:moveTo>
                  <a:cubicBezTo>
                    <a:pt x="131036" y="-269"/>
                    <a:pt x="113369" y="4788"/>
                    <a:pt x="98202" y="14545"/>
                  </a:cubicBezTo>
                  <a:cubicBezTo>
                    <a:pt x="83268" y="24212"/>
                    <a:pt x="71168" y="38945"/>
                    <a:pt x="61901" y="58746"/>
                  </a:cubicBezTo>
                  <a:lnTo>
                    <a:pt x="61901" y="6311"/>
                  </a:lnTo>
                  <a:lnTo>
                    <a:pt x="0" y="6311"/>
                  </a:lnTo>
                  <a:lnTo>
                    <a:pt x="0" y="327185"/>
                  </a:lnTo>
                  <a:lnTo>
                    <a:pt x="61901" y="327185"/>
                  </a:lnTo>
                  <a:lnTo>
                    <a:pt x="61901" y="156014"/>
                  </a:lnTo>
                  <a:cubicBezTo>
                    <a:pt x="61901" y="128657"/>
                    <a:pt x="68835" y="106770"/>
                    <a:pt x="82735" y="90346"/>
                  </a:cubicBezTo>
                  <a:cubicBezTo>
                    <a:pt x="95669" y="74366"/>
                    <a:pt x="115269" y="65269"/>
                    <a:pt x="135803" y="65712"/>
                  </a:cubicBezTo>
                  <a:lnTo>
                    <a:pt x="167370" y="65712"/>
                  </a:lnTo>
                  <a:lnTo>
                    <a:pt x="167370" y="11"/>
                  </a:ln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D509F99E-9CA3-085B-4B57-28678C933E1E}"/>
                </a:ext>
              </a:extLst>
            </p:cNvPr>
            <p:cNvSpPr/>
            <p:nvPr/>
          </p:nvSpPr>
          <p:spPr>
            <a:xfrm>
              <a:off x="1347857" y="3171155"/>
              <a:ext cx="420230" cy="673769"/>
            </a:xfrm>
            <a:custGeom>
              <a:avLst/>
              <a:gdLst>
                <a:gd name="connsiteX0" fmla="*/ 0 w 420230"/>
                <a:gd name="connsiteY0" fmla="*/ 480344 h 673769"/>
                <a:gd name="connsiteX1" fmla="*/ 55768 w 420230"/>
                <a:gd name="connsiteY1" fmla="*/ 616213 h 673769"/>
                <a:gd name="connsiteX2" fmla="*/ 278373 w 420230"/>
                <a:gd name="connsiteY2" fmla="*/ 652681 h 673769"/>
                <a:gd name="connsiteX3" fmla="*/ 345241 w 420230"/>
                <a:gd name="connsiteY3" fmla="*/ 0 h 673769"/>
                <a:gd name="connsiteX4" fmla="*/ 0 w 420230"/>
                <a:gd name="connsiteY4" fmla="*/ 480344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230" h="673769">
                  <a:moveTo>
                    <a:pt x="0" y="480344"/>
                  </a:moveTo>
                  <a:cubicBezTo>
                    <a:pt x="-76" y="531218"/>
                    <a:pt x="19971" y="580059"/>
                    <a:pt x="55768" y="616213"/>
                  </a:cubicBezTo>
                  <a:cubicBezTo>
                    <a:pt x="124836" y="685281"/>
                    <a:pt x="218605" y="685148"/>
                    <a:pt x="278373" y="652681"/>
                  </a:cubicBezTo>
                  <a:cubicBezTo>
                    <a:pt x="351541" y="612980"/>
                    <a:pt x="516145" y="493910"/>
                    <a:pt x="345241" y="0"/>
                  </a:cubicBezTo>
                  <a:cubicBezTo>
                    <a:pt x="345241" y="233138"/>
                    <a:pt x="0" y="256839"/>
                    <a:pt x="0" y="480344"/>
                  </a:cubicBezTo>
                  <a:close/>
                </a:path>
              </a:pathLst>
            </a:custGeom>
            <a:solidFill>
              <a:srgbClr val="FF9C1A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A8CA45D7-F8A6-AB1F-2C62-3B8C199CAFA6}"/>
                </a:ext>
              </a:extLst>
            </p:cNvPr>
            <p:cNvSpPr/>
            <p:nvPr/>
          </p:nvSpPr>
          <p:spPr>
            <a:xfrm>
              <a:off x="1103118" y="3171155"/>
              <a:ext cx="401942" cy="673740"/>
            </a:xfrm>
            <a:custGeom>
              <a:avLst/>
              <a:gdLst>
                <a:gd name="connsiteX0" fmla="*/ 401942 w 401942"/>
                <a:gd name="connsiteY0" fmla="*/ 204104 h 673740"/>
                <a:gd name="connsiteX1" fmla="*/ 345274 w 401942"/>
                <a:gd name="connsiteY1" fmla="*/ 0 h 673740"/>
                <a:gd name="connsiteX2" fmla="*/ 0 w 401942"/>
                <a:gd name="connsiteY2" fmla="*/ 480344 h 673740"/>
                <a:gd name="connsiteX3" fmla="*/ 55701 w 401942"/>
                <a:gd name="connsiteY3" fmla="*/ 616213 h 673740"/>
                <a:gd name="connsiteX4" fmla="*/ 278306 w 401942"/>
                <a:gd name="connsiteY4" fmla="*/ 652681 h 673740"/>
                <a:gd name="connsiteX5" fmla="*/ 401942 w 401942"/>
                <a:gd name="connsiteY5" fmla="*/ 204104 h 67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1942" h="673740">
                  <a:moveTo>
                    <a:pt x="401942" y="204104"/>
                  </a:moveTo>
                  <a:cubicBezTo>
                    <a:pt x="390608" y="143003"/>
                    <a:pt x="372441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-76" y="531208"/>
                    <a:pt x="19941" y="580042"/>
                    <a:pt x="55701" y="616213"/>
                  </a:cubicBezTo>
                  <a:cubicBezTo>
                    <a:pt x="124770" y="685281"/>
                    <a:pt x="219272" y="685081"/>
                    <a:pt x="278306" y="652681"/>
                  </a:cubicBezTo>
                  <a:cubicBezTo>
                    <a:pt x="141037" y="506311"/>
                    <a:pt x="189371" y="336874"/>
                    <a:pt x="401942" y="204104"/>
                  </a:cubicBezTo>
                  <a:close/>
                </a:path>
              </a:pathLst>
            </a:custGeom>
            <a:solidFill>
              <a:srgbClr val="0DA9FF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C282D792-F5C2-3A3A-713A-089E41C121ED}"/>
                </a:ext>
              </a:extLst>
            </p:cNvPr>
            <p:cNvSpPr/>
            <p:nvPr/>
          </p:nvSpPr>
          <p:spPr>
            <a:xfrm>
              <a:off x="858380" y="3171155"/>
              <a:ext cx="401941" cy="832550"/>
            </a:xfrm>
            <a:custGeom>
              <a:avLst/>
              <a:gdLst>
                <a:gd name="connsiteX0" fmla="*/ 401942 w 401941"/>
                <a:gd name="connsiteY0" fmla="*/ 204104 h 832550"/>
                <a:gd name="connsiteX1" fmla="*/ 345274 w 401941"/>
                <a:gd name="connsiteY1" fmla="*/ 0 h 832550"/>
                <a:gd name="connsiteX2" fmla="*/ 0 w 401941"/>
                <a:gd name="connsiteY2" fmla="*/ 480344 h 832550"/>
                <a:gd name="connsiteX3" fmla="*/ 92869 w 401941"/>
                <a:gd name="connsiteY3" fmla="*/ 645447 h 832550"/>
                <a:gd name="connsiteX4" fmla="*/ 83968 w 401941"/>
                <a:gd name="connsiteY4" fmla="*/ 832551 h 832550"/>
                <a:gd name="connsiteX5" fmla="*/ 128269 w 401941"/>
                <a:gd name="connsiteY5" fmla="*/ 825184 h 832550"/>
                <a:gd name="connsiteX6" fmla="*/ 121269 w 401941"/>
                <a:gd name="connsiteY6" fmla="*/ 659781 h 832550"/>
                <a:gd name="connsiteX7" fmla="*/ 278306 w 401941"/>
                <a:gd name="connsiteY7" fmla="*/ 652747 h 832550"/>
                <a:gd name="connsiteX8" fmla="*/ 401942 w 401941"/>
                <a:gd name="connsiteY8" fmla="*/ 204104 h 8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941" h="832550">
                  <a:moveTo>
                    <a:pt x="401942" y="204104"/>
                  </a:moveTo>
                  <a:cubicBezTo>
                    <a:pt x="390608" y="143003"/>
                    <a:pt x="372408" y="80435"/>
                    <a:pt x="345274" y="0"/>
                  </a:cubicBezTo>
                  <a:cubicBezTo>
                    <a:pt x="345274" y="233138"/>
                    <a:pt x="0" y="256839"/>
                    <a:pt x="0" y="480344"/>
                  </a:cubicBezTo>
                  <a:cubicBezTo>
                    <a:pt x="0" y="594979"/>
                    <a:pt x="92869" y="645447"/>
                    <a:pt x="92869" y="645447"/>
                  </a:cubicBezTo>
                  <a:cubicBezTo>
                    <a:pt x="78438" y="706738"/>
                    <a:pt x="75422" y="770166"/>
                    <a:pt x="83968" y="832551"/>
                  </a:cubicBezTo>
                  <a:lnTo>
                    <a:pt x="128269" y="825184"/>
                  </a:lnTo>
                  <a:cubicBezTo>
                    <a:pt x="106602" y="749849"/>
                    <a:pt x="119903" y="667814"/>
                    <a:pt x="121269" y="659781"/>
                  </a:cubicBezTo>
                  <a:cubicBezTo>
                    <a:pt x="177937" y="682481"/>
                    <a:pt x="236372" y="675748"/>
                    <a:pt x="278306" y="652747"/>
                  </a:cubicBezTo>
                  <a:cubicBezTo>
                    <a:pt x="140836" y="506311"/>
                    <a:pt x="189371" y="336907"/>
                    <a:pt x="401942" y="204104"/>
                  </a:cubicBezTo>
                  <a:close/>
                </a:path>
              </a:pathLst>
            </a:custGeom>
            <a:solidFill>
              <a:srgbClr val="00A443"/>
            </a:solidFill>
            <a:ln w="33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8370387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ECCA-F846-54CB-7192-72A015E36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67C91-B904-D31B-22C6-8E8A1EDC7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488B6-580D-60EE-9EFF-E63CE79E9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54038-2076-4267-A99D-D26D41987122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A3A53-73B1-6484-F6B9-AC8AD15E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C6EC8-C6CF-3C2F-E9D9-60C29BF0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46E91-796F-48DB-9F0D-7C10E74BFC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397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BA4469-992F-0982-65EB-F06EE8B9B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8910C-BA25-B667-F746-AB6A662D7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8A82A-C95E-3CF2-4F46-97591309A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EB177-4FB6-4AE2-84F6-8CAE8F9D5930}" type="datetimeFigureOut">
              <a:rPr lang="en-GB" smtClean="0"/>
              <a:t>26/08/2026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F61F0-4A6A-44B5-5DB1-73E7309AA6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370B7-F131-CB27-ED0A-F105CE63B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198B7-0F09-4E63-BC41-50088A91045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5747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EEB6E8-1840-1DF0-1E5E-A4AEA799F050}"/>
              </a:ext>
            </a:extLst>
          </p:cNvPr>
          <p:cNvSpPr txBox="1"/>
          <p:nvPr userDrawn="1"/>
        </p:nvSpPr>
        <p:spPr>
          <a:xfrm>
            <a:off x="11301518" y="6454776"/>
            <a:ext cx="484082" cy="2089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D5E78EB0-DDD2-2F40-8AB8-446A90E58D7D}" type="slidenum">
              <a:rPr lang="en-US" sz="900" smtClean="0">
                <a:solidFill>
                  <a:schemeClr val="accent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pPr algn="r"/>
              <a:t>‹#›</a:t>
            </a:fld>
            <a:endParaRPr lang="en-US" sz="900" dirty="0">
              <a:solidFill>
                <a:schemeClr val="accent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sp>
        <p:nvSpPr>
          <p:cNvPr id="13" name="MSIPCMContentMarking" descr="{&quot;HashCode&quot;:1231056682,&quot;Placement&quot;:&quot;Footer&quot;,&quot;Top&quot;:516.65155,&quot;Left&quot;:437.819916,&quot;SlideWidth&quot;:960,&quot;SlideHeight&quot;:540}">
            <a:extLst>
              <a:ext uri="{FF2B5EF4-FFF2-40B4-BE49-F238E27FC236}">
                <a16:creationId xmlns:a16="http://schemas.microsoft.com/office/drawing/2014/main" id="{350C31E3-F20B-D6B4-46BE-A014CCEF20E8}"/>
              </a:ext>
            </a:extLst>
          </p:cNvPr>
          <p:cNvSpPr txBox="1"/>
          <p:nvPr userDrawn="1"/>
        </p:nvSpPr>
        <p:spPr>
          <a:xfrm>
            <a:off x="5560313" y="6561475"/>
            <a:ext cx="107137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s-ES" sz="1200" dirty="0">
                <a:solidFill>
                  <a:srgbClr val="008000"/>
                </a:solidFill>
                <a:latin typeface="Calibri" panose="020F0502020204030204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rPr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109033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5" r:id="rId22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300" b="1" i="0" kern="1200">
          <a:solidFill>
            <a:schemeClr val="accent1"/>
          </a:solidFill>
          <a:latin typeface="+mj-lt"/>
          <a:ea typeface="IberPangea Text" panose="020B0404000000000000" pitchFamily="34" charset="0"/>
          <a:cs typeface="IberPangea Text" panose="020B0404000000000000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5pPr>
      <a:lvl6pPr marL="91427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6pPr>
      <a:lvl7pPr marL="182854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7pPr>
      <a:lvl8pPr marL="274282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8pPr>
      <a:lvl9pPr marL="365709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8799">
          <a:solidFill>
            <a:schemeClr val="tx1"/>
          </a:solidFill>
          <a:latin typeface="Arial" pitchFamily="2" charset="77"/>
        </a:defRPr>
      </a:lvl9pPr>
    </p:titleStyle>
    <p:bodyStyle>
      <a:lvl1pPr marL="0" indent="0" algn="l" defTabSz="331171" rtl="0" eaLnBrk="1" fontAlgn="base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Tx/>
        <a:buNone/>
        <a:defRPr sz="1100" b="0" i="0" kern="1200">
          <a:solidFill>
            <a:schemeClr val="tx1"/>
          </a:solidFill>
          <a:latin typeface="+mn-lt"/>
          <a:ea typeface="IberPangea Text Light" panose="020B0404000000000000" pitchFamily="34" charset="0"/>
          <a:cs typeface="IberPangea Text Light" panose="020B0404000000000000" pitchFamily="34" charset="0"/>
        </a:defRPr>
      </a:lvl1pPr>
      <a:lvl2pPr marL="0" indent="0" algn="l" defTabSz="331171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1"/>
        </a:buClr>
        <a:buFont typeface="Arial"/>
        <a:buNone/>
        <a:tabLst/>
        <a:defRPr sz="1100" b="1" i="0" kern="1200">
          <a:solidFill>
            <a:schemeClr val="accent1"/>
          </a:solidFill>
          <a:latin typeface="+mn-lt"/>
          <a:ea typeface="IberPangea Text SmBold" panose="020B0504000000000000" pitchFamily="34" charset="0"/>
          <a:cs typeface="IberPangea Text SmBold" panose="020B0504000000000000" pitchFamily="34" charset="0"/>
        </a:defRPr>
      </a:lvl2pPr>
      <a:lvl3pPr marL="111125" indent="-107950" algn="l" defTabSz="331171" rtl="0" eaLnBrk="1" fontAlgn="base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Arial"/>
        <a:buChar char="–"/>
        <a:tabLst/>
        <a:defRPr sz="1100" b="0" i="0" kern="1200">
          <a:solidFill>
            <a:schemeClr val="tx1"/>
          </a:solidFill>
          <a:latin typeface="+mn-lt"/>
          <a:ea typeface="IberPangea Text Light" panose="020B0404000000000000" pitchFamily="34" charset="0"/>
          <a:cs typeface="IberPangea Text Light" panose="020B0404000000000000" pitchFamily="34" charset="0"/>
        </a:defRPr>
      </a:lvl3pPr>
      <a:lvl4pPr marL="231775" indent="-115888" algn="l" rtl="0" eaLnBrk="1" fontAlgn="base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Arial"/>
        <a:buChar char="–"/>
        <a:tabLst/>
        <a:defRPr sz="1100" b="0" i="0" kern="1200">
          <a:solidFill>
            <a:schemeClr val="tx1"/>
          </a:solidFill>
          <a:latin typeface="+mn-lt"/>
          <a:ea typeface="IberPangea Text Light" panose="020B0404000000000000" pitchFamily="34" charset="0"/>
          <a:cs typeface="IberPangea Text Light" panose="020B0404000000000000" pitchFamily="34" charset="0"/>
        </a:defRPr>
      </a:lvl4pPr>
      <a:lvl5pPr marL="357188" indent="-120650" algn="l" rtl="0" eaLnBrk="1" fontAlgn="base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>
            <a:lumMod val="75000"/>
            <a:lumOff val="25000"/>
          </a:schemeClr>
        </a:buClr>
        <a:buFont typeface="Arial"/>
        <a:buChar char="–"/>
        <a:tabLst/>
        <a:defRPr sz="1100" b="0" i="0" kern="1200">
          <a:solidFill>
            <a:schemeClr val="tx1"/>
          </a:solidFill>
          <a:latin typeface="+mn-lt"/>
          <a:ea typeface="IberPangea Text Light" panose="020B0404000000000000" pitchFamily="34" charset="0"/>
          <a:cs typeface="IberPangea Text Light" panose="020B0404000000000000" pitchFamily="34" charset="0"/>
        </a:defRPr>
      </a:lvl5pPr>
      <a:lvl6pPr marL="154769" indent="-142863" algn="l" defTabSz="1828549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SzPct val="100000"/>
        <a:buFont typeface="Arial" panose="020B0604020202020204" pitchFamily="34" charset="0"/>
        <a:buChar char="•"/>
        <a:tabLst/>
        <a:defRPr sz="1000" b="0" i="0" kern="1200">
          <a:solidFill>
            <a:schemeClr val="accent4"/>
          </a:solidFill>
          <a:latin typeface="IberPangea Text" panose="020B0504000000000000" pitchFamily="34" charset="0"/>
          <a:ea typeface="IberPangea Text" panose="020B0504000000000000" pitchFamily="34" charset="0"/>
          <a:cs typeface="IberPangea Text" panose="020B0504000000000000" pitchFamily="34" charset="0"/>
        </a:defRPr>
      </a:lvl6pPr>
      <a:lvl7pPr marL="5942783" indent="-457137" algn="l" defTabSz="182854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057" indent="-457137" algn="l" defTabSz="182854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1331" indent="-457137" algn="l" defTabSz="182854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75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549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823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097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371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646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920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195" algn="l" defTabSz="182854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256">
          <p15:clr>
            <a:srgbClr val="F26B43"/>
          </p15:clr>
        </p15:guide>
        <p15:guide id="3" pos="7424">
          <p15:clr>
            <a:srgbClr val="F26B43"/>
          </p15:clr>
        </p15:guide>
        <p15:guide id="5" orient="horz" pos="4066">
          <p15:clr>
            <a:srgbClr val="F26B43"/>
          </p15:clr>
        </p15:guide>
        <p15:guide id="6" pos="3908">
          <p15:clr>
            <a:srgbClr val="F26B43"/>
          </p15:clr>
        </p15:guide>
        <p15:guide id="7" pos="3772">
          <p15:clr>
            <a:srgbClr val="F26B43"/>
          </p15:clr>
        </p15:guide>
        <p15:guide id="9" orient="horz" pos="713">
          <p15:clr>
            <a:srgbClr val="F26B43"/>
          </p15:clr>
        </p15:guide>
        <p15:guide id="10" orient="horz" pos="397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730E3E4C-D1A3-17D7-7D12-0DFB6B3D3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2870" y="-74645"/>
            <a:ext cx="9144000" cy="613346"/>
          </a:xfrm>
        </p:spPr>
        <p:txBody>
          <a:bodyPr/>
          <a:lstStyle/>
          <a:p>
            <a:r>
              <a:rPr lang="en-GB" sz="2000" b="1" u="sng" dirty="0">
                <a:solidFill>
                  <a:srgbClr val="00A443"/>
                </a:solidFill>
              </a:rPr>
              <a:t>Group Points – Answers Totals</a:t>
            </a: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E6CC3CE0-10DE-33AE-2C2B-584491A7A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600102"/>
              </p:ext>
            </p:extLst>
          </p:nvPr>
        </p:nvGraphicFramePr>
        <p:xfrm>
          <a:off x="114607" y="373589"/>
          <a:ext cx="5530817" cy="5980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899">
                  <a:extLst>
                    <a:ext uri="{9D8B030D-6E8A-4147-A177-3AD203B41FA5}">
                      <a16:colId xmlns:a16="http://schemas.microsoft.com/office/drawing/2014/main" val="908170430"/>
                    </a:ext>
                  </a:extLst>
                </a:gridCol>
                <a:gridCol w="3169791">
                  <a:extLst>
                    <a:ext uri="{9D8B030D-6E8A-4147-A177-3AD203B41FA5}">
                      <a16:colId xmlns:a16="http://schemas.microsoft.com/office/drawing/2014/main" val="157865414"/>
                    </a:ext>
                  </a:extLst>
                </a:gridCol>
                <a:gridCol w="1037994">
                  <a:extLst>
                    <a:ext uri="{9D8B030D-6E8A-4147-A177-3AD203B41FA5}">
                      <a16:colId xmlns:a16="http://schemas.microsoft.com/office/drawing/2014/main" val="889980483"/>
                    </a:ext>
                  </a:extLst>
                </a:gridCol>
                <a:gridCol w="801133">
                  <a:extLst>
                    <a:ext uri="{9D8B030D-6E8A-4147-A177-3AD203B41FA5}">
                      <a16:colId xmlns:a16="http://schemas.microsoft.com/office/drawing/2014/main" val="3423326096"/>
                    </a:ext>
                  </a:extLst>
                </a:gridCol>
              </a:tblGrid>
              <a:tr h="519064">
                <a:tc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Control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/>
                        <a:t>Total 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106738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Anti Malware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£350,000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747518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Network Segmentation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£1,000,000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483242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Firewall &amp; DDOS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£800,000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312630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Software Patching &amp;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£200,000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589441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Secure by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£200,000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4325824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Training &amp; Awareness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£250,000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3882657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P7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Email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£250,000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55643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P8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Network Behaviour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£1,200,000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660992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P9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Endpoint Detection &amp;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6580061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Security Incident and Event Management (SIEM)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£700,000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7066166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Intrusion Detection &amp; Prevention Systems</a:t>
                      </a:r>
                      <a:endParaRPr lang="en-GB" sz="900" b="1" dirty="0"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£300,000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696898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Vulnerability Scanning</a:t>
                      </a:r>
                      <a:endParaRPr lang="en-GB" sz="900" b="1" dirty="0"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1256215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Penetration Testing </a:t>
                      </a:r>
                      <a:endParaRPr lang="en-GB" sz="900" b="1" dirty="0"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192330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Threat Hunting &amp; Honey Pot</a:t>
                      </a:r>
                      <a:endParaRPr lang="en-GB" sz="900" b="1" dirty="0"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67517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D6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Endpoint Detection &amp;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87878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Anti Malware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£350,000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461030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Incident Response Plan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6043297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Incident Response Team (24 x 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£500,000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472632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Incident Response Team (Mon - Fri 9-5)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£250,000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396684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Backups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£500,000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786537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Incident Response Retainer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85879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R6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Digital Forensics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8033013"/>
                  </a:ext>
                </a:extLst>
              </a:tr>
            </a:tbl>
          </a:graphicData>
        </a:graphic>
      </p:graphicFrame>
      <p:graphicFrame>
        <p:nvGraphicFramePr>
          <p:cNvPr id="2" name="Table 8">
            <a:extLst>
              <a:ext uri="{FF2B5EF4-FFF2-40B4-BE49-F238E27FC236}">
                <a16:creationId xmlns:a16="http://schemas.microsoft.com/office/drawing/2014/main" id="{ED122F40-BAD0-8ECD-94F1-5B17BF2C6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851912"/>
              </p:ext>
            </p:extLst>
          </p:nvPr>
        </p:nvGraphicFramePr>
        <p:xfrm>
          <a:off x="6330763" y="373589"/>
          <a:ext cx="5530817" cy="5980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899">
                  <a:extLst>
                    <a:ext uri="{9D8B030D-6E8A-4147-A177-3AD203B41FA5}">
                      <a16:colId xmlns:a16="http://schemas.microsoft.com/office/drawing/2014/main" val="908170430"/>
                    </a:ext>
                  </a:extLst>
                </a:gridCol>
                <a:gridCol w="3169791">
                  <a:extLst>
                    <a:ext uri="{9D8B030D-6E8A-4147-A177-3AD203B41FA5}">
                      <a16:colId xmlns:a16="http://schemas.microsoft.com/office/drawing/2014/main" val="157865414"/>
                    </a:ext>
                  </a:extLst>
                </a:gridCol>
                <a:gridCol w="1037994">
                  <a:extLst>
                    <a:ext uri="{9D8B030D-6E8A-4147-A177-3AD203B41FA5}">
                      <a16:colId xmlns:a16="http://schemas.microsoft.com/office/drawing/2014/main" val="889980483"/>
                    </a:ext>
                  </a:extLst>
                </a:gridCol>
                <a:gridCol w="801133">
                  <a:extLst>
                    <a:ext uri="{9D8B030D-6E8A-4147-A177-3AD203B41FA5}">
                      <a16:colId xmlns:a16="http://schemas.microsoft.com/office/drawing/2014/main" val="3423326096"/>
                    </a:ext>
                  </a:extLst>
                </a:gridCol>
              </a:tblGrid>
              <a:tr h="519064">
                <a:tc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Control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/>
                        <a:t>Total 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106738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D6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Endpoint Detection &amp;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31408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Incident Response Plan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649337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Incident Response Team (24 x 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£500,000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358577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Security Incident and Event Management (SIEM)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£700,000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485890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Software Patching &amp;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£200,000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250432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Network Segmentation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£1,000,000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542563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Anti Malware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£350,000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007025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Secure by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£200,000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291929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Training &amp; Awareness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£250,000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350462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Backups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£500,000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8602080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P9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Endpoint Detection &amp;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105997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Intrusion Detection &amp; Prevention Systems</a:t>
                      </a:r>
                      <a:endParaRPr lang="en-GB" sz="900" b="1" dirty="0"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£300,000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529381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R6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Digital Forensics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3724720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Threat Hunting &amp; Honey Pot</a:t>
                      </a:r>
                      <a:endParaRPr lang="en-GB" sz="900" b="1" dirty="0"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702139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Anti Malware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£350,000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096726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P7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Email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£250,000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206573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P8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Network Behaviour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£1,200,000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193732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Incident Response Team (Mon - Fri 9-5)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£250,000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64832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Firewall &amp; DDOS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£800,000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312630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Vulnerability Scanning</a:t>
                      </a:r>
                      <a:endParaRPr lang="en-GB" sz="900" b="1" dirty="0"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1256215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Penetration Testing </a:t>
                      </a:r>
                      <a:endParaRPr lang="en-GB" sz="900" b="1" dirty="0"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192330"/>
                  </a:ext>
                </a:extLst>
              </a:tr>
              <a:tr h="248250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Incident Response Retainer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£100,000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85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091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730E3E4C-D1A3-17D7-7D12-0DFB6B3D3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2870" y="-74645"/>
            <a:ext cx="9144000" cy="613346"/>
          </a:xfrm>
        </p:spPr>
        <p:txBody>
          <a:bodyPr/>
          <a:lstStyle/>
          <a:p>
            <a:r>
              <a:rPr lang="en-GB" sz="1600" b="1" u="sng" dirty="0">
                <a:solidFill>
                  <a:srgbClr val="00A443"/>
                </a:solidFill>
              </a:rPr>
              <a:t>Your Group Points</a:t>
            </a: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E6CC3CE0-10DE-33AE-2C2B-584491A7A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505837"/>
              </p:ext>
            </p:extLst>
          </p:nvPr>
        </p:nvGraphicFramePr>
        <p:xfrm>
          <a:off x="306048" y="240274"/>
          <a:ext cx="11530934" cy="656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018">
                  <a:extLst>
                    <a:ext uri="{9D8B030D-6E8A-4147-A177-3AD203B41FA5}">
                      <a16:colId xmlns:a16="http://schemas.microsoft.com/office/drawing/2014/main" val="908170430"/>
                    </a:ext>
                  </a:extLst>
                </a:gridCol>
                <a:gridCol w="3564000">
                  <a:extLst>
                    <a:ext uri="{9D8B030D-6E8A-4147-A177-3AD203B41FA5}">
                      <a16:colId xmlns:a16="http://schemas.microsoft.com/office/drawing/2014/main" val="15786541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889980483"/>
                    </a:ext>
                  </a:extLst>
                </a:gridCol>
                <a:gridCol w="1186229">
                  <a:extLst>
                    <a:ext uri="{9D8B030D-6E8A-4147-A177-3AD203B41FA5}">
                      <a16:colId xmlns:a16="http://schemas.microsoft.com/office/drawing/2014/main" val="3423326096"/>
                    </a:ext>
                  </a:extLst>
                </a:gridCol>
                <a:gridCol w="1186229">
                  <a:extLst>
                    <a:ext uri="{9D8B030D-6E8A-4147-A177-3AD203B41FA5}">
                      <a16:colId xmlns:a16="http://schemas.microsoft.com/office/drawing/2014/main" val="977208299"/>
                    </a:ext>
                  </a:extLst>
                </a:gridCol>
                <a:gridCol w="1186229">
                  <a:extLst>
                    <a:ext uri="{9D8B030D-6E8A-4147-A177-3AD203B41FA5}">
                      <a16:colId xmlns:a16="http://schemas.microsoft.com/office/drawing/2014/main" val="850116788"/>
                    </a:ext>
                  </a:extLst>
                </a:gridCol>
                <a:gridCol w="1186229">
                  <a:extLst>
                    <a:ext uri="{9D8B030D-6E8A-4147-A177-3AD203B41FA5}">
                      <a16:colId xmlns:a16="http://schemas.microsoft.com/office/drawing/2014/main" val="80277033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727949728"/>
                    </a:ext>
                  </a:extLst>
                </a:gridCol>
              </a:tblGrid>
              <a:tr h="334266">
                <a:tc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Control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/>
                        <a:t>Control Purchased (Y/N)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/>
                        <a:t>Phase 1 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Phase 2 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Phase 3 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Phase 4 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Add your total pts per control here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106738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Anti Malware Protection </a:t>
                      </a:r>
                      <a:r>
                        <a:rPr lang="en-GB" sz="900" b="0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(£350,000)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>
                        <a:solidFill>
                          <a:srgbClr val="0DA9FF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>
                        <a:solidFill>
                          <a:srgbClr val="0DA9FF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>
                        <a:solidFill>
                          <a:srgbClr val="0DA9FF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kern="1200" dirty="0">
                        <a:solidFill>
                          <a:srgbClr val="FF9C1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kern="1200" dirty="0">
                        <a:solidFill>
                          <a:srgbClr val="FF9C1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kern="1200" dirty="0">
                        <a:solidFill>
                          <a:srgbClr val="FF9C1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747518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Network Segmentation </a:t>
                      </a:r>
                      <a:r>
                        <a:rPr lang="en-GB" sz="900" b="0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(£1,000,000)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>
                        <a:solidFill>
                          <a:srgbClr val="0DA9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>
                        <a:solidFill>
                          <a:srgbClr val="0DA9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GB" sz="900" kern="1200" dirty="0">
                        <a:solidFill>
                          <a:srgbClr val="FF9C1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GB" sz="900" kern="1200" dirty="0">
                        <a:solidFill>
                          <a:srgbClr val="FF9C1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GB" sz="900" kern="1200" dirty="0">
                        <a:solidFill>
                          <a:srgbClr val="FF9C1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483242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Firewall &amp; DDOS Protection </a:t>
                      </a:r>
                      <a:r>
                        <a:rPr lang="en-GB" sz="900" b="0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(£800,000)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>
                        <a:solidFill>
                          <a:srgbClr val="0DA9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>
                        <a:solidFill>
                          <a:srgbClr val="0DA9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GB" sz="900" kern="1200" dirty="0">
                        <a:solidFill>
                          <a:srgbClr val="FF9C1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GB" sz="900" kern="1200" dirty="0">
                        <a:solidFill>
                          <a:srgbClr val="FF9C1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GB" sz="900" kern="1200" dirty="0">
                        <a:solidFill>
                          <a:srgbClr val="FF9C1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312630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Software Patching &amp; Updates </a:t>
                      </a:r>
                      <a:r>
                        <a:rPr lang="en-GB" sz="900" b="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(£200,000)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>
                        <a:solidFill>
                          <a:srgbClr val="0DA9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>
                        <a:solidFill>
                          <a:srgbClr val="0DA9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589441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Secure by Design </a:t>
                      </a:r>
                      <a:r>
                        <a:rPr lang="en-GB" sz="900" b="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(£200,000)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>
                        <a:solidFill>
                          <a:srgbClr val="0DA9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>
                        <a:solidFill>
                          <a:srgbClr val="0DA9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325824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0A443"/>
                          </a:solidFill>
                        </a:rPr>
                        <a:t>P6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Training &amp; Awareness </a:t>
                      </a:r>
                      <a:r>
                        <a:rPr lang="en-GB" sz="900" b="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(£250,000)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GB" sz="900" kern="1200" dirty="0">
                        <a:solidFill>
                          <a:srgbClr val="0DA9FF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GB" sz="900" kern="1200" dirty="0">
                        <a:solidFill>
                          <a:srgbClr val="0DA9FF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GB" sz="900" kern="1200" dirty="0">
                        <a:solidFill>
                          <a:srgbClr val="0DA9FF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82657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P7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Email Security </a:t>
                      </a:r>
                      <a:r>
                        <a:rPr lang="en-GB" sz="900" b="0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(£250,000)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>
                        <a:solidFill>
                          <a:srgbClr val="0DA9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>
                        <a:solidFill>
                          <a:srgbClr val="0DA9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>
                        <a:solidFill>
                          <a:srgbClr val="0DA9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55643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P8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Network Behaviour Analysis </a:t>
                      </a:r>
                      <a:r>
                        <a:rPr lang="en-GB" sz="900" b="0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(£1,200,000)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>
                        <a:solidFill>
                          <a:srgbClr val="00A44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660992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P9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Endpoint Detection &amp; Response </a:t>
                      </a:r>
                      <a:r>
                        <a:rPr lang="en-GB" sz="900" b="0" kern="1200" dirty="0">
                          <a:solidFill>
                            <a:srgbClr val="00A443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(£1,000,000)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580061"/>
                  </a:ext>
                </a:extLst>
              </a:tr>
              <a:tr h="192846">
                <a:tc gridSpan="2"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chemeClr val="bg1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Prevent Control Costs (total your £ here)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b="0" dirty="0">
                        <a:solidFill>
                          <a:srgbClr val="0DA9FF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£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en-GB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952839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Security Incident and Event Management (SIEM) </a:t>
                      </a:r>
                      <a:r>
                        <a:rPr lang="en-GB" sz="900" b="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(£700,000)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066166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Intrusion Detection &amp; Prevention Systems </a:t>
                      </a:r>
                      <a:r>
                        <a:rPr lang="en-GB" sz="900" b="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(£300,000)</a:t>
                      </a:r>
                      <a:endParaRPr lang="en-GB" sz="900" b="0" dirty="0"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96898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Vulnerability Scanning </a:t>
                      </a:r>
                      <a:r>
                        <a:rPr lang="en-GB" sz="900" b="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(£100,000)</a:t>
                      </a:r>
                      <a:endParaRPr lang="en-GB" sz="900" b="0" dirty="0"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256215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Penetration Testing  </a:t>
                      </a:r>
                      <a:r>
                        <a:rPr lang="en-GB" sz="900" b="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(£100,000)</a:t>
                      </a:r>
                      <a:endParaRPr lang="en-GB" sz="900" b="0" dirty="0"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192330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Threat Hunting &amp; Honey Pot </a:t>
                      </a:r>
                      <a:r>
                        <a:rPr lang="en-GB" sz="900" b="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(£100,000)</a:t>
                      </a:r>
                      <a:endParaRPr lang="en-GB" sz="900" b="0" dirty="0"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767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D6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Endpoint Detection &amp; Response </a:t>
                      </a:r>
                      <a:r>
                        <a:rPr lang="en-GB" sz="900" b="0" kern="12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(£1,000,000)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87878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rgbClr val="0DA9FF"/>
                          </a:solidFill>
                        </a:rPr>
                        <a:t>D7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Anti Malware Protection </a:t>
                      </a:r>
                      <a:r>
                        <a:rPr lang="en-GB" sz="900" b="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(£350,000)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461030"/>
                  </a:ext>
                </a:extLst>
              </a:tr>
              <a:tr h="192846">
                <a:tc gridSpan="2"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 dirty="0">
                          <a:solidFill>
                            <a:schemeClr val="bg1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Detect Control Costs (total your £ here)</a:t>
                      </a:r>
                    </a:p>
                  </a:txBody>
                  <a:tcPr anchor="ctr">
                    <a:solidFill>
                      <a:srgbClr val="0DA9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0DA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£</a:t>
                      </a:r>
                    </a:p>
                  </a:txBody>
                  <a:tcPr anchor="ctr">
                    <a:solidFill>
                      <a:srgbClr val="0DA9F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en-GB" sz="900" dirty="0"/>
                    </a:p>
                  </a:txBody>
                  <a:tcPr anchor="ctr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231395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Incident Response Plan </a:t>
                      </a:r>
                      <a:r>
                        <a:rPr lang="en-GB" sz="900" b="0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(£50,000)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043297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Incident Response Team (24 x 7) </a:t>
                      </a:r>
                      <a:r>
                        <a:rPr lang="en-GB" sz="900" b="0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(£500,000)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472632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Incident Response Team (Mon - Fri 9-5) </a:t>
                      </a:r>
                      <a:r>
                        <a:rPr lang="en-GB" sz="900" b="0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(£250,000)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396684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Backups </a:t>
                      </a:r>
                      <a:r>
                        <a:rPr lang="en-GB" sz="900" b="0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(£500,000)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786537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Incident Response Retainer </a:t>
                      </a:r>
                      <a:r>
                        <a:rPr lang="en-GB" sz="900" b="0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(£100,000)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85879"/>
                  </a:ext>
                </a:extLst>
              </a:tr>
              <a:tr h="192846"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R6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b="1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Digital Forensics Service </a:t>
                      </a:r>
                      <a:r>
                        <a:rPr lang="en-GB" sz="900" b="0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(£200,000)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033013"/>
                  </a:ext>
                </a:extLst>
              </a:tr>
              <a:tr h="192846">
                <a:tc gridSpan="2"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 dirty="0">
                          <a:solidFill>
                            <a:schemeClr val="bg1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Respond Control Costs (total your £ here)</a:t>
                      </a:r>
                    </a:p>
                  </a:txBody>
                  <a:tcPr anchor="ctr">
                    <a:solidFill>
                      <a:srgbClr val="FF9C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solidFill>
                      <a:srgbClr val="FF9C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£</a:t>
                      </a:r>
                    </a:p>
                  </a:txBody>
                  <a:tcPr anchor="ctr">
                    <a:solidFill>
                      <a:srgbClr val="FF9C1A"/>
                    </a:solidFill>
                  </a:tcPr>
                </a:tc>
                <a:tc gridSpan="5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41461"/>
                  </a:ext>
                </a:extLst>
              </a:tr>
              <a:tr h="192846">
                <a:tc gridSpan="2">
                  <a:txBody>
                    <a:bodyPr/>
                    <a:lstStyle/>
                    <a:p>
                      <a:pPr marL="1885950" indent="0" algn="l"/>
                      <a:r>
                        <a:rPr lang="en-GB" sz="9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Note Your </a:t>
                      </a:r>
                      <a:r>
                        <a:rPr lang="en-GB" sz="900" b="1" u="sng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Total Budget Spent </a:t>
                      </a:r>
                      <a:r>
                        <a:rPr lang="en-GB" sz="900" b="1" u="none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Here</a:t>
                      </a:r>
                      <a:r>
                        <a:rPr lang="en-GB" sz="9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£</a:t>
                      </a: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248957"/>
                  </a:ext>
                </a:extLst>
              </a:tr>
              <a:tr h="192846">
                <a:tc gridSpan="3">
                  <a:txBody>
                    <a:bodyPr/>
                    <a:lstStyle/>
                    <a:p>
                      <a:pPr marL="1885950" indent="0" algn="l"/>
                      <a:r>
                        <a:rPr lang="en-GB" sz="9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Note Your </a:t>
                      </a:r>
                      <a:r>
                        <a:rPr lang="en-GB" sz="900" b="1" u="sng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Total Points </a:t>
                      </a:r>
                      <a:r>
                        <a:rPr lang="en-GB" sz="900" b="1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Per Phase Here        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900" b="1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296512"/>
                  </a:ext>
                </a:extLst>
              </a:tr>
            </a:tbl>
          </a:graphicData>
        </a:graphic>
      </p:graphicFrame>
      <p:pic>
        <p:nvPicPr>
          <p:cNvPr id="3" name="Graphic 2" descr="Arrow: Straight with solid fill">
            <a:extLst>
              <a:ext uri="{FF2B5EF4-FFF2-40B4-BE49-F238E27FC236}">
                <a16:creationId xmlns:a16="http://schemas.microsoft.com/office/drawing/2014/main" id="{6F7BC3F2-EF67-B01C-9925-9F54889642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261725" y="6558503"/>
            <a:ext cx="280447" cy="280447"/>
          </a:xfrm>
          <a:prstGeom prst="rect">
            <a:avLst/>
          </a:prstGeom>
        </p:spPr>
      </p:pic>
      <p:pic>
        <p:nvPicPr>
          <p:cNvPr id="8" name="Graphic 7" descr="Arrow: Straight with solid fill">
            <a:extLst>
              <a:ext uri="{FF2B5EF4-FFF2-40B4-BE49-F238E27FC236}">
                <a16:creationId xmlns:a16="http://schemas.microsoft.com/office/drawing/2014/main" id="{FC2F888A-0D1B-C20A-9B2E-D80FC6E882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020595" y="2665072"/>
            <a:ext cx="280447" cy="280447"/>
          </a:xfrm>
          <a:prstGeom prst="rect">
            <a:avLst/>
          </a:prstGeom>
        </p:spPr>
      </p:pic>
      <p:pic>
        <p:nvPicPr>
          <p:cNvPr id="9" name="Graphic 8" descr="Arrow: Straight with solid fill">
            <a:extLst>
              <a:ext uri="{FF2B5EF4-FFF2-40B4-BE49-F238E27FC236}">
                <a16:creationId xmlns:a16="http://schemas.microsoft.com/office/drawing/2014/main" id="{A3662B61-DB81-8962-8604-48BA24EEAC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037346" y="4492972"/>
            <a:ext cx="280447" cy="280447"/>
          </a:xfrm>
          <a:prstGeom prst="rect">
            <a:avLst/>
          </a:prstGeom>
        </p:spPr>
      </p:pic>
      <p:pic>
        <p:nvPicPr>
          <p:cNvPr id="10" name="Graphic 9" descr="Arrow: Straight with solid fill">
            <a:extLst>
              <a:ext uri="{FF2B5EF4-FFF2-40B4-BE49-F238E27FC236}">
                <a16:creationId xmlns:a16="http://schemas.microsoft.com/office/drawing/2014/main" id="{3352E069-676E-CD7D-1B6B-851E27F0BF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037346" y="6084528"/>
            <a:ext cx="28044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08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730E3E4C-D1A3-17D7-7D12-0DFB6B3D3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2871" y="127688"/>
            <a:ext cx="9144000" cy="613346"/>
          </a:xfrm>
        </p:spPr>
        <p:txBody>
          <a:bodyPr/>
          <a:lstStyle/>
          <a:p>
            <a:r>
              <a:rPr lang="en-GB" b="1" u="sng" dirty="0">
                <a:solidFill>
                  <a:srgbClr val="00A443"/>
                </a:solidFill>
              </a:rPr>
              <a:t>Summary of your control costs</a:t>
            </a: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E6CC3CE0-10DE-33AE-2C2B-584491A7ABCC}"/>
              </a:ext>
            </a:extLst>
          </p:cNvPr>
          <p:cNvGraphicFramePr>
            <a:graphicFrameLocks noGrp="1"/>
          </p:cNvGraphicFramePr>
          <p:nvPr/>
        </p:nvGraphicFramePr>
        <p:xfrm>
          <a:off x="193733" y="763849"/>
          <a:ext cx="11580000" cy="53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8170430"/>
                    </a:ext>
                  </a:extLst>
                </a:gridCol>
                <a:gridCol w="2196000">
                  <a:extLst>
                    <a:ext uri="{9D8B030D-6E8A-4147-A177-3AD203B41FA5}">
                      <a16:colId xmlns:a16="http://schemas.microsoft.com/office/drawing/2014/main" val="157865414"/>
                    </a:ext>
                  </a:extLst>
                </a:gridCol>
                <a:gridCol w="1304000">
                  <a:extLst>
                    <a:ext uri="{9D8B030D-6E8A-4147-A177-3AD203B41FA5}">
                      <a16:colId xmlns:a16="http://schemas.microsoft.com/office/drawing/2014/main" val="11096353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23326096"/>
                    </a:ext>
                  </a:extLst>
                </a:gridCol>
                <a:gridCol w="2196000">
                  <a:extLst>
                    <a:ext uri="{9D8B030D-6E8A-4147-A177-3AD203B41FA5}">
                      <a16:colId xmlns:a16="http://schemas.microsoft.com/office/drawing/2014/main" val="977208299"/>
                    </a:ext>
                  </a:extLst>
                </a:gridCol>
                <a:gridCol w="1304000">
                  <a:extLst>
                    <a:ext uri="{9D8B030D-6E8A-4147-A177-3AD203B41FA5}">
                      <a16:colId xmlns:a16="http://schemas.microsoft.com/office/drawing/2014/main" val="11991548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63510554"/>
                    </a:ext>
                  </a:extLst>
                </a:gridCol>
                <a:gridCol w="2196000">
                  <a:extLst>
                    <a:ext uri="{9D8B030D-6E8A-4147-A177-3AD203B41FA5}">
                      <a16:colId xmlns:a16="http://schemas.microsoft.com/office/drawing/2014/main" val="802770337"/>
                    </a:ext>
                  </a:extLst>
                </a:gridCol>
                <a:gridCol w="1304000">
                  <a:extLst>
                    <a:ext uri="{9D8B030D-6E8A-4147-A177-3AD203B41FA5}">
                      <a16:colId xmlns:a16="http://schemas.microsoft.com/office/drawing/2014/main" val="2309053478"/>
                    </a:ext>
                  </a:extLst>
                </a:gridCol>
              </a:tblGrid>
              <a:tr h="119755">
                <a:tc>
                  <a:txBody>
                    <a:bodyPr/>
                    <a:lstStyle/>
                    <a:p>
                      <a:pPr algn="ctr"/>
                      <a:endParaRPr lang="en-GB" sz="10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Prevent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Detect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9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Respond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106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900" b="0" dirty="0">
                          <a:solidFill>
                            <a:srgbClr val="00A443"/>
                          </a:solidFill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00A443"/>
                          </a:solidFill>
                        </a:rPr>
                        <a:t>Anti Malware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£350,000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Security Incident and Event Management (SIEM)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  <a:p>
                      <a:pPr algn="ctr"/>
                      <a:r>
                        <a:rPr lang="en-GB" sz="1400" dirty="0"/>
                        <a:t>£700,000</a:t>
                      </a:r>
                    </a:p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Incident Response Plan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747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900" b="0" dirty="0">
                          <a:solidFill>
                            <a:srgbClr val="00A443"/>
                          </a:solidFill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00A443"/>
                          </a:solidFill>
                        </a:rPr>
                        <a:t>Network Segmentation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Intrusion Detection &amp; Prevention Systems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£300,000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1400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Incident Response Team (24 x 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£500,000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483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900" b="0" dirty="0">
                          <a:solidFill>
                            <a:srgbClr val="00A443"/>
                          </a:solidFill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00A443"/>
                          </a:solidFill>
                        </a:rPr>
                        <a:t>Firewall &amp; DDOS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£800,000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Vulnerability Scanning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1400" kern="1200" dirty="0">
                          <a:solidFill>
                            <a:srgbClr val="FF9C1A"/>
                          </a:solidFill>
                          <a:latin typeface="+mn-lt"/>
                          <a:ea typeface="+mn-ea"/>
                          <a:cs typeface="+mn-cs"/>
                        </a:rPr>
                        <a:t>Incident Response Team (Mon - Fri 9-5)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£250,000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312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900" b="0" dirty="0">
                          <a:solidFill>
                            <a:srgbClr val="00A443"/>
                          </a:solidFill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00A443"/>
                          </a:solidFill>
                        </a:rPr>
                        <a:t>Software Patching &amp;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Penetration Testing 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Backups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/>
                        <a:t>£500,000</a:t>
                      </a:r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589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900" b="0" dirty="0">
                          <a:solidFill>
                            <a:srgbClr val="00A443"/>
                          </a:solidFill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00A443"/>
                          </a:solidFill>
                        </a:rPr>
                        <a:t>Secure by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Threat Hunting &amp; Honey Pot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Incident Response Retainer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£100,000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4325824"/>
                  </a:ext>
                </a:extLst>
              </a:tr>
              <a:tr h="435494">
                <a:tc>
                  <a:txBody>
                    <a:bodyPr/>
                    <a:lstStyle/>
                    <a:p>
                      <a:pPr algn="ctr"/>
                      <a:r>
                        <a:rPr lang="en-GB" sz="900" b="0" dirty="0">
                          <a:solidFill>
                            <a:srgbClr val="00A443"/>
                          </a:solidFill>
                        </a:rPr>
                        <a:t>P6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00A443"/>
                          </a:solidFill>
                        </a:rPr>
                        <a:t>Training &amp; Awareness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£250,000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900" kern="12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D6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GB" sz="1400" kern="1200" dirty="0">
                          <a:solidFill>
                            <a:srgbClr val="0DA9FF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Endpoint Detection &amp;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£1,000,000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R6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rgbClr val="FF9C1A"/>
                          </a:solidFill>
                          <a:latin typeface="IberPangea" panose="020B0504000000000000" pitchFamily="34" charset="0"/>
                          <a:ea typeface="IberPangea" panose="020B0504000000000000" pitchFamily="34" charset="0"/>
                          <a:cs typeface="IberPangea" panose="020B0504000000000000" pitchFamily="34" charset="0"/>
                        </a:rPr>
                        <a:t>Digital Forensics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£200,000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3882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900" b="0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P7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Email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£250,000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rgbClr val="0DA9FF"/>
                          </a:solidFill>
                        </a:rPr>
                        <a:t>D7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rgbClr val="0DA9FF"/>
                          </a:solidFill>
                        </a:rPr>
                        <a:t>Anti Malware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£350,000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kern="1200" dirty="0">
                        <a:solidFill>
                          <a:srgbClr val="FF9C1A"/>
                        </a:solidFill>
                        <a:latin typeface="IberPangea" panose="020B0504000000000000" pitchFamily="34" charset="0"/>
                        <a:ea typeface="IberPangea" panose="020B0504000000000000" pitchFamily="34" charset="0"/>
                        <a:cs typeface="IberPangea" panose="020B0504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55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900" b="0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P8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Network Behaviour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£1,200,000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rgbClr val="00A443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660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P9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rgbClr val="00A443"/>
                          </a:solidFill>
                          <a:latin typeface="+mn-lt"/>
                          <a:ea typeface="+mn-ea"/>
                          <a:cs typeface="+mn-cs"/>
                        </a:rPr>
                        <a:t>Endpoint Detection &amp;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8285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£1,000,000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6580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134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B0EF1E7-37C5-FD5F-6B53-A1B035784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39197"/>
            <a:ext cx="11144249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Anti Malware </a:t>
            </a:r>
            <a:br>
              <a:rPr lang="en-GB" sz="36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£350,000</a:t>
            </a:r>
            <a:b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**Available in </a:t>
            </a:r>
            <a:r>
              <a:rPr lang="en-GB" sz="27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Prevent</a:t>
            </a: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 &amp; </a:t>
            </a:r>
            <a:r>
              <a:rPr lang="en-GB" sz="27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Detect </a:t>
            </a: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- this control only covers your Prevent purchase **  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C23081-826B-4678-8AB4-6E38076C7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03358"/>
            <a:ext cx="8812875" cy="1820192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 algn="just">
              <a:buNone/>
            </a:pPr>
            <a:r>
              <a:rPr lang="en-GB" sz="2800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Is an application which scans your company's network to identify and eliminate malicious software.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D849ED-27AF-ABA3-5710-9CE516FBC500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P1</a:t>
            </a:r>
          </a:p>
        </p:txBody>
      </p:sp>
    </p:spTree>
    <p:extLst>
      <p:ext uri="{BB962C8B-B14F-4D97-AF65-F5344CB8AC3E}">
        <p14:creationId xmlns:p14="http://schemas.microsoft.com/office/powerpoint/2010/main" val="347147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1" name="Rectangle 92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CFA0B-3EB7-5296-BF28-06749EC10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Network Segmentation</a:t>
            </a:r>
            <a:br>
              <a:rPr lang="en-GB" sz="31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1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£1,000,000</a:t>
            </a:r>
            <a:endParaRPr lang="en-GB" sz="3100" dirty="0">
              <a:solidFill>
                <a:srgbClr val="00A443"/>
              </a:solidFill>
              <a:latin typeface="IberPangea" panose="020B0504000000000000" pitchFamily="34" charset="0"/>
              <a:ea typeface="IberPangea" panose="020B0504000000000000" pitchFamily="34" charset="0"/>
              <a:cs typeface="IberPangea" panose="020B0504000000000000" pitchFamily="34" charset="0"/>
            </a:endParaRPr>
          </a:p>
        </p:txBody>
      </p:sp>
      <p:sp>
        <p:nvSpPr>
          <p:cNvPr id="182" name="Freeform: Shape 94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3" name="Oval 96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Freeform: Shape 98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5" name="Straight Connector 100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Freeform: Shape 102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7" name="Freeform: Shape 104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8" name="Freeform: Shape 106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2BF23-5DD9-2EF3-AF13-7A1E4F80A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1138"/>
            <a:ext cx="9120447" cy="2521325"/>
          </a:xfrm>
          <a:solidFill>
            <a:schemeClr val="bg1"/>
          </a:solidFill>
        </p:spPr>
        <p:txBody>
          <a:bodyPr anchor="ctr">
            <a:normAutofit fontScale="92500"/>
          </a:bodyPr>
          <a:lstStyle/>
          <a:p>
            <a:pPr marL="0" indent="0" algn="just"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Network segmentation divides a computer network (a bunch of connected computing devices) into smaller groups. </a:t>
            </a:r>
          </a:p>
          <a:p>
            <a:pPr marL="0" indent="0" algn="just">
              <a:buNone/>
            </a:pPr>
            <a:endParaRPr lang="en-GB" dirty="0">
              <a:latin typeface="IberPangea" panose="020B0504000000000000" pitchFamily="34" charset="0"/>
              <a:ea typeface="IberPangea" panose="020B0504000000000000" pitchFamily="34" charset="0"/>
              <a:cs typeface="IberPangea" panose="020B0504000000000000" pitchFamily="34" charset="0"/>
            </a:endParaRPr>
          </a:p>
          <a:p>
            <a:pPr marL="0" indent="0" algn="just"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Breaking up one large network into a few smaller networks can help stop malware spreading, or attackers moving throughout your entire network.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1CFDD5-EE4C-DBFC-43B7-653785C20591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P2</a:t>
            </a:r>
          </a:p>
        </p:txBody>
      </p:sp>
    </p:spTree>
    <p:extLst>
      <p:ext uri="{BB962C8B-B14F-4D97-AF65-F5344CB8AC3E}">
        <p14:creationId xmlns:p14="http://schemas.microsoft.com/office/powerpoint/2010/main" val="1343846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7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CFA0B-3EB7-5296-BF28-06749EC10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76331"/>
            <a:ext cx="5393360" cy="1325563"/>
          </a:xfrm>
        </p:spPr>
        <p:txBody>
          <a:bodyPr>
            <a:normAutofit fontScale="90000"/>
          </a:bodyPr>
          <a:lstStyle/>
          <a:p>
            <a:r>
              <a:rPr lang="en-GB" sz="3600" b="1" i="0" dirty="0">
                <a:solidFill>
                  <a:srgbClr val="00A443"/>
                </a:solidFill>
                <a:effectLst/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Firewall &amp; DdoS Protection </a:t>
            </a:r>
            <a:br>
              <a:rPr lang="en-GB" sz="3400" b="0" i="0" dirty="0">
                <a:solidFill>
                  <a:srgbClr val="00A443"/>
                </a:solidFill>
                <a:effectLst/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2700" b="0" i="0" dirty="0">
                <a:solidFill>
                  <a:srgbClr val="00A443"/>
                </a:solidFill>
                <a:effectLst/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b="0" i="0" dirty="0">
                <a:solidFill>
                  <a:srgbClr val="00A443"/>
                </a:solidFill>
                <a:effectLst/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£800,000</a:t>
            </a:r>
            <a:endParaRPr lang="en-GB" sz="2700" dirty="0">
              <a:solidFill>
                <a:srgbClr val="00A443"/>
              </a:solidFill>
              <a:latin typeface="IberPangea" panose="020B0504000000000000" pitchFamily="34" charset="0"/>
              <a:ea typeface="IberPangea" panose="020B0504000000000000" pitchFamily="34" charset="0"/>
              <a:cs typeface="IberPangea" panose="020B0504000000000000" pitchFamily="34" charset="0"/>
            </a:endParaRPr>
          </a:p>
        </p:txBody>
      </p:sp>
      <p:sp>
        <p:nvSpPr>
          <p:cNvPr id="26" name="Freeform: Shape 29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31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33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5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7" name="Straight Connector 37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: Shape 41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2BF23-5DD9-2EF3-AF13-7A1E4F80A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344240"/>
            <a:ext cx="9236824" cy="257931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A firewall is a device which blocks any activity that looks suspicious from accessing devices or information. </a:t>
            </a:r>
          </a:p>
          <a:p>
            <a:pPr marL="0" indent="0" algn="just">
              <a:buNone/>
            </a:pPr>
            <a:endParaRPr lang="en-GB" dirty="0">
              <a:latin typeface="IberPangea" panose="020B0504000000000000" pitchFamily="34" charset="0"/>
              <a:ea typeface="IberPangea" panose="020B0504000000000000" pitchFamily="34" charset="0"/>
              <a:cs typeface="IberPangea" panose="020B0504000000000000" pitchFamily="34" charset="0"/>
            </a:endParaRPr>
          </a:p>
          <a:p>
            <a:pPr marL="0" indent="0" algn="just"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Ddos (Distributed Denial of Service) protection helps reduce the impact of Ddos attacks by identifying and blocking activity that looks like a denial-of-service attack.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A3AE8A-83F9-05C1-CBB9-EF1B285F9618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P3</a:t>
            </a:r>
          </a:p>
        </p:txBody>
      </p:sp>
    </p:spTree>
    <p:extLst>
      <p:ext uri="{BB962C8B-B14F-4D97-AF65-F5344CB8AC3E}">
        <p14:creationId xmlns:p14="http://schemas.microsoft.com/office/powerpoint/2010/main" val="214248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075574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Software Patching &amp; Updates </a:t>
            </a:r>
            <a:br>
              <a:rPr lang="en-GB" sz="36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£200,000 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28442"/>
            <a:ext cx="9261763" cy="2184627"/>
          </a:xfrm>
          <a:solidFill>
            <a:schemeClr val="bg1"/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 algn="just">
              <a:buNone/>
            </a:pPr>
            <a:r>
              <a:rPr lang="en-GB" sz="2800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Patches are changes to a computer program that fixes, updates or improves it.</a:t>
            </a:r>
          </a:p>
          <a:p>
            <a:pPr marL="0" indent="0" algn="just">
              <a:buNone/>
            </a:pPr>
            <a:endParaRPr lang="en-GB" sz="2800" dirty="0">
              <a:latin typeface="IberPangea" panose="020B0504000000000000" pitchFamily="34" charset="0"/>
              <a:ea typeface="IberPangea" panose="020B0504000000000000" pitchFamily="34" charset="0"/>
              <a:cs typeface="IberPangea" panose="020B0504000000000000" pitchFamily="34" charset="0"/>
            </a:endParaRPr>
          </a:p>
          <a:p>
            <a:pPr marL="0" indent="0" algn="just">
              <a:buNone/>
            </a:pPr>
            <a:r>
              <a:rPr lang="en-GB" sz="2800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Patches are released to fix security issues found in applications and devices.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C95A1D-1FEA-5175-FE75-5029D3C7227B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P4</a:t>
            </a:r>
          </a:p>
        </p:txBody>
      </p:sp>
    </p:spTree>
    <p:extLst>
      <p:ext uri="{BB962C8B-B14F-4D97-AF65-F5344CB8AC3E}">
        <p14:creationId xmlns:p14="http://schemas.microsoft.com/office/powerpoint/2010/main" val="3297974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075574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Secure by Design </a:t>
            </a:r>
            <a:br>
              <a:rPr lang="en-GB" sz="36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£200,000 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8442"/>
            <a:ext cx="9211887" cy="1718509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 algn="just">
              <a:buNone/>
            </a:pPr>
            <a:r>
              <a:rPr lang="en-GB" sz="2800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This is where security is implemented in every level in building your applications, systems and network.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BF9677-2DF2-C4A0-B865-F3E5F17DD6FD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P5</a:t>
            </a:r>
          </a:p>
        </p:txBody>
      </p:sp>
    </p:spTree>
    <p:extLst>
      <p:ext uri="{BB962C8B-B14F-4D97-AF65-F5344CB8AC3E}">
        <p14:creationId xmlns:p14="http://schemas.microsoft.com/office/powerpoint/2010/main" val="3323045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4460"/>
            <a:ext cx="6075574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Training and Awareness Program</a:t>
            </a:r>
            <a:br>
              <a:rPr lang="en-GB" sz="32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2800" b="0" i="0" dirty="0">
                <a:effectLst/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£250,000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8442"/>
            <a:ext cx="9360455" cy="1868743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 algn="just">
              <a:buNone/>
            </a:pPr>
            <a:r>
              <a:rPr lang="en-GB" dirty="0">
                <a:latin typeface="IberPangea" panose="020B0504000000000000" pitchFamily="34" charset="0"/>
              </a:rPr>
              <a:t>A cyber training &amp; awareness program helps employees understand what threats look like, how they work and how employees should respond when they encounter a threat.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085B62-8211-A93D-DD66-B3F915BA5D60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P6</a:t>
            </a:r>
          </a:p>
        </p:txBody>
      </p:sp>
    </p:spTree>
    <p:extLst>
      <p:ext uri="{BB962C8B-B14F-4D97-AF65-F5344CB8AC3E}">
        <p14:creationId xmlns:p14="http://schemas.microsoft.com/office/powerpoint/2010/main" val="708148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6343"/>
            <a:ext cx="6075574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Email Security</a:t>
            </a:r>
            <a:br>
              <a:rPr lang="en-GB" sz="36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£250,000 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8442"/>
            <a:ext cx="9228512" cy="1502983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Acts as a firewall to prevent malicious emails from reaching employees email accounts.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dirty="0">
              <a:latin typeface="IberPangea" panose="020B0504000000000000" pitchFamily="34" charset="0"/>
              <a:ea typeface="IberPangea" panose="020B0504000000000000" pitchFamily="34" charset="0"/>
              <a:cs typeface="IberPangea" panose="020B0504000000000000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Allows employees to report emails they think might be suspicious.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2624B4-07DE-6853-C82A-FE25A80783DB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P7</a:t>
            </a:r>
          </a:p>
        </p:txBody>
      </p:sp>
    </p:spTree>
    <p:extLst>
      <p:ext uri="{BB962C8B-B14F-4D97-AF65-F5344CB8AC3E}">
        <p14:creationId xmlns:p14="http://schemas.microsoft.com/office/powerpoint/2010/main" val="1255090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2472"/>
            <a:ext cx="6075574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Network Behaviour Analysis (NBA)</a:t>
            </a:r>
            <a:br>
              <a:rPr lang="en-GB" sz="36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£1,200,000 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7640"/>
            <a:ext cx="9103820" cy="2653800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NBA is like having a security guard for your network. It watches all the traffic and activities happening on your network to spot anything unusual or suspicious.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dirty="0">
              <a:latin typeface="IberPangea" panose="020B0504000000000000" pitchFamily="34" charset="0"/>
              <a:ea typeface="IberPangea" panose="020B0504000000000000" pitchFamily="34" charset="0"/>
              <a:cs typeface="IberPangea" panose="020B0504000000000000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If it sees something that doesn’t look right, it raises an alarm so you can check it out and make sure everything is safe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EA5E0D-8EAF-27A2-292E-5A63E48159EF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P8</a:t>
            </a:r>
          </a:p>
        </p:txBody>
      </p:sp>
    </p:spTree>
    <p:extLst>
      <p:ext uri="{BB962C8B-B14F-4D97-AF65-F5344CB8AC3E}">
        <p14:creationId xmlns:p14="http://schemas.microsoft.com/office/powerpoint/2010/main" val="1584444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33910"/>
            <a:ext cx="11106147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Endpoint Detection &amp; </a:t>
            </a:r>
            <a:br>
              <a:rPr lang="en-GB" sz="36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36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Response (EDR)</a:t>
            </a:r>
            <a:br>
              <a:rPr lang="en-GB" sz="36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£1,000,000 </a:t>
            </a:r>
            <a:b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**Available in </a:t>
            </a:r>
            <a:r>
              <a:rPr lang="en-GB" sz="27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Prevent</a:t>
            </a: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 &amp; </a:t>
            </a:r>
            <a:r>
              <a:rPr lang="en-GB" sz="27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Detect </a:t>
            </a: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- this control only covers your Prevent purchase**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00621"/>
            <a:ext cx="9070571" cy="2028088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EDR continuously monitors your devices for suspicious activities and alerts you if something unusual happens, so you can quickly address any potential threats.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139534-7D7B-7966-617C-6A054F511A54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P9</a:t>
            </a:r>
          </a:p>
        </p:txBody>
      </p:sp>
    </p:spTree>
    <p:extLst>
      <p:ext uri="{BB962C8B-B14F-4D97-AF65-F5344CB8AC3E}">
        <p14:creationId xmlns:p14="http://schemas.microsoft.com/office/powerpoint/2010/main" val="2783146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454281"/>
            <a:ext cx="6333089" cy="2320962"/>
          </a:xfrm>
        </p:spPr>
        <p:txBody>
          <a:bodyPr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GB" sz="32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Security Incident &amp; Event Management (SIEM)</a:t>
            </a:r>
            <a:br>
              <a:rPr lang="en-GB" sz="36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24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4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£700,000 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150" y="2193244"/>
            <a:ext cx="9696450" cy="2461429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A team of highly trained people who are constantly monitoring for security incidents to protect the organisation from a cyberattack.</a:t>
            </a:r>
          </a:p>
          <a:p>
            <a:pPr marL="0" indent="0" algn="just">
              <a:buNone/>
            </a:pPr>
            <a:endParaRPr lang="en-GB" dirty="0">
              <a:latin typeface="IberPangea" panose="020B0504000000000000" pitchFamily="34" charset="0"/>
              <a:ea typeface="IberPangea" panose="020B0504000000000000" pitchFamily="34" charset="0"/>
              <a:cs typeface="IberPangea" panose="020B0504000000000000" pitchFamily="34" charset="0"/>
            </a:endParaRPr>
          </a:p>
          <a:p>
            <a:pPr marL="0" indent="0" algn="just"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A SIEM (Security Incident and Event Management) shows all activity occurring from people outside and inside your network when connecting to your applications and devices.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481D5D-FA31-D2B1-05D4-0945A3A0A6A6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D1</a:t>
            </a:r>
          </a:p>
        </p:txBody>
      </p:sp>
    </p:spTree>
    <p:extLst>
      <p:ext uri="{BB962C8B-B14F-4D97-AF65-F5344CB8AC3E}">
        <p14:creationId xmlns:p14="http://schemas.microsoft.com/office/powerpoint/2010/main" val="3386685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407"/>
            <a:ext cx="6075574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Intrusion Detection &amp; Prevention Systems</a:t>
            </a:r>
            <a:br>
              <a:rPr lang="en-GB" sz="36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£300,000 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5232"/>
            <a:ext cx="9062257" cy="2089278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Software that analyses the activity within your network for malicious behaviour and then acts to stop the detected incidents.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568D47-D649-D2A1-6B5E-2F23320FAAD4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D2</a:t>
            </a:r>
          </a:p>
        </p:txBody>
      </p:sp>
    </p:spTree>
    <p:extLst>
      <p:ext uri="{BB962C8B-B14F-4D97-AF65-F5344CB8AC3E}">
        <p14:creationId xmlns:p14="http://schemas.microsoft.com/office/powerpoint/2010/main" val="3520584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717"/>
            <a:ext cx="6075574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Vulnerability Scanning</a:t>
            </a:r>
            <a:br>
              <a:rPr lang="en-GB" sz="36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£100,000 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8442"/>
            <a:ext cx="8726688" cy="2295108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A computer program designed to find weaknesses in an organisations network.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48EE19-5592-FE1A-981D-B0CDBA5E7267}"/>
              </a:ext>
            </a:extLst>
          </p:cNvPr>
          <p:cNvSpPr txBox="1"/>
          <p:nvPr/>
        </p:nvSpPr>
        <p:spPr>
          <a:xfrm>
            <a:off x="11022677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D3</a:t>
            </a:r>
          </a:p>
        </p:txBody>
      </p:sp>
    </p:spTree>
    <p:extLst>
      <p:ext uri="{BB962C8B-B14F-4D97-AF65-F5344CB8AC3E}">
        <p14:creationId xmlns:p14="http://schemas.microsoft.com/office/powerpoint/2010/main" val="515801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717"/>
            <a:ext cx="6075574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Penetration Testing</a:t>
            </a:r>
            <a:br>
              <a:rPr lang="en-GB" sz="36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£100,000 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8442"/>
            <a:ext cx="9095509" cy="2109813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An authorized simulated cyberattack on a computer system, performed to evaluate the security of the system.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3A4F6-3320-83A3-7C69-7A8976B0675A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D4</a:t>
            </a:r>
          </a:p>
        </p:txBody>
      </p:sp>
    </p:spTree>
    <p:extLst>
      <p:ext uri="{BB962C8B-B14F-4D97-AF65-F5344CB8AC3E}">
        <p14:creationId xmlns:p14="http://schemas.microsoft.com/office/powerpoint/2010/main" val="2857829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628"/>
            <a:ext cx="6075574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Threat Hunting &amp; Honey Pot</a:t>
            </a:r>
            <a:br>
              <a:rPr lang="en-GB" sz="36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£100,000 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832" y="1978147"/>
            <a:ext cx="9236825" cy="2511049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Threat hunting is where you search through your own network (computers, applications, etc) searching for signs of attackers being present.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dirty="0">
              <a:latin typeface="IberPangea" panose="020B0504000000000000" pitchFamily="34" charset="0"/>
              <a:ea typeface="IberPangea" panose="020B0504000000000000" pitchFamily="34" charset="0"/>
              <a:cs typeface="IberPangea" panose="020B0504000000000000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A honey pot is a trap you can put somewhere where attackers might find it so you can get an idea of how they are trying to break into your systems.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FBDD11-34E3-05C6-C82D-B700AC8661DB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D5</a:t>
            </a:r>
          </a:p>
        </p:txBody>
      </p:sp>
    </p:spTree>
    <p:extLst>
      <p:ext uri="{BB962C8B-B14F-4D97-AF65-F5344CB8AC3E}">
        <p14:creationId xmlns:p14="http://schemas.microsoft.com/office/powerpoint/2010/main" val="3700784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59098"/>
            <a:ext cx="11134723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Endpoint Detection </a:t>
            </a:r>
            <a:r>
              <a:rPr lang="en-GB" sz="3600" b="1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&amp; </a:t>
            </a:r>
            <a:br>
              <a:rPr lang="en-GB" sz="3600" b="1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3600" b="1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Response </a:t>
            </a:r>
            <a:r>
              <a:rPr lang="en-GB" sz="36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(EDR)</a:t>
            </a:r>
            <a:br>
              <a:rPr lang="en-GB" sz="36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£1,000,000 </a:t>
            </a:r>
            <a:b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**Available in </a:t>
            </a:r>
            <a:r>
              <a:rPr lang="en-GB" sz="27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Prevent</a:t>
            </a: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 </a:t>
            </a:r>
            <a:r>
              <a:rPr lang="en-GB" sz="27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&amp; </a:t>
            </a:r>
            <a:r>
              <a:rPr lang="en-GB" sz="27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Detect </a:t>
            </a:r>
            <a:r>
              <a:rPr lang="en-GB" sz="27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- this control only covers your Detect purchase **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76174"/>
            <a:ext cx="9552709" cy="1845208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EDR continuously monitors your devices for suspicious activities and alerts you if something unusual happens, so you can quickly address any potential threats.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3ACF90-00C4-3A5A-970E-6AA222B4C027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D6</a:t>
            </a:r>
          </a:p>
        </p:txBody>
      </p:sp>
    </p:spTree>
    <p:extLst>
      <p:ext uri="{BB962C8B-B14F-4D97-AF65-F5344CB8AC3E}">
        <p14:creationId xmlns:p14="http://schemas.microsoft.com/office/powerpoint/2010/main" val="2502582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8C68FBF-62AC-C283-D5D8-493A2C2C5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14010"/>
            <a:ext cx="11020425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Anti Malware </a:t>
            </a:r>
            <a:br>
              <a:rPr lang="en-GB" sz="36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£350,000</a:t>
            </a:r>
            <a:b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**Available in </a:t>
            </a:r>
            <a:r>
              <a:rPr lang="en-GB" sz="2700" b="1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Prevent</a:t>
            </a: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 </a:t>
            </a:r>
            <a:r>
              <a:rPr lang="en-GB" sz="27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&amp; </a:t>
            </a:r>
            <a:r>
              <a:rPr lang="en-GB" sz="27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Detect</a:t>
            </a:r>
            <a:r>
              <a:rPr lang="en-GB" sz="2700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 - this control only covers your Detect purchase** </a:t>
            </a:r>
            <a:r>
              <a:rPr lang="en-GB" sz="2700" dirty="0">
                <a:solidFill>
                  <a:srgbClr val="00A443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 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6BCD05-5055-3746-F5A8-6D583724B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6790"/>
            <a:ext cx="9078884" cy="1621879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 algn="just">
              <a:buNone/>
            </a:pPr>
            <a:r>
              <a:rPr lang="en-GB" sz="2800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Is an application which scans your company's network to identify and eliminate malicious software.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0F524-6D76-C2F5-05CC-A83559FDAD75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DA9FF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D7</a:t>
            </a:r>
          </a:p>
        </p:txBody>
      </p:sp>
    </p:spTree>
    <p:extLst>
      <p:ext uri="{BB962C8B-B14F-4D97-AF65-F5344CB8AC3E}">
        <p14:creationId xmlns:p14="http://schemas.microsoft.com/office/powerpoint/2010/main" val="2237616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717"/>
            <a:ext cx="6075574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Incident Response Plan</a:t>
            </a:r>
            <a:br>
              <a:rPr lang="en-GB" sz="36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£50,000 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8442"/>
            <a:ext cx="8538555" cy="2295108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A plan containing a set of instructions to follow when responding to a cyber incident to limit the damage that a cyber-attack causes.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150ADA-242A-578D-135F-BC981B0439B0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R1</a:t>
            </a:r>
          </a:p>
        </p:txBody>
      </p:sp>
    </p:spTree>
    <p:extLst>
      <p:ext uri="{BB962C8B-B14F-4D97-AF65-F5344CB8AC3E}">
        <p14:creationId xmlns:p14="http://schemas.microsoft.com/office/powerpoint/2010/main" val="43875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0940"/>
            <a:ext cx="5097087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Incident Response Team (24 x 7)</a:t>
            </a:r>
            <a:br>
              <a:rPr lang="en-GB" sz="3600" b="1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27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£500,000</a:t>
            </a:r>
            <a:br>
              <a:rPr lang="en-GB" sz="27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endParaRPr lang="en-GB" sz="2700" dirty="0">
              <a:solidFill>
                <a:srgbClr val="FF9C1A"/>
              </a:solidFill>
              <a:latin typeface="IberPangea" panose="020B0504000000000000" pitchFamily="34" charset="0"/>
              <a:ea typeface="IberPangea" panose="020B0504000000000000" pitchFamily="34" charset="0"/>
              <a:cs typeface="IberPangea" panose="020B0504000000000000" pitchFamily="34" charset="0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8442"/>
            <a:ext cx="9012381" cy="2392445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A team responsible for responding to security incidents after they have occurred to try and prevent a high amount of damage occurring, available over a 24hour by 7-day timeframe.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FCABEF-39B5-DC7F-59B3-2084BB62F591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R2</a:t>
            </a:r>
          </a:p>
        </p:txBody>
      </p:sp>
    </p:spTree>
    <p:extLst>
      <p:ext uri="{BB962C8B-B14F-4D97-AF65-F5344CB8AC3E}">
        <p14:creationId xmlns:p14="http://schemas.microsoft.com/office/powerpoint/2010/main" val="2711645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932187F-B87B-CEAD-53D0-53685B32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937"/>
            <a:ext cx="5146964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Incident Response Team (Mon - Fri 9-5)</a:t>
            </a:r>
            <a:br>
              <a:rPr lang="en-GB" sz="3600" b="1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27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 £250,000 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A077717-7521-9187-EE5A-D59BDD73F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8442"/>
            <a:ext cx="9087195" cy="2076562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A team responsible for responding to security incidents after they have occurred to try and prevent a high amount of damage occurring, available over a standard working window during Mon – Fri, hours of 9am – 5pm timeframe.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7FE98-FD17-14A9-7235-BC2E97056739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R3</a:t>
            </a:r>
          </a:p>
        </p:txBody>
      </p:sp>
    </p:spTree>
    <p:extLst>
      <p:ext uri="{BB962C8B-B14F-4D97-AF65-F5344CB8AC3E}">
        <p14:creationId xmlns:p14="http://schemas.microsoft.com/office/powerpoint/2010/main" val="1277225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717"/>
            <a:ext cx="6075574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Backup Restores</a:t>
            </a:r>
            <a:br>
              <a:rPr lang="en-GB" sz="36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£500,000 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3992"/>
            <a:ext cx="9145384" cy="2209819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Process of copying backup data from secondary storage and restoring it to its original location or a new location.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This will help a company get their computers and programs back up and running with the data available.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7EB205-4645-EB33-3EB7-872CF69E8CCA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R4</a:t>
            </a:r>
          </a:p>
        </p:txBody>
      </p:sp>
    </p:spTree>
    <p:extLst>
      <p:ext uri="{BB962C8B-B14F-4D97-AF65-F5344CB8AC3E}">
        <p14:creationId xmlns:p14="http://schemas.microsoft.com/office/powerpoint/2010/main" val="521106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717"/>
            <a:ext cx="6075574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Incident Response Retainer</a:t>
            </a:r>
            <a:br>
              <a:rPr lang="en-GB" sz="36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£100,000 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3992"/>
            <a:ext cx="8804563" cy="2392699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A structured form of expertise and support through a security partner, enabling them to respond quickly and effectively in the event of a cyber incident.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411B8-EB02-8265-4E9A-6389C78C83F2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R5</a:t>
            </a:r>
          </a:p>
        </p:txBody>
      </p:sp>
    </p:spTree>
    <p:extLst>
      <p:ext uri="{BB962C8B-B14F-4D97-AF65-F5344CB8AC3E}">
        <p14:creationId xmlns:p14="http://schemas.microsoft.com/office/powerpoint/2010/main" val="163894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A935CB61-EB70-EDCC-1095-194D1E43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470"/>
            <a:ext cx="6075574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Digital Forensics Services</a:t>
            </a:r>
            <a:br>
              <a:rPr lang="en-GB" sz="36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br>
              <a:rPr lang="en-GB" sz="36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</a:br>
            <a:r>
              <a:rPr lang="en-GB" sz="2700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Budget: £200,000 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42A5162-7826-5AD4-4089-ABDD54A7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482"/>
            <a:ext cx="9203575" cy="2292946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Process after an incident where you search through the device to see what occurred and how it occurred.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dirty="0">
              <a:latin typeface="IberPangea" panose="020B0504000000000000" pitchFamily="34" charset="0"/>
              <a:ea typeface="IberPangea" panose="020B0504000000000000" pitchFamily="34" charset="0"/>
              <a:cs typeface="IberPangea" panose="020B0504000000000000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This can help you discover if an action was deliberate, if there is malware how it got onto the device and what the malware was doing to the device.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B5A49-ECE6-11E7-FA15-BD8E8D3101C1}"/>
              </a:ext>
            </a:extLst>
          </p:cNvPr>
          <p:cNvSpPr txBox="1"/>
          <p:nvPr/>
        </p:nvSpPr>
        <p:spPr>
          <a:xfrm>
            <a:off x="11014364" y="5744095"/>
            <a:ext cx="1124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FF9C1A"/>
                </a:solidFill>
                <a:latin typeface="IberPangea" panose="020B0504000000000000" pitchFamily="34" charset="0"/>
                <a:ea typeface="IberPangea" panose="020B0504000000000000" pitchFamily="34" charset="0"/>
                <a:cs typeface="IberPangea" panose="020B0504000000000000" pitchFamily="34" charset="0"/>
              </a:rPr>
              <a:t>R6</a:t>
            </a:r>
          </a:p>
        </p:txBody>
      </p:sp>
    </p:spTree>
    <p:extLst>
      <p:ext uri="{BB962C8B-B14F-4D97-AF65-F5344CB8AC3E}">
        <p14:creationId xmlns:p14="http://schemas.microsoft.com/office/powerpoint/2010/main" val="4157960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berdrola Covers">
  <a:themeElements>
    <a:clrScheme name="Iberdrola 2023">
      <a:dk1>
        <a:srgbClr val="3A3734"/>
      </a:dk1>
      <a:lt1>
        <a:srgbClr val="FFFFFF"/>
      </a:lt1>
      <a:dk2>
        <a:srgbClr val="00402A"/>
      </a:dk2>
      <a:lt2>
        <a:srgbClr val="DCEBE1"/>
      </a:lt2>
      <a:accent1>
        <a:srgbClr val="008C38"/>
      </a:accent1>
      <a:accent2>
        <a:srgbClr val="00A343"/>
      </a:accent2>
      <a:accent3>
        <a:srgbClr val="26BF64"/>
      </a:accent3>
      <a:accent4>
        <a:srgbClr val="5BD38C"/>
      </a:accent4>
      <a:accent5>
        <a:srgbClr val="0792E5"/>
      </a:accent5>
      <a:accent6>
        <a:srgbClr val="E3850D"/>
      </a:accent6>
      <a:hlink>
        <a:srgbClr val="008C38"/>
      </a:hlink>
      <a:folHlink>
        <a:srgbClr val="008C38"/>
      </a:folHlink>
    </a:clrScheme>
    <a:fontScheme name="Iberdrola">
      <a:majorFont>
        <a:latin typeface="IberPangea Text"/>
        <a:ea typeface=""/>
        <a:cs typeface=""/>
      </a:majorFont>
      <a:minorFont>
        <a:latin typeface="IberPangea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100" dirty="0" err="1" smtClean="0">
            <a:latin typeface="+mn-lt"/>
            <a:ea typeface="IberPangea Text Light" panose="020B0404000000000000" pitchFamily="34" charset="0"/>
            <a:cs typeface="IberPangea Text Light" panose="020B040400000000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asic" id="{086DB8E6-F3DF-CD4E-B87B-D6EDB27EA223}" vid="{54C3D153-2B73-D749-B182-5AC57BC72C9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420593-6f70-4fff-83f1-3c8e0baa6083" xsi:nil="true"/>
    <lcf76f155ced4ddcb4097134ff3c332f xmlns="9e4a5352-705a-43c6-a17a-9aeddddb753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AFAFA43252FD4E9FD56CB8DCF233E3" ma:contentTypeVersion="11" ma:contentTypeDescription="Create a new document." ma:contentTypeScope="" ma:versionID="ac54550419d2620e186e372eb570fe46">
  <xsd:schema xmlns:xsd="http://www.w3.org/2001/XMLSchema" xmlns:xs="http://www.w3.org/2001/XMLSchema" xmlns:p="http://schemas.microsoft.com/office/2006/metadata/properties" xmlns:ns2="9e4a5352-705a-43c6-a17a-9aeddddb7536" xmlns:ns3="1f420593-6f70-4fff-83f1-3c8e0baa6083" targetNamespace="http://schemas.microsoft.com/office/2006/metadata/properties" ma:root="true" ma:fieldsID="57f4dc96a030cec06028c2fe51a992ae" ns2:_="" ns3:_="">
    <xsd:import namespace="9e4a5352-705a-43c6-a17a-9aeddddb7536"/>
    <xsd:import namespace="1f420593-6f70-4fff-83f1-3c8e0baa60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4a5352-705a-43c6-a17a-9aeddddb75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84e374b-9a04-4d73-a251-4ce1ae2c83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420593-6f70-4fff-83f1-3c8e0baa608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f38b5dd-22aa-4fac-a01d-16be93dbf497}" ma:internalName="TaxCatchAll" ma:showField="CatchAllData" ma:web="1f420593-6f70-4fff-83f1-3c8e0baa60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279273-6932-4FEA-8FB5-913575F33EDE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02ac2892-bc75-43b2-9b28-781121216136"/>
    <ds:schemaRef ds:uri="b6d9b0de-122c-480a-a0b5-6bd3327f4648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E942AA5-15EC-4A0A-92D1-603BB0D21A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B1D521-226E-42DA-99DD-8D701D0C99BC}"/>
</file>

<file path=docProps/app.xml><?xml version="1.0" encoding="utf-8"?>
<Properties xmlns="http://schemas.openxmlformats.org/officeDocument/2006/extended-properties" xmlns:vt="http://schemas.openxmlformats.org/officeDocument/2006/docPropsVTypes">
  <TotalTime>1861</TotalTime>
  <Words>1771</Words>
  <Application>Microsoft Office PowerPoint</Application>
  <PresentationFormat>Widescreen</PresentationFormat>
  <Paragraphs>400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IberPangea</vt:lpstr>
      <vt:lpstr>IberPangea Text</vt:lpstr>
      <vt:lpstr>IberPangea Text Light</vt:lpstr>
      <vt:lpstr>Office Theme</vt:lpstr>
      <vt:lpstr>Iberdrola Covers</vt:lpstr>
      <vt:lpstr>PowerPoint Presentation</vt:lpstr>
      <vt:lpstr>PowerPoint Presentation</vt:lpstr>
      <vt:lpstr>PowerPoint Presentation</vt:lpstr>
      <vt:lpstr>Anti Malware   Budget: £350,000  **Available in Prevent &amp; Detect - this control only covers your Prevent purchase **  </vt:lpstr>
      <vt:lpstr>Network Segmentation  Budget: £1,000,000</vt:lpstr>
      <vt:lpstr>Firewall &amp; DdoS Protection   Budget: £800,000</vt:lpstr>
      <vt:lpstr>Software Patching &amp; Updates   Budget: £200,000 </vt:lpstr>
      <vt:lpstr>Secure by Design   Budget: £200,000 </vt:lpstr>
      <vt:lpstr>Training and Awareness Program  Budget: £250,000</vt:lpstr>
      <vt:lpstr>Email Security  Budget: £250,000 </vt:lpstr>
      <vt:lpstr>Network Behaviour Analysis (NBA)  Budget: £1,200,000 </vt:lpstr>
      <vt:lpstr>Endpoint Detection &amp;  Response (EDR)  Budget: £1,000,000   **Available in Prevent &amp; Detect - this control only covers your Prevent purchase**</vt:lpstr>
      <vt:lpstr>Security Incident &amp; Event Management (SIEM)  Budget: £700,000 </vt:lpstr>
      <vt:lpstr>Intrusion Detection &amp; Prevention Systems  Budget: £300,000 </vt:lpstr>
      <vt:lpstr>Vulnerability Scanning  Budget: £100,000 </vt:lpstr>
      <vt:lpstr>Penetration Testing  Budget: £100,000 </vt:lpstr>
      <vt:lpstr>Threat Hunting &amp; Honey Pot  Budget: £100,000 </vt:lpstr>
      <vt:lpstr>Endpoint Detection &amp;  Response (EDR)  Budget: £1,000,000   **Available in Prevent &amp; Detect - this control only covers your Detect purchase **</vt:lpstr>
      <vt:lpstr>Anti Malware   Budget: £350,000  **Available in Prevent &amp; Detect - this control only covers your Detect purchase**  </vt:lpstr>
      <vt:lpstr>Incident Response Plan  Budget: £50,000 </vt:lpstr>
      <vt:lpstr>Incident Response Team (24 x 7)  Budget: £500,000 </vt:lpstr>
      <vt:lpstr>Incident Response Team (Mon - Fri 9-5)  Budget £250,000 </vt:lpstr>
      <vt:lpstr>Backup Restores  Budget: £500,000 </vt:lpstr>
      <vt:lpstr>Incident Response Retainer  Budget: £100,000 </vt:lpstr>
      <vt:lpstr>Digital Forensics Services  Budget: £200,000 </vt:lpstr>
    </vt:vector>
  </TitlesOfParts>
  <Company>IBERDROLA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KILROY, SARAH</dc:creator>
  <cp:lastModifiedBy>ELLIOTT, MICHAEL</cp:lastModifiedBy>
  <cp:revision>4</cp:revision>
  <cp:lastPrinted>2026-08-26T11:10:28Z</cp:lastPrinted>
  <dcterms:created xsi:type="dcterms:W3CDTF">2023-10-25T14:35:07Z</dcterms:created>
  <dcterms:modified xsi:type="dcterms:W3CDTF">2026-08-26T11:12:49Z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9c027e-33b7-45fc-a572-8ffa5d09ec36_Enabled">
    <vt:lpwstr>true</vt:lpwstr>
  </property>
  <property fmtid="{D5CDD505-2E9C-101B-9397-08002B2CF9AE}" pid="3" name="MSIP_Label_019c027e-33b7-45fc-a572-8ffa5d09ec36_SetDate">
    <vt:lpwstr>2023-10-25T14:52:48Z</vt:lpwstr>
  </property>
  <property fmtid="{D5CDD505-2E9C-101B-9397-08002B2CF9AE}" pid="4" name="MSIP_Label_019c027e-33b7-45fc-a572-8ffa5d09ec36_ActionId">
    <vt:lpwstr>b0a78334-be7f-43a0-962c-deadd563bf5d</vt:lpwstr>
  </property>
  <property fmtid="{D5CDD505-2E9C-101B-9397-08002B2CF9AE}" pid="5" name="MSIP_Label_019c027e-33b7-45fc-a572-8ffa5d09ec36_SiteId">
    <vt:lpwstr>031a09bc-a2bf-44df-888e-4e09355b7a24</vt:lpwstr>
  </property>
  <property fmtid="{D5CDD505-2E9C-101B-9397-08002B2CF9AE}" pid="6" name="MSIP_Label_019c027e-33b7-45fc-a572-8ffa5d09ec36_Method">
    <vt:lpwstr>Standard</vt:lpwstr>
  </property>
  <property fmtid="{D5CDD505-2E9C-101B-9397-08002B2CF9AE}" pid="7" name="MSIP_Label_019c027e-33b7-45fc-a572-8ffa5d09ec36_Name">
    <vt:lpwstr>Internal Use</vt:lpwstr>
  </property>
  <property fmtid="{D5CDD505-2E9C-101B-9397-08002B2CF9AE}" pid="8" name="MSIP_Label_019c027e-33b7-45fc-a572-8ffa5d09ec36_ContentBits">
    <vt:lpwstr>2</vt:lpwstr>
  </property>
  <property fmtid="{D5CDD505-2E9C-101B-9397-08002B2CF9AE}" pid="9" name="ContentTypeId">
    <vt:lpwstr>0x010100BAAFAFA43252FD4E9FD56CB8DCF233E3</vt:lpwstr>
  </property>
  <property fmtid="{D5CDD505-2E9C-101B-9397-08002B2CF9AE}" pid="10" name="MediaServiceImageTags">
    <vt:lpwstr/>
  </property>
</Properties>
</file>