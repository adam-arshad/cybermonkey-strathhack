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3.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 id="2147483697" r:id="rId6"/>
    <p:sldMasterId id="2147483743" r:id="rId7"/>
  </p:sldMasterIdLst>
  <p:notesMasterIdLst>
    <p:notesMasterId r:id="rId25"/>
  </p:notesMasterIdLst>
  <p:sldIdLst>
    <p:sldId id="2147375419" r:id="rId8"/>
    <p:sldId id="2147375424" r:id="rId9"/>
    <p:sldId id="2147481110" r:id="rId10"/>
    <p:sldId id="2147375447" r:id="rId11"/>
    <p:sldId id="2147481111" r:id="rId12"/>
    <p:sldId id="2147481112" r:id="rId13"/>
    <p:sldId id="2147375452" r:id="rId14"/>
    <p:sldId id="2147481113" r:id="rId15"/>
    <p:sldId id="2147481114" r:id="rId16"/>
    <p:sldId id="2147481115" r:id="rId17"/>
    <p:sldId id="2147481116" r:id="rId18"/>
    <p:sldId id="2147481117" r:id="rId19"/>
    <p:sldId id="2147481118" r:id="rId20"/>
    <p:sldId id="2147481119" r:id="rId21"/>
    <p:sldId id="2147481120" r:id="rId22"/>
    <p:sldId id="2147481121" r:id="rId23"/>
    <p:sldId id="21474810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1" d="100"/>
          <a:sy n="101" d="100"/>
        </p:scale>
        <p:origin x="798" y="108"/>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slides/slide1.xml" Id="rId8" /><Relationship Type="http://schemas.openxmlformats.org/officeDocument/2006/relationships/slide" Target="slides/slide6.xml" Id="rId13" /><Relationship Type="http://schemas.openxmlformats.org/officeDocument/2006/relationships/slide" Target="slides/slide11.xml" Id="rId18" /><Relationship Type="http://schemas.openxmlformats.org/officeDocument/2006/relationships/presProps" Target="presProps.xml" Id="rId26" /><Relationship Type="http://schemas.openxmlformats.org/officeDocument/2006/relationships/customXml" Target="../customXml/item3.xml" Id="rId3" /><Relationship Type="http://schemas.openxmlformats.org/officeDocument/2006/relationships/slide" Target="slides/slide14.xml" Id="rId21" /><Relationship Type="http://schemas.openxmlformats.org/officeDocument/2006/relationships/slideMaster" Target="slideMasters/slideMaster4.xml" Id="rId7" /><Relationship Type="http://schemas.openxmlformats.org/officeDocument/2006/relationships/slide" Target="slides/slide5.xml" Id="rId12" /><Relationship Type="http://schemas.openxmlformats.org/officeDocument/2006/relationships/slide" Target="slides/slide10.xml" Id="rId17" /><Relationship Type="http://schemas.openxmlformats.org/officeDocument/2006/relationships/notesMaster" Target="notesMasters/notesMaster1.xml" Id="rId25" /><Relationship Type="http://schemas.openxmlformats.org/officeDocument/2006/relationships/customXml" Target="../customXml/item2.xml" Id="rId2" /><Relationship Type="http://schemas.openxmlformats.org/officeDocument/2006/relationships/slide" Target="slides/slide9.xml" Id="rId16" /><Relationship Type="http://schemas.openxmlformats.org/officeDocument/2006/relationships/slide" Target="slides/slide13.xml" Id="rId20" /><Relationship Type="http://schemas.openxmlformats.org/officeDocument/2006/relationships/tableStyles" Target="tableStyles.xml" Id="rId29"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4.xml" Id="rId11" /><Relationship Type="http://schemas.openxmlformats.org/officeDocument/2006/relationships/slide" Target="slides/slide17.xml" Id="rId24" /><Relationship Type="http://schemas.openxmlformats.org/officeDocument/2006/relationships/slideMaster" Target="slideMasters/slideMaster2.xml" Id="rId5" /><Relationship Type="http://schemas.openxmlformats.org/officeDocument/2006/relationships/slide" Target="slides/slide8.xml" Id="rId15" /><Relationship Type="http://schemas.openxmlformats.org/officeDocument/2006/relationships/slide" Target="slides/slide16.xml" Id="rId23" /><Relationship Type="http://schemas.openxmlformats.org/officeDocument/2006/relationships/theme" Target="theme/theme1.xml" Id="rId28" /><Relationship Type="http://schemas.openxmlformats.org/officeDocument/2006/relationships/slide" Target="slides/slide3.xml" Id="rId10" /><Relationship Type="http://schemas.openxmlformats.org/officeDocument/2006/relationships/slide" Target="slides/slide12.xml" Id="rId19" /><Relationship Type="http://schemas.openxmlformats.org/officeDocument/2006/relationships/slideMaster" Target="slideMasters/slideMaster1.xml" Id="rId4" /><Relationship Type="http://schemas.openxmlformats.org/officeDocument/2006/relationships/slide" Target="slides/slide2.xml" Id="rId9" /><Relationship Type="http://schemas.openxmlformats.org/officeDocument/2006/relationships/slide" Target="slides/slide7.xml" Id="rId14" /><Relationship Type="http://schemas.openxmlformats.org/officeDocument/2006/relationships/slide" Target="slides/slide15.xml" Id="rId22" /><Relationship Type="http://schemas.openxmlformats.org/officeDocument/2006/relationships/viewProps" Target="viewProps.xml" Id="rId27"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buClrTx/>
            <a:buSzTx/>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 </a:t>
          </a:r>
        </a:p>
      </dgm:t>
    </dgm:pt>
    <dgm:pt modelId="{EEF5481E-E15E-44B7-8386-5741AC49DDE3}" type="parTrans" cxnId="{19363AD2-672D-4012-B919-D8F4A5A8B53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Intrusion Detection &amp; Prevention</a:t>
          </a:r>
        </a:p>
      </dgm:t>
    </dgm:pt>
    <dgm:pt modelId="{E185CA3E-6370-4176-9D5B-44E704E1A1CE}" type="parTrans" cxnId="{C3F725F0-2EDA-41AE-B7B6-6840DF38A9E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Training &amp; Awareness</a:t>
          </a:r>
        </a:p>
      </dgm:t>
    </dgm:pt>
    <dgm:pt modelId="{9799C603-FDDE-4D42-BF55-6837068F2F2B}" type="parTrans" cxnId="{B3667280-BF6F-4C37-8A78-325DDE94FF0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Email Security</a:t>
          </a:r>
        </a:p>
      </dgm:t>
    </dgm:pt>
    <dgm:pt modelId="{9B5F3D9A-FD6D-49B1-92B7-176E2E36939E}" type="parTrans" cxnId="{A38B52A4-75EB-45C4-9BDA-701ADD7068E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Anti Malware Protection</a:t>
          </a:r>
        </a:p>
      </dgm:t>
    </dgm:pt>
    <dgm:pt modelId="{FAC6A111-7D4B-430E-926B-14C9D1698E02}" type="parTrans" cxnId="{6241DD58-2DF1-42FF-969B-CE19B29ED4F5}">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0B15B80-566D-4826-A5BE-79B8E42B73C3}">
      <dgm:prSet custT="1"/>
      <dgm:spPr>
        <a:solidFill>
          <a:srgbClr val="0DA9FF"/>
        </a:solidFill>
      </dgm:spPr>
      <dgm:t>
        <a:bodyPr/>
        <a:lstStyle/>
        <a:p>
          <a:pPr algn="ctr">
            <a:lnSpc>
              <a:spcPct val="100000"/>
            </a:lnSpc>
            <a:spcAft>
              <a:spcPts val="0"/>
            </a:spcAft>
          </a:pPr>
          <a:r>
            <a:rPr lang="en-GB" sz="1200" b="1">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gm:t>
    </dgm:pt>
    <dgm:pt modelId="{6CFCB570-DC08-47AD-99E0-4FE29BD84B29}" type="parTrans" cxnId="{2A14B593-5D0A-4E56-9B2A-3A0040181DF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7E3AA0A-695C-433D-A568-167BF4B38A0B}" type="sibTrans" cxnId="{2A14B593-5D0A-4E56-9B2A-3A0040181DF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5DA85EE-A2C8-4D35-9DDC-86A98DF9364E}">
      <dgm:prSe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(Mon - Fri 9-5)</a:t>
          </a:r>
        </a:p>
      </dgm:t>
    </dgm:pt>
    <dgm:pt modelId="{F0B15B22-6558-4D14-9194-19E977AA553C}" type="parTrans" cxnId="{49BFA611-7C09-4A60-A0E9-B48448A4246C}">
      <dgm:prSet/>
      <dgm:spPr/>
      <dgm:t>
        <a:bodyPr/>
        <a:lstStyle/>
        <a:p>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6C9C4DE2-0E91-446E-AC5A-B89A958B6979}" type="sibTrans" cxnId="{49BFA611-7C09-4A60-A0E9-B48448A4246C}">
      <dgm:prSet/>
      <dgm:spPr/>
      <dgm:t>
        <a:bodyPr/>
        <a:lstStyle/>
        <a:p>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341457E3-2F95-4AE7-968E-EDA4ABEDB199}" type="sibTrans" cxnId="{6C57C7C3-F09E-44D0-A7AC-3125BDCCC980}">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5A00E91-5568-4773-97E3-F1DEA4389039}" type="parTrans" cxnId="{6C57C7C3-F09E-44D0-A7AC-3125BDCCC980}">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440BF219-8E69-4330-A4C9-4BC0F95A9CE7}" type="pres">
      <dgm:prSet presAssocID="{CD95D07A-39D9-432B-B308-9897D8E72DFE}" presName="node" presStyleLbl="node1" presStyleIdx="3"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3" presStyleCnt="8"/>
      <dgm:spPr/>
    </dgm:pt>
    <dgm:pt modelId="{9A5B330F-B241-48CA-A422-BA902F0652A1}" type="pres">
      <dgm:prSet presAssocID="{2F4ED64F-A91A-46FE-BC10-4FF3797FC5F6}" presName="connectorText" presStyleLbl="sibTrans1D1" presStyleIdx="3" presStyleCnt="8"/>
      <dgm:spPr/>
    </dgm:pt>
    <dgm:pt modelId="{ABE3E285-6496-4FEA-982A-F3176634E2F2}" type="pres">
      <dgm:prSet presAssocID="{A0B15B80-566D-4826-A5BE-79B8E42B73C3}" presName="node" presStyleLbl="node1" presStyleIdx="4" presStyleCnt="9">
        <dgm:presLayoutVars>
          <dgm:bulletEnabled val="1"/>
        </dgm:presLayoutVars>
      </dgm:prSet>
      <dgm:spPr>
        <a:prstGeom prst="frame">
          <a:avLst/>
        </a:prstGeom>
      </dgm:spPr>
    </dgm:pt>
    <dgm:pt modelId="{FA9D3606-C604-4E3B-8C2F-3DA7DE059C93}" type="pres">
      <dgm:prSet presAssocID="{C7E3AA0A-695C-433D-A568-167BF4B38A0B}" presName="sibTrans" presStyleLbl="sibTrans1D1" presStyleIdx="4" presStyleCnt="8"/>
      <dgm:spPr/>
    </dgm:pt>
    <dgm:pt modelId="{6BE68EAC-0A98-45A4-897D-E4ABB0001BE4}" type="pres">
      <dgm:prSet presAssocID="{C7E3AA0A-695C-433D-A568-167BF4B38A0B}"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2C674C48-17F7-49D0-8432-1E84E626157A}" type="pres">
      <dgm:prSet presAssocID="{341457E3-2F95-4AE7-968E-EDA4ABEDB199}" presName="sibTrans" presStyleLbl="sibTrans1D1" presStyleIdx="7" presStyleCnt="8"/>
      <dgm:spPr/>
    </dgm:pt>
    <dgm:pt modelId="{E5D8BCA6-C715-49D7-8A21-A4B5176EC9E5}" type="pres">
      <dgm:prSet presAssocID="{341457E3-2F95-4AE7-968E-EDA4ABEDB199}" presName="connectorText" presStyleLbl="sibTrans1D1" presStyleIdx="7" presStyleCnt="8"/>
      <dgm:spPr/>
    </dgm:pt>
    <dgm:pt modelId="{BCBFEFEE-5452-455A-82CB-856AC7345293}" type="pres">
      <dgm:prSet presAssocID="{C5DA85EE-A2C8-4D35-9DDC-86A98DF9364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49BFA611-7C09-4A60-A0E9-B48448A4246C}" srcId="{00F728D5-3044-4F95-BACD-6A2C773DF661}" destId="{C5DA85EE-A2C8-4D35-9DDC-86A98DF9364E}" srcOrd="8" destOrd="0" parTransId="{F0B15B22-6558-4D14-9194-19E977AA553C}" sibTransId="{6C9C4DE2-0E91-446E-AC5A-B89A958B6979}"/>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1CB56375-27F6-4D0F-AF2D-89AFA19BEFDA}" type="presOf" srcId="{C5DA85EE-A2C8-4D35-9DDC-86A98DF9364E}" destId="{BCBFEFEE-5452-455A-82CB-856AC7345293}"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C494028B-52DF-4A5E-AC38-EB3210887A3A}" type="presOf" srcId="{C7E3AA0A-695C-433D-A568-167BF4B38A0B}" destId="{FA9D3606-C604-4E3B-8C2F-3DA7DE059C93}" srcOrd="0" destOrd="0" presId="urn:microsoft.com/office/officeart/2005/8/layout/bProcess3"/>
    <dgm:cxn modelId="{6F50348F-87F5-44B7-8097-A7BE5EF48368}" type="presOf" srcId="{A0B15B80-566D-4826-A5BE-79B8E42B73C3}" destId="{ABE3E285-6496-4FEA-982A-F3176634E2F2}" srcOrd="0" destOrd="0" presId="urn:microsoft.com/office/officeart/2005/8/layout/bProcess3"/>
    <dgm:cxn modelId="{2A14B593-5D0A-4E56-9B2A-3A0040181DFD}" srcId="{00F728D5-3044-4F95-BACD-6A2C773DF661}" destId="{A0B15B80-566D-4826-A5BE-79B8E42B73C3}" srcOrd="4" destOrd="0" parTransId="{6CFCB570-DC08-47AD-99E0-4FE29BD84B29}" sibTransId="{C7E3AA0A-695C-433D-A568-167BF4B38A0B}"/>
    <dgm:cxn modelId="{D4E34094-7359-47FB-BF93-4E462D6389CD}" type="presOf" srcId="{C7E3AA0A-695C-433D-A568-167BF4B38A0B}" destId="{6BE68EAC-0A98-45A4-897D-E4ABB0001BE4}" srcOrd="1" destOrd="0" presId="urn:microsoft.com/office/officeart/2005/8/layout/bProcess3"/>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3" destOrd="0" parTransId="{EEF5481E-E15E-44B7-8386-5741AC49DDE3}" sibTransId="{2F4ED64F-A91A-46FE-BC10-4FF3797FC5F6}"/>
    <dgm:cxn modelId="{4CB434E1-7783-4364-AD8E-9562C1BC598A}" type="presOf" srcId="{341457E3-2F95-4AE7-968E-EDA4ABEDB199}" destId="{E5D8BCA6-C715-49D7-8A21-A4B5176EC9E5}" srcOrd="1"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0D6A07F9-46FE-4E78-80BD-F155D1F29D71}" type="presOf" srcId="{341457E3-2F95-4AE7-968E-EDA4ABEDB199}" destId="{2C674C48-17F7-49D0-8432-1E84E626157A}" srcOrd="0" destOrd="0" presId="urn:microsoft.com/office/officeart/2005/8/layout/bProcess3"/>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E8351B5F-92C1-4436-A482-2146B19FB869}" type="presParOf" srcId="{A5CB6331-51F7-4887-B0E3-2864F20DA018}" destId="{440BF219-8E69-4330-A4C9-4BC0F95A9CE7}" srcOrd="6" destOrd="0" presId="urn:microsoft.com/office/officeart/2005/8/layout/bProcess3"/>
    <dgm:cxn modelId="{634D1F4B-A366-4785-8BD1-79D24D273763}" type="presParOf" srcId="{A5CB6331-51F7-4887-B0E3-2864F20DA018}" destId="{D636CE5B-3935-40F7-B39C-63B497663DCC}" srcOrd="7"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F6539CBA-D207-4FB0-9B4C-5E5C07806E3F}" type="presParOf" srcId="{A5CB6331-51F7-4887-B0E3-2864F20DA018}" destId="{ABE3E285-6496-4FEA-982A-F3176634E2F2}" srcOrd="8" destOrd="0" presId="urn:microsoft.com/office/officeart/2005/8/layout/bProcess3"/>
    <dgm:cxn modelId="{3814A060-1E73-49DC-941F-4340FB61D832}" type="presParOf" srcId="{A5CB6331-51F7-4887-B0E3-2864F20DA018}" destId="{FA9D3606-C604-4E3B-8C2F-3DA7DE059C93}" srcOrd="9" destOrd="0" presId="urn:microsoft.com/office/officeart/2005/8/layout/bProcess3"/>
    <dgm:cxn modelId="{4B48249B-8A13-4AE2-9E2A-31917327BDE9}" type="presParOf" srcId="{FA9D3606-C604-4E3B-8C2F-3DA7DE059C93}" destId="{6BE68EAC-0A98-45A4-897D-E4ABB0001BE4}"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61884DE6-A9CC-412D-BD2C-F3A45C5FE5B0}" type="presParOf" srcId="{A5CB6331-51F7-4887-B0E3-2864F20DA018}" destId="{2C674C48-17F7-49D0-8432-1E84E626157A}" srcOrd="15" destOrd="0" presId="urn:microsoft.com/office/officeart/2005/8/layout/bProcess3"/>
    <dgm:cxn modelId="{3D721CCF-64D8-450E-B9F1-4164944F5BE6}" type="presParOf" srcId="{2C674C48-17F7-49D0-8432-1E84E626157A}" destId="{E5D8BCA6-C715-49D7-8A21-A4B5176EC9E5}" srcOrd="0" destOrd="0" presId="urn:microsoft.com/office/officeart/2005/8/layout/bProcess3"/>
    <dgm:cxn modelId="{E2AEE52F-C751-40F9-9CAA-7CE47108DBAA}" type="presParOf" srcId="{A5CB6331-51F7-4887-B0E3-2864F20DA018}" destId="{BCBFEFEE-5452-455A-82CB-856AC734529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buFont typeface="Arial" panose="020B0604020202020204" pitchFamily="34" charset="0"/>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gm:t>
    </dgm:pt>
    <dgm:pt modelId="{EEF5481E-E15E-44B7-8386-5741AC49DDE3}" type="parTrans" cxnId="{19363AD2-672D-4012-B919-D8F4A5A8B53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Threat Hunting</a:t>
          </a:r>
        </a:p>
      </dgm:t>
    </dgm:pt>
    <dgm:pt modelId="{E185CA3E-6370-4176-9D5B-44E704E1A1CE}" type="parTrans" cxnId="{C3F725F0-2EDA-41AE-B7B6-6840DF38A9E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a:t>
          </a:r>
        </a:p>
      </dgm:t>
    </dgm:pt>
    <dgm:pt modelId="{9799C603-FDDE-4D42-BF55-6837068F2F2B}" type="parTrans" cxnId="{B3667280-BF6F-4C37-8A78-325DDE94FF0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gm:t>
    </dgm:pt>
    <dgm:pt modelId="{9B5F3D9A-FD6D-49B1-92B7-176E2E36939E}" type="parTrans" cxnId="{A38B52A4-75EB-45C4-9BDA-701ADD7068E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Behaviour Analysis (NBA)</a:t>
          </a:r>
        </a:p>
      </dgm:t>
    </dgm:pt>
    <dgm:pt modelId="{FAC6A111-7D4B-430E-926B-14C9D1698E02}" type="parTrans" cxnId="{6241DD58-2DF1-42FF-969B-CE19B29ED4F5}">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0B15B80-566D-4826-A5BE-79B8E42B73C3}">
      <dgm:prSet custT="1"/>
      <dgm:spPr>
        <a:solidFill>
          <a:srgbClr val="0DA9FF"/>
        </a:solidFill>
      </dgm:spPr>
      <dgm:t>
        <a:bodyPr/>
        <a:lstStyle/>
        <a:p>
          <a:pPr algn="ctr">
            <a:lnSpc>
              <a:spcPct val="100000"/>
            </a:lnSpc>
            <a:spcAft>
              <a:spcPts val="0"/>
            </a:spcAft>
          </a:pPr>
          <a:r>
            <a:rPr lang="en-GB" sz="1200" b="1">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endParaRPr lang="en-GB" sz="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6CFCB570-DC08-47AD-99E0-4FE29BD84B29}" type="parTrans" cxnId="{2A14B593-5D0A-4E56-9B2A-3A0040181DF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7E3AA0A-695C-433D-A568-167BF4B38A0B}" type="sibTrans" cxnId="{2A14B593-5D0A-4E56-9B2A-3A0040181DF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B77BE94-475F-4B36-A840-6EF004242ACE}">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gm:t>
    </dgm:pt>
    <dgm:pt modelId="{5FCA51C5-D82F-45EA-B8C5-DC8E9FF52A6B}" type="parTrans" cxnId="{B19F9099-2CB9-4897-84C7-9996EDF371D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DCFAB6E-15BD-48D7-9539-79663645FCD0}" type="sibTrans" cxnId="{B19F9099-2CB9-4897-84C7-9996EDF371D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341457E3-2F95-4AE7-968E-EDA4ABEDB199}" type="sibTrans" cxnId="{6C57C7C3-F09E-44D0-A7AC-3125BDCCC980}">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5A00E91-5568-4773-97E3-F1DEA4389039}" type="parTrans" cxnId="{6C57C7C3-F09E-44D0-A7AC-3125BDCCC980}">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440BF219-8E69-4330-A4C9-4BC0F95A9CE7}" type="pres">
      <dgm:prSet presAssocID="{CD95D07A-39D9-432B-B308-9897D8E72DFE}" presName="node" presStyleLbl="node1" presStyleIdx="3"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3" presStyleCnt="8"/>
      <dgm:spPr/>
    </dgm:pt>
    <dgm:pt modelId="{9A5B330F-B241-48CA-A422-BA902F0652A1}" type="pres">
      <dgm:prSet presAssocID="{2F4ED64F-A91A-46FE-BC10-4FF3797FC5F6}" presName="connectorText" presStyleLbl="sibTrans1D1" presStyleIdx="3" presStyleCnt="8"/>
      <dgm:spPr/>
    </dgm:pt>
    <dgm:pt modelId="{ABE3E285-6496-4FEA-982A-F3176634E2F2}" type="pres">
      <dgm:prSet presAssocID="{A0B15B80-566D-4826-A5BE-79B8E42B73C3}" presName="node" presStyleLbl="node1" presStyleIdx="4" presStyleCnt="9">
        <dgm:presLayoutVars>
          <dgm:bulletEnabled val="1"/>
        </dgm:presLayoutVars>
      </dgm:prSet>
      <dgm:spPr>
        <a:prstGeom prst="frame">
          <a:avLst/>
        </a:prstGeom>
      </dgm:spPr>
    </dgm:pt>
    <dgm:pt modelId="{FA9D3606-C604-4E3B-8C2F-3DA7DE059C93}" type="pres">
      <dgm:prSet presAssocID="{C7E3AA0A-695C-433D-A568-167BF4B38A0B}" presName="sibTrans" presStyleLbl="sibTrans1D1" presStyleIdx="4" presStyleCnt="8"/>
      <dgm:spPr/>
    </dgm:pt>
    <dgm:pt modelId="{6BE68EAC-0A98-45A4-897D-E4ABB0001BE4}" type="pres">
      <dgm:prSet presAssocID="{C7E3AA0A-695C-433D-A568-167BF4B38A0B}"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0048F8DD-6E4F-4662-B15B-6DE59C1F62BE}" type="pres">
      <dgm:prSet presAssocID="{341457E3-2F95-4AE7-968E-EDA4ABEDB199}" presName="sibTrans" presStyleLbl="sibTrans1D1" presStyleIdx="7" presStyleCnt="8"/>
      <dgm:spPr/>
    </dgm:pt>
    <dgm:pt modelId="{AD2FCB0B-4B28-41A6-A3FE-577B081222AC}" type="pres">
      <dgm:prSet presAssocID="{341457E3-2F95-4AE7-968E-EDA4ABEDB199}" presName="connectorText" presStyleLbl="sibTrans1D1" presStyleIdx="7" presStyleCnt="8"/>
      <dgm:spPr/>
    </dgm:pt>
    <dgm:pt modelId="{4FB7F223-29AA-4AB7-99F6-D28B98153463}" type="pres">
      <dgm:prSet presAssocID="{5B77BE94-475F-4B36-A840-6EF004242AC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822F4836-FA1F-43C6-981C-4C12333548AA}" type="presOf" srcId="{341457E3-2F95-4AE7-968E-EDA4ABEDB199}" destId="{AD2FCB0B-4B28-41A6-A3FE-577B081222AC}" srcOrd="1"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C494028B-52DF-4A5E-AC38-EB3210887A3A}" type="presOf" srcId="{C7E3AA0A-695C-433D-A568-167BF4B38A0B}" destId="{FA9D3606-C604-4E3B-8C2F-3DA7DE059C93}" srcOrd="0" destOrd="0" presId="urn:microsoft.com/office/officeart/2005/8/layout/bProcess3"/>
    <dgm:cxn modelId="{6F50348F-87F5-44B7-8097-A7BE5EF48368}" type="presOf" srcId="{A0B15B80-566D-4826-A5BE-79B8E42B73C3}" destId="{ABE3E285-6496-4FEA-982A-F3176634E2F2}" srcOrd="0" destOrd="0" presId="urn:microsoft.com/office/officeart/2005/8/layout/bProcess3"/>
    <dgm:cxn modelId="{2A14B593-5D0A-4E56-9B2A-3A0040181DFD}" srcId="{00F728D5-3044-4F95-BACD-6A2C773DF661}" destId="{A0B15B80-566D-4826-A5BE-79B8E42B73C3}" srcOrd="4" destOrd="0" parTransId="{6CFCB570-DC08-47AD-99E0-4FE29BD84B29}" sibTransId="{C7E3AA0A-695C-433D-A568-167BF4B38A0B}"/>
    <dgm:cxn modelId="{D4E34094-7359-47FB-BF93-4E462D6389CD}" type="presOf" srcId="{C7E3AA0A-695C-433D-A568-167BF4B38A0B}" destId="{6BE68EAC-0A98-45A4-897D-E4ABB0001BE4}" srcOrd="1" destOrd="0" presId="urn:microsoft.com/office/officeart/2005/8/layout/bProcess3"/>
    <dgm:cxn modelId="{B19F9099-2CB9-4897-84C7-9996EDF371D6}" srcId="{00F728D5-3044-4F95-BACD-6A2C773DF661}" destId="{5B77BE94-475F-4B36-A840-6EF004242ACE}" srcOrd="8" destOrd="0" parTransId="{5FCA51C5-D82F-45EA-B8C5-DC8E9FF52A6B}" sibTransId="{EDCFAB6E-15BD-48D7-9539-79663645FCD0}"/>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0DC28BC0-9889-4EBD-B030-0D4B2BB21709}" type="presOf" srcId="{5B77BE94-475F-4B36-A840-6EF004242ACE}" destId="{4FB7F223-29AA-4AB7-99F6-D28B98153463}"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3" destOrd="0" parTransId="{EEF5481E-E15E-44B7-8386-5741AC49DDE3}" sibTransId="{2F4ED64F-A91A-46FE-BC10-4FF3797FC5F6}"/>
    <dgm:cxn modelId="{7BA1EBE8-129D-4B72-AC84-B583F0C5F498}" type="presOf" srcId="{341457E3-2F95-4AE7-968E-EDA4ABEDB199}" destId="{0048F8DD-6E4F-4662-B15B-6DE59C1F62BE}" srcOrd="0"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E8351B5F-92C1-4436-A482-2146B19FB869}" type="presParOf" srcId="{A5CB6331-51F7-4887-B0E3-2864F20DA018}" destId="{440BF219-8E69-4330-A4C9-4BC0F95A9CE7}" srcOrd="6" destOrd="0" presId="urn:microsoft.com/office/officeart/2005/8/layout/bProcess3"/>
    <dgm:cxn modelId="{634D1F4B-A366-4785-8BD1-79D24D273763}" type="presParOf" srcId="{A5CB6331-51F7-4887-B0E3-2864F20DA018}" destId="{D636CE5B-3935-40F7-B39C-63B497663DCC}" srcOrd="7"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F6539CBA-D207-4FB0-9B4C-5E5C07806E3F}" type="presParOf" srcId="{A5CB6331-51F7-4887-B0E3-2864F20DA018}" destId="{ABE3E285-6496-4FEA-982A-F3176634E2F2}" srcOrd="8" destOrd="0" presId="urn:microsoft.com/office/officeart/2005/8/layout/bProcess3"/>
    <dgm:cxn modelId="{3814A060-1E73-49DC-941F-4340FB61D832}" type="presParOf" srcId="{A5CB6331-51F7-4887-B0E3-2864F20DA018}" destId="{FA9D3606-C604-4E3B-8C2F-3DA7DE059C93}" srcOrd="9" destOrd="0" presId="urn:microsoft.com/office/officeart/2005/8/layout/bProcess3"/>
    <dgm:cxn modelId="{4B48249B-8A13-4AE2-9E2A-31917327BDE9}" type="presParOf" srcId="{FA9D3606-C604-4E3B-8C2F-3DA7DE059C93}" destId="{6BE68EAC-0A98-45A4-897D-E4ABB0001BE4}"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F296E60A-B1A5-4C37-B581-0814840A3A0F}" type="presParOf" srcId="{A5CB6331-51F7-4887-B0E3-2864F20DA018}" destId="{0048F8DD-6E4F-4662-B15B-6DE59C1F62BE}" srcOrd="15" destOrd="0" presId="urn:microsoft.com/office/officeart/2005/8/layout/bProcess3"/>
    <dgm:cxn modelId="{EF01D18A-1749-44D5-B59C-1BB87453CACC}" type="presParOf" srcId="{0048F8DD-6E4F-4662-B15B-6DE59C1F62BE}" destId="{AD2FCB0B-4B28-41A6-A3FE-577B081222AC}" srcOrd="0" destOrd="0" presId="urn:microsoft.com/office/officeart/2005/8/layout/bProcess3"/>
    <dgm:cxn modelId="{098AFD6E-E566-417B-A3E1-4397B949882D}" type="presParOf" srcId="{A5CB6331-51F7-4887-B0E3-2864F20DA018}" destId="{4FB7F223-29AA-4AB7-99F6-D28B9815346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Anti Malware Protection</a:t>
          </a:r>
          <a:endParaRPr lang="en-GB" sz="9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EEF5481E-E15E-44B7-8386-5741AC49DDE3}" type="parTrans" cxnId="{19363AD2-672D-4012-B919-D8F4A5A8B53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p>
      </dgm:t>
    </dgm:pt>
    <dgm:pt modelId="{E185CA3E-6370-4176-9D5B-44E704E1A1CE}" type="parTrans" cxnId="{C3F725F0-2EDA-41AE-B7B6-6840DF38A9E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24x7 Incident Response Team</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Secure by Design</a:t>
          </a:r>
        </a:p>
      </dgm:t>
    </dgm:pt>
    <dgm:pt modelId="{9799C603-FDDE-4D42-BF55-6837068F2F2B}" type="parTrans" cxnId="{B3667280-BF6F-4C37-8A78-325DDE94FF01}">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gm:t>
    </dgm:pt>
    <dgm:pt modelId="{9B5F3D9A-FD6D-49B1-92B7-176E2E36939E}" type="parTrans" cxnId="{A38B52A4-75EB-45C4-9BDA-701ADD7068ED}">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 </a:t>
          </a:r>
        </a:p>
      </dgm:t>
    </dgm:pt>
    <dgm:pt modelId="{FAC6A111-7D4B-430E-926B-14C9D1698E02}" type="parTrans" cxnId="{6241DD58-2DF1-42FF-969B-CE19B29ED4F5}">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55A00E91-5568-4773-97E3-F1DEA4389039}" type="parTrans" cxnId="{6C57C7C3-F09E-44D0-A7AC-3125BDCCC980}">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341457E3-2F95-4AE7-968E-EDA4ABEDB199}" type="sibTrans" cxnId="{6C57C7C3-F09E-44D0-A7AC-3125BDCCC980}">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B77BE94-475F-4B36-A840-6EF004242ACE}">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gm:t>
    </dgm:pt>
    <dgm:pt modelId="{5FCA51C5-D82F-45EA-B8C5-DC8E9FF52A6B}" type="parTrans" cxnId="{B19F9099-2CB9-4897-84C7-9996EDF371D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DCFAB6E-15BD-48D7-9539-79663645FCD0}" type="sibTrans" cxnId="{B19F9099-2CB9-4897-84C7-9996EDF371D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A4110D9-9CAC-4F48-AA5E-4B721D284739}">
      <dgm:prSet phldrT="[Text]" custT="1"/>
      <dgm:spPr>
        <a:solidFill>
          <a:srgbClr val="0DA9FF"/>
        </a:solidFill>
      </dgm:spPr>
      <dgm:t>
        <a:bodyP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EBAA1436-04BB-468E-B504-7C8CEB666A5F}" type="parTrans" cxnId="{8DB00F4A-D696-4365-BCE4-AD72FE66259F}">
      <dgm:prSet/>
      <dgm:spPr/>
      <dgm:t>
        <a:bodyPr/>
        <a:lstStyle/>
        <a:p>
          <a:pPr algn="ctr"/>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B68716E0-D5F9-4429-8C97-161757F9C9A1}" type="sibTrans" cxnId="{8DB00F4A-D696-4365-BCE4-AD72FE66259F}">
      <dgm:prSet/>
      <dgm:spPr/>
      <dgm:t>
        <a:bodyPr/>
        <a:lstStyle/>
        <a:p>
          <a:pPr algn="ctr"/>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B0F8D64F-724E-4B73-B0E6-BB4A7A5DB32C}" type="pres">
      <dgm:prSet presAssocID="{5A4110D9-9CAC-4F48-AA5E-4B721D284739}" presName="node" presStyleLbl="node1" presStyleIdx="3" presStyleCnt="9">
        <dgm:presLayoutVars>
          <dgm:bulletEnabled val="1"/>
        </dgm:presLayoutVars>
      </dgm:prSet>
      <dgm:spPr>
        <a:prstGeom prst="frame">
          <a:avLst/>
        </a:prstGeom>
      </dgm:spPr>
    </dgm:pt>
    <dgm:pt modelId="{477B3E3E-D613-439F-8650-75963B4FE29F}" type="pres">
      <dgm:prSet presAssocID="{B68716E0-D5F9-4429-8C97-161757F9C9A1}" presName="sibTrans" presStyleLbl="sibTrans1D1" presStyleIdx="3" presStyleCnt="8"/>
      <dgm:spPr/>
    </dgm:pt>
    <dgm:pt modelId="{049D2F6E-BA4F-4A2F-B20E-FDB263F060B1}" type="pres">
      <dgm:prSet presAssocID="{B68716E0-D5F9-4429-8C97-161757F9C9A1}" presName="connectorText" presStyleLbl="sibTrans1D1" presStyleIdx="3" presStyleCnt="8"/>
      <dgm:spPr/>
    </dgm:pt>
    <dgm:pt modelId="{440BF219-8E69-4330-A4C9-4BC0F95A9CE7}" type="pres">
      <dgm:prSet presAssocID="{CD95D07A-39D9-432B-B308-9897D8E72DFE}" presName="node" presStyleLbl="node1" presStyleIdx="4"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4" presStyleCnt="8"/>
      <dgm:spPr/>
    </dgm:pt>
    <dgm:pt modelId="{9A5B330F-B241-48CA-A422-BA902F0652A1}" type="pres">
      <dgm:prSet presAssocID="{2F4ED64F-A91A-46FE-BC10-4FF3797FC5F6}"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0048F8DD-6E4F-4662-B15B-6DE59C1F62BE}" type="pres">
      <dgm:prSet presAssocID="{341457E3-2F95-4AE7-968E-EDA4ABEDB199}" presName="sibTrans" presStyleLbl="sibTrans1D1" presStyleIdx="7" presStyleCnt="8"/>
      <dgm:spPr/>
    </dgm:pt>
    <dgm:pt modelId="{AD2FCB0B-4B28-41A6-A3FE-577B081222AC}" type="pres">
      <dgm:prSet presAssocID="{341457E3-2F95-4AE7-968E-EDA4ABEDB199}" presName="connectorText" presStyleLbl="sibTrans1D1" presStyleIdx="7" presStyleCnt="8"/>
      <dgm:spPr/>
    </dgm:pt>
    <dgm:pt modelId="{4FB7F223-29AA-4AB7-99F6-D28B98153463}" type="pres">
      <dgm:prSet presAssocID="{5B77BE94-475F-4B36-A840-6EF004242AC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822F4836-FA1F-43C6-981C-4C12333548AA}" type="presOf" srcId="{341457E3-2F95-4AE7-968E-EDA4ABEDB199}" destId="{AD2FCB0B-4B28-41A6-A3FE-577B081222AC}" srcOrd="1"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AE658441-57C1-411B-A078-7BF48B3ECC8F}" type="presOf" srcId="{B68716E0-D5F9-4429-8C97-161757F9C9A1}" destId="{049D2F6E-BA4F-4A2F-B20E-FDB263F060B1}" srcOrd="1" destOrd="0" presId="urn:microsoft.com/office/officeart/2005/8/layout/bProcess3"/>
    <dgm:cxn modelId="{8DB00F4A-D696-4365-BCE4-AD72FE66259F}" srcId="{00F728D5-3044-4F95-BACD-6A2C773DF661}" destId="{5A4110D9-9CAC-4F48-AA5E-4B721D284739}" srcOrd="3" destOrd="0" parTransId="{EBAA1436-04BB-468E-B504-7C8CEB666A5F}" sibTransId="{B68716E0-D5F9-4429-8C97-161757F9C9A1}"/>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E271A24F-3B44-4DFA-9414-4DDBBB80FDCF}" type="presOf" srcId="{B68716E0-D5F9-4429-8C97-161757F9C9A1}" destId="{477B3E3E-D613-439F-8650-75963B4FE29F}" srcOrd="0"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B19F9099-2CB9-4897-84C7-9996EDF371D6}" srcId="{00F728D5-3044-4F95-BACD-6A2C773DF661}" destId="{5B77BE94-475F-4B36-A840-6EF004242ACE}" srcOrd="8" destOrd="0" parTransId="{5FCA51C5-D82F-45EA-B8C5-DC8E9FF52A6B}" sibTransId="{EDCFAB6E-15BD-48D7-9539-79663645FCD0}"/>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E02977AD-A9E4-4A32-91B3-0D9E7B143A40}" type="presOf" srcId="{5A4110D9-9CAC-4F48-AA5E-4B721D284739}" destId="{B0F8D64F-724E-4B73-B0E6-BB4A7A5DB32C}" srcOrd="0" destOrd="0" presId="urn:microsoft.com/office/officeart/2005/8/layout/bProcess3"/>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0DC28BC0-9889-4EBD-B030-0D4B2BB21709}" type="presOf" srcId="{5B77BE94-475F-4B36-A840-6EF004242ACE}" destId="{4FB7F223-29AA-4AB7-99F6-D28B98153463}"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4" destOrd="0" parTransId="{EEF5481E-E15E-44B7-8386-5741AC49DDE3}" sibTransId="{2F4ED64F-A91A-46FE-BC10-4FF3797FC5F6}"/>
    <dgm:cxn modelId="{7BA1EBE8-129D-4B72-AC84-B583F0C5F498}" type="presOf" srcId="{341457E3-2F95-4AE7-968E-EDA4ABEDB199}" destId="{0048F8DD-6E4F-4662-B15B-6DE59C1F62BE}" srcOrd="0"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6C7561BD-6391-4F09-9F5C-870A4C3F8379}" type="presParOf" srcId="{A5CB6331-51F7-4887-B0E3-2864F20DA018}" destId="{B0F8D64F-724E-4B73-B0E6-BB4A7A5DB32C}" srcOrd="6" destOrd="0" presId="urn:microsoft.com/office/officeart/2005/8/layout/bProcess3"/>
    <dgm:cxn modelId="{DF24700D-F472-470B-A2BB-E751B473B70A}" type="presParOf" srcId="{A5CB6331-51F7-4887-B0E3-2864F20DA018}" destId="{477B3E3E-D613-439F-8650-75963B4FE29F}" srcOrd="7" destOrd="0" presId="urn:microsoft.com/office/officeart/2005/8/layout/bProcess3"/>
    <dgm:cxn modelId="{69B6495A-9AAD-4F41-A23B-BDAEC398FFF6}" type="presParOf" srcId="{477B3E3E-D613-439F-8650-75963B4FE29F}" destId="{049D2F6E-BA4F-4A2F-B20E-FDB263F060B1}" srcOrd="0" destOrd="0" presId="urn:microsoft.com/office/officeart/2005/8/layout/bProcess3"/>
    <dgm:cxn modelId="{E8351B5F-92C1-4436-A482-2146B19FB869}" type="presParOf" srcId="{A5CB6331-51F7-4887-B0E3-2864F20DA018}" destId="{440BF219-8E69-4330-A4C9-4BC0F95A9CE7}" srcOrd="8" destOrd="0" presId="urn:microsoft.com/office/officeart/2005/8/layout/bProcess3"/>
    <dgm:cxn modelId="{634D1F4B-A366-4785-8BD1-79D24D273763}" type="presParOf" srcId="{A5CB6331-51F7-4887-B0E3-2864F20DA018}" destId="{D636CE5B-3935-40F7-B39C-63B497663DCC}" srcOrd="9"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F296E60A-B1A5-4C37-B581-0814840A3A0F}" type="presParOf" srcId="{A5CB6331-51F7-4887-B0E3-2864F20DA018}" destId="{0048F8DD-6E4F-4662-B15B-6DE59C1F62BE}" srcOrd="15" destOrd="0" presId="urn:microsoft.com/office/officeart/2005/8/layout/bProcess3"/>
    <dgm:cxn modelId="{EF01D18A-1749-44D5-B59C-1BB87453CACC}" type="presParOf" srcId="{0048F8DD-6E4F-4662-B15B-6DE59C1F62BE}" destId="{AD2FCB0B-4B28-41A6-A3FE-577B081222AC}" srcOrd="0" destOrd="0" presId="urn:microsoft.com/office/officeart/2005/8/layout/bProcess3"/>
    <dgm:cxn modelId="{098AFD6E-E566-417B-A3E1-4397B949882D}" type="presParOf" srcId="{A5CB6331-51F7-4887-B0E3-2864F20DA018}" destId="{4FB7F223-29AA-4AB7-99F6-D28B9815346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buClrTx/>
            <a:buSzTx/>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 </a:t>
          </a:r>
        </a:p>
      </dgm:t>
    </dgm:pt>
    <dgm:pt modelId="{EEF5481E-E15E-44B7-8386-5741AC49DDE3}" type="parTrans" cxnId="{19363AD2-672D-4012-B919-D8F4A5A8B53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Intrusion Detection &amp; Prevention</a:t>
          </a:r>
        </a:p>
      </dgm:t>
    </dgm:pt>
    <dgm:pt modelId="{E185CA3E-6370-4176-9D5B-44E704E1A1CE}" type="parTrans" cxnId="{C3F725F0-2EDA-41AE-B7B6-6840DF38A9E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Training &amp; Awareness</a:t>
          </a:r>
        </a:p>
      </dgm:t>
    </dgm:pt>
    <dgm:pt modelId="{9799C603-FDDE-4D42-BF55-6837068F2F2B}" type="parTrans" cxnId="{B3667280-BF6F-4C37-8A78-325DDE94FF0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Email Security</a:t>
          </a:r>
        </a:p>
      </dgm:t>
    </dgm:pt>
    <dgm:pt modelId="{9B5F3D9A-FD6D-49B1-92B7-176E2E36939E}" type="parTrans" cxnId="{A38B52A4-75EB-45C4-9BDA-701ADD7068E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Anti Malware Protection</a:t>
          </a:r>
        </a:p>
      </dgm:t>
    </dgm:pt>
    <dgm:pt modelId="{FAC6A111-7D4B-430E-926B-14C9D1698E02}" type="parTrans" cxnId="{6241DD58-2DF1-42FF-969B-CE19B29ED4F5}">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0B15B80-566D-4826-A5BE-79B8E42B73C3}">
      <dgm:prSet custT="1"/>
      <dgm:spPr>
        <a:solidFill>
          <a:srgbClr val="0DA9FF"/>
        </a:solidFill>
      </dgm:spPr>
      <dgm:t>
        <a:bodyPr/>
        <a:lstStyle/>
        <a:p>
          <a:pPr algn="ctr">
            <a:lnSpc>
              <a:spcPct val="100000"/>
            </a:lnSpc>
            <a:spcAft>
              <a:spcPts val="0"/>
            </a:spcAft>
          </a:pPr>
          <a:r>
            <a:rPr lang="en-GB" sz="1200" b="1">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gm:t>
    </dgm:pt>
    <dgm:pt modelId="{6CFCB570-DC08-47AD-99E0-4FE29BD84B29}" type="parTrans" cxnId="{2A14B593-5D0A-4E56-9B2A-3A0040181DF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7E3AA0A-695C-433D-A568-167BF4B38A0B}" type="sibTrans" cxnId="{2A14B593-5D0A-4E56-9B2A-3A0040181DF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5DA85EE-A2C8-4D35-9DDC-86A98DF9364E}">
      <dgm:prSe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(Mon - Fri 9-5)</a:t>
          </a:r>
        </a:p>
      </dgm:t>
    </dgm:pt>
    <dgm:pt modelId="{F0B15B22-6558-4D14-9194-19E977AA553C}" type="parTrans" cxnId="{49BFA611-7C09-4A60-A0E9-B48448A4246C}">
      <dgm:prSet/>
      <dgm:spPr/>
      <dgm:t>
        <a:bodyPr/>
        <a:lstStyle/>
        <a:p>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6C9C4DE2-0E91-446E-AC5A-B89A958B6979}" type="sibTrans" cxnId="{49BFA611-7C09-4A60-A0E9-B48448A4246C}">
      <dgm:prSet/>
      <dgm:spPr/>
      <dgm:t>
        <a:bodyPr/>
        <a:lstStyle/>
        <a:p>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341457E3-2F95-4AE7-968E-EDA4ABEDB199}" type="sibTrans" cxnId="{6C57C7C3-F09E-44D0-A7AC-3125BDCCC980}">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5A00E91-5568-4773-97E3-F1DEA4389039}" type="parTrans" cxnId="{6C57C7C3-F09E-44D0-A7AC-3125BDCCC980}">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440BF219-8E69-4330-A4C9-4BC0F95A9CE7}" type="pres">
      <dgm:prSet presAssocID="{CD95D07A-39D9-432B-B308-9897D8E72DFE}" presName="node" presStyleLbl="node1" presStyleIdx="3"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3" presStyleCnt="8"/>
      <dgm:spPr/>
    </dgm:pt>
    <dgm:pt modelId="{9A5B330F-B241-48CA-A422-BA902F0652A1}" type="pres">
      <dgm:prSet presAssocID="{2F4ED64F-A91A-46FE-BC10-4FF3797FC5F6}" presName="connectorText" presStyleLbl="sibTrans1D1" presStyleIdx="3" presStyleCnt="8"/>
      <dgm:spPr/>
    </dgm:pt>
    <dgm:pt modelId="{ABE3E285-6496-4FEA-982A-F3176634E2F2}" type="pres">
      <dgm:prSet presAssocID="{A0B15B80-566D-4826-A5BE-79B8E42B73C3}" presName="node" presStyleLbl="node1" presStyleIdx="4" presStyleCnt="9">
        <dgm:presLayoutVars>
          <dgm:bulletEnabled val="1"/>
        </dgm:presLayoutVars>
      </dgm:prSet>
      <dgm:spPr>
        <a:prstGeom prst="frame">
          <a:avLst/>
        </a:prstGeom>
      </dgm:spPr>
    </dgm:pt>
    <dgm:pt modelId="{FA9D3606-C604-4E3B-8C2F-3DA7DE059C93}" type="pres">
      <dgm:prSet presAssocID="{C7E3AA0A-695C-433D-A568-167BF4B38A0B}" presName="sibTrans" presStyleLbl="sibTrans1D1" presStyleIdx="4" presStyleCnt="8"/>
      <dgm:spPr/>
    </dgm:pt>
    <dgm:pt modelId="{6BE68EAC-0A98-45A4-897D-E4ABB0001BE4}" type="pres">
      <dgm:prSet presAssocID="{C7E3AA0A-695C-433D-A568-167BF4B38A0B}"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2C674C48-17F7-49D0-8432-1E84E626157A}" type="pres">
      <dgm:prSet presAssocID="{341457E3-2F95-4AE7-968E-EDA4ABEDB199}" presName="sibTrans" presStyleLbl="sibTrans1D1" presStyleIdx="7" presStyleCnt="8"/>
      <dgm:spPr/>
    </dgm:pt>
    <dgm:pt modelId="{E5D8BCA6-C715-49D7-8A21-A4B5176EC9E5}" type="pres">
      <dgm:prSet presAssocID="{341457E3-2F95-4AE7-968E-EDA4ABEDB199}" presName="connectorText" presStyleLbl="sibTrans1D1" presStyleIdx="7" presStyleCnt="8"/>
      <dgm:spPr/>
    </dgm:pt>
    <dgm:pt modelId="{BCBFEFEE-5452-455A-82CB-856AC7345293}" type="pres">
      <dgm:prSet presAssocID="{C5DA85EE-A2C8-4D35-9DDC-86A98DF9364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49BFA611-7C09-4A60-A0E9-B48448A4246C}" srcId="{00F728D5-3044-4F95-BACD-6A2C773DF661}" destId="{C5DA85EE-A2C8-4D35-9DDC-86A98DF9364E}" srcOrd="8" destOrd="0" parTransId="{F0B15B22-6558-4D14-9194-19E977AA553C}" sibTransId="{6C9C4DE2-0E91-446E-AC5A-B89A958B6979}"/>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1CB56375-27F6-4D0F-AF2D-89AFA19BEFDA}" type="presOf" srcId="{C5DA85EE-A2C8-4D35-9DDC-86A98DF9364E}" destId="{BCBFEFEE-5452-455A-82CB-856AC7345293}"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C494028B-52DF-4A5E-AC38-EB3210887A3A}" type="presOf" srcId="{C7E3AA0A-695C-433D-A568-167BF4B38A0B}" destId="{FA9D3606-C604-4E3B-8C2F-3DA7DE059C93}" srcOrd="0" destOrd="0" presId="urn:microsoft.com/office/officeart/2005/8/layout/bProcess3"/>
    <dgm:cxn modelId="{6F50348F-87F5-44B7-8097-A7BE5EF48368}" type="presOf" srcId="{A0B15B80-566D-4826-A5BE-79B8E42B73C3}" destId="{ABE3E285-6496-4FEA-982A-F3176634E2F2}" srcOrd="0" destOrd="0" presId="urn:microsoft.com/office/officeart/2005/8/layout/bProcess3"/>
    <dgm:cxn modelId="{2A14B593-5D0A-4E56-9B2A-3A0040181DFD}" srcId="{00F728D5-3044-4F95-BACD-6A2C773DF661}" destId="{A0B15B80-566D-4826-A5BE-79B8E42B73C3}" srcOrd="4" destOrd="0" parTransId="{6CFCB570-DC08-47AD-99E0-4FE29BD84B29}" sibTransId="{C7E3AA0A-695C-433D-A568-167BF4B38A0B}"/>
    <dgm:cxn modelId="{D4E34094-7359-47FB-BF93-4E462D6389CD}" type="presOf" srcId="{C7E3AA0A-695C-433D-A568-167BF4B38A0B}" destId="{6BE68EAC-0A98-45A4-897D-E4ABB0001BE4}" srcOrd="1" destOrd="0" presId="urn:microsoft.com/office/officeart/2005/8/layout/bProcess3"/>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3" destOrd="0" parTransId="{EEF5481E-E15E-44B7-8386-5741AC49DDE3}" sibTransId="{2F4ED64F-A91A-46FE-BC10-4FF3797FC5F6}"/>
    <dgm:cxn modelId="{4CB434E1-7783-4364-AD8E-9562C1BC598A}" type="presOf" srcId="{341457E3-2F95-4AE7-968E-EDA4ABEDB199}" destId="{E5D8BCA6-C715-49D7-8A21-A4B5176EC9E5}" srcOrd="1"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0D6A07F9-46FE-4E78-80BD-F155D1F29D71}" type="presOf" srcId="{341457E3-2F95-4AE7-968E-EDA4ABEDB199}" destId="{2C674C48-17F7-49D0-8432-1E84E626157A}" srcOrd="0" destOrd="0" presId="urn:microsoft.com/office/officeart/2005/8/layout/bProcess3"/>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E8351B5F-92C1-4436-A482-2146B19FB869}" type="presParOf" srcId="{A5CB6331-51F7-4887-B0E3-2864F20DA018}" destId="{440BF219-8E69-4330-A4C9-4BC0F95A9CE7}" srcOrd="6" destOrd="0" presId="urn:microsoft.com/office/officeart/2005/8/layout/bProcess3"/>
    <dgm:cxn modelId="{634D1F4B-A366-4785-8BD1-79D24D273763}" type="presParOf" srcId="{A5CB6331-51F7-4887-B0E3-2864F20DA018}" destId="{D636CE5B-3935-40F7-B39C-63B497663DCC}" srcOrd="7"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F6539CBA-D207-4FB0-9B4C-5E5C07806E3F}" type="presParOf" srcId="{A5CB6331-51F7-4887-B0E3-2864F20DA018}" destId="{ABE3E285-6496-4FEA-982A-F3176634E2F2}" srcOrd="8" destOrd="0" presId="urn:microsoft.com/office/officeart/2005/8/layout/bProcess3"/>
    <dgm:cxn modelId="{3814A060-1E73-49DC-941F-4340FB61D832}" type="presParOf" srcId="{A5CB6331-51F7-4887-B0E3-2864F20DA018}" destId="{FA9D3606-C604-4E3B-8C2F-3DA7DE059C93}" srcOrd="9" destOrd="0" presId="urn:microsoft.com/office/officeart/2005/8/layout/bProcess3"/>
    <dgm:cxn modelId="{4B48249B-8A13-4AE2-9E2A-31917327BDE9}" type="presParOf" srcId="{FA9D3606-C604-4E3B-8C2F-3DA7DE059C93}" destId="{6BE68EAC-0A98-45A4-897D-E4ABB0001BE4}"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61884DE6-A9CC-412D-BD2C-F3A45C5FE5B0}" type="presParOf" srcId="{A5CB6331-51F7-4887-B0E3-2864F20DA018}" destId="{2C674C48-17F7-49D0-8432-1E84E626157A}" srcOrd="15" destOrd="0" presId="urn:microsoft.com/office/officeart/2005/8/layout/bProcess3"/>
    <dgm:cxn modelId="{3D721CCF-64D8-450E-B9F1-4164944F5BE6}" type="presParOf" srcId="{2C674C48-17F7-49D0-8432-1E84E626157A}" destId="{E5D8BCA6-C715-49D7-8A21-A4B5176EC9E5}" srcOrd="0" destOrd="0" presId="urn:microsoft.com/office/officeart/2005/8/layout/bProcess3"/>
    <dgm:cxn modelId="{E2AEE52F-C751-40F9-9CAA-7CE47108DBAA}" type="presParOf" srcId="{A5CB6331-51F7-4887-B0E3-2864F20DA018}" destId="{BCBFEFEE-5452-455A-82CB-856AC734529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buFont typeface="Arial" panose="020B0604020202020204" pitchFamily="34" charset="0"/>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gm:t>
    </dgm:pt>
    <dgm:pt modelId="{EEF5481E-E15E-44B7-8386-5741AC49DDE3}" type="parTrans" cxnId="{19363AD2-672D-4012-B919-D8F4A5A8B53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Threat Hunting</a:t>
          </a:r>
        </a:p>
      </dgm:t>
    </dgm:pt>
    <dgm:pt modelId="{E185CA3E-6370-4176-9D5B-44E704E1A1CE}" type="parTrans" cxnId="{C3F725F0-2EDA-41AE-B7B6-6840DF38A9E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a:t>
          </a:r>
        </a:p>
      </dgm:t>
    </dgm:pt>
    <dgm:pt modelId="{9799C603-FDDE-4D42-BF55-6837068F2F2B}" type="parTrans" cxnId="{B3667280-BF6F-4C37-8A78-325DDE94FF01}">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gm:t>
    </dgm:pt>
    <dgm:pt modelId="{9B5F3D9A-FD6D-49B1-92B7-176E2E36939E}" type="parTrans" cxnId="{A38B52A4-75EB-45C4-9BDA-701ADD7068E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Behaviour Analysis (NBA)</a:t>
          </a:r>
        </a:p>
      </dgm:t>
    </dgm:pt>
    <dgm:pt modelId="{FAC6A111-7D4B-430E-926B-14C9D1698E02}" type="parTrans" cxnId="{6241DD58-2DF1-42FF-969B-CE19B29ED4F5}">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0B15B80-566D-4826-A5BE-79B8E42B73C3}">
      <dgm:prSet custT="1"/>
      <dgm:spPr>
        <a:solidFill>
          <a:srgbClr val="0DA9FF"/>
        </a:solidFill>
      </dgm:spPr>
      <dgm:t>
        <a:bodyPr/>
        <a:lstStyle/>
        <a:p>
          <a:pPr algn="ctr">
            <a:lnSpc>
              <a:spcPct val="100000"/>
            </a:lnSpc>
            <a:spcAft>
              <a:spcPts val="0"/>
            </a:spcAft>
          </a:pPr>
          <a:r>
            <a:rPr lang="en-GB" sz="1200" b="1">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endParaRPr lang="en-GB" sz="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6CFCB570-DC08-47AD-99E0-4FE29BD84B29}" type="parTrans" cxnId="{2A14B593-5D0A-4E56-9B2A-3A0040181DFD}">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C7E3AA0A-695C-433D-A568-167BF4B38A0B}" type="sibTrans" cxnId="{2A14B593-5D0A-4E56-9B2A-3A0040181DFD}">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B77BE94-475F-4B36-A840-6EF004242ACE}">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gm:t>
    </dgm:pt>
    <dgm:pt modelId="{5FCA51C5-D82F-45EA-B8C5-DC8E9FF52A6B}" type="parTrans" cxnId="{B19F9099-2CB9-4897-84C7-9996EDF371D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DCFAB6E-15BD-48D7-9539-79663645FCD0}" type="sibTrans" cxnId="{B19F9099-2CB9-4897-84C7-9996EDF371D6}">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341457E3-2F95-4AE7-968E-EDA4ABEDB199}" type="sibTrans" cxnId="{6C57C7C3-F09E-44D0-A7AC-3125BDCCC980}">
      <dgm:prSet custT="1"/>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5A00E91-5568-4773-97E3-F1DEA4389039}" type="parTrans" cxnId="{6C57C7C3-F09E-44D0-A7AC-3125BDCCC980}">
      <dgm:prSet/>
      <dgm:spPr/>
      <dgm:t>
        <a:bodyPr/>
        <a:lstStyle/>
        <a:p>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440BF219-8E69-4330-A4C9-4BC0F95A9CE7}" type="pres">
      <dgm:prSet presAssocID="{CD95D07A-39D9-432B-B308-9897D8E72DFE}" presName="node" presStyleLbl="node1" presStyleIdx="3"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3" presStyleCnt="8"/>
      <dgm:spPr/>
    </dgm:pt>
    <dgm:pt modelId="{9A5B330F-B241-48CA-A422-BA902F0652A1}" type="pres">
      <dgm:prSet presAssocID="{2F4ED64F-A91A-46FE-BC10-4FF3797FC5F6}" presName="connectorText" presStyleLbl="sibTrans1D1" presStyleIdx="3" presStyleCnt="8"/>
      <dgm:spPr/>
    </dgm:pt>
    <dgm:pt modelId="{ABE3E285-6496-4FEA-982A-F3176634E2F2}" type="pres">
      <dgm:prSet presAssocID="{A0B15B80-566D-4826-A5BE-79B8E42B73C3}" presName="node" presStyleLbl="node1" presStyleIdx="4" presStyleCnt="9">
        <dgm:presLayoutVars>
          <dgm:bulletEnabled val="1"/>
        </dgm:presLayoutVars>
      </dgm:prSet>
      <dgm:spPr>
        <a:prstGeom prst="frame">
          <a:avLst/>
        </a:prstGeom>
      </dgm:spPr>
    </dgm:pt>
    <dgm:pt modelId="{FA9D3606-C604-4E3B-8C2F-3DA7DE059C93}" type="pres">
      <dgm:prSet presAssocID="{C7E3AA0A-695C-433D-A568-167BF4B38A0B}" presName="sibTrans" presStyleLbl="sibTrans1D1" presStyleIdx="4" presStyleCnt="8"/>
      <dgm:spPr/>
    </dgm:pt>
    <dgm:pt modelId="{6BE68EAC-0A98-45A4-897D-E4ABB0001BE4}" type="pres">
      <dgm:prSet presAssocID="{C7E3AA0A-695C-433D-A568-167BF4B38A0B}"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0048F8DD-6E4F-4662-B15B-6DE59C1F62BE}" type="pres">
      <dgm:prSet presAssocID="{341457E3-2F95-4AE7-968E-EDA4ABEDB199}" presName="sibTrans" presStyleLbl="sibTrans1D1" presStyleIdx="7" presStyleCnt="8"/>
      <dgm:spPr/>
    </dgm:pt>
    <dgm:pt modelId="{AD2FCB0B-4B28-41A6-A3FE-577B081222AC}" type="pres">
      <dgm:prSet presAssocID="{341457E3-2F95-4AE7-968E-EDA4ABEDB199}" presName="connectorText" presStyleLbl="sibTrans1D1" presStyleIdx="7" presStyleCnt="8"/>
      <dgm:spPr/>
    </dgm:pt>
    <dgm:pt modelId="{4FB7F223-29AA-4AB7-99F6-D28B98153463}" type="pres">
      <dgm:prSet presAssocID="{5B77BE94-475F-4B36-A840-6EF004242AC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822F4836-FA1F-43C6-981C-4C12333548AA}" type="presOf" srcId="{341457E3-2F95-4AE7-968E-EDA4ABEDB199}" destId="{AD2FCB0B-4B28-41A6-A3FE-577B081222AC}" srcOrd="1"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C494028B-52DF-4A5E-AC38-EB3210887A3A}" type="presOf" srcId="{C7E3AA0A-695C-433D-A568-167BF4B38A0B}" destId="{FA9D3606-C604-4E3B-8C2F-3DA7DE059C93}" srcOrd="0" destOrd="0" presId="urn:microsoft.com/office/officeart/2005/8/layout/bProcess3"/>
    <dgm:cxn modelId="{6F50348F-87F5-44B7-8097-A7BE5EF48368}" type="presOf" srcId="{A0B15B80-566D-4826-A5BE-79B8E42B73C3}" destId="{ABE3E285-6496-4FEA-982A-F3176634E2F2}" srcOrd="0" destOrd="0" presId="urn:microsoft.com/office/officeart/2005/8/layout/bProcess3"/>
    <dgm:cxn modelId="{2A14B593-5D0A-4E56-9B2A-3A0040181DFD}" srcId="{00F728D5-3044-4F95-BACD-6A2C773DF661}" destId="{A0B15B80-566D-4826-A5BE-79B8E42B73C3}" srcOrd="4" destOrd="0" parTransId="{6CFCB570-DC08-47AD-99E0-4FE29BD84B29}" sibTransId="{C7E3AA0A-695C-433D-A568-167BF4B38A0B}"/>
    <dgm:cxn modelId="{D4E34094-7359-47FB-BF93-4E462D6389CD}" type="presOf" srcId="{C7E3AA0A-695C-433D-A568-167BF4B38A0B}" destId="{6BE68EAC-0A98-45A4-897D-E4ABB0001BE4}" srcOrd="1" destOrd="0" presId="urn:microsoft.com/office/officeart/2005/8/layout/bProcess3"/>
    <dgm:cxn modelId="{B19F9099-2CB9-4897-84C7-9996EDF371D6}" srcId="{00F728D5-3044-4F95-BACD-6A2C773DF661}" destId="{5B77BE94-475F-4B36-A840-6EF004242ACE}" srcOrd="8" destOrd="0" parTransId="{5FCA51C5-D82F-45EA-B8C5-DC8E9FF52A6B}" sibTransId="{EDCFAB6E-15BD-48D7-9539-79663645FCD0}"/>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0DC28BC0-9889-4EBD-B030-0D4B2BB21709}" type="presOf" srcId="{5B77BE94-475F-4B36-A840-6EF004242ACE}" destId="{4FB7F223-29AA-4AB7-99F6-D28B98153463}"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3" destOrd="0" parTransId="{EEF5481E-E15E-44B7-8386-5741AC49DDE3}" sibTransId="{2F4ED64F-A91A-46FE-BC10-4FF3797FC5F6}"/>
    <dgm:cxn modelId="{7BA1EBE8-129D-4B72-AC84-B583F0C5F498}" type="presOf" srcId="{341457E3-2F95-4AE7-968E-EDA4ABEDB199}" destId="{0048F8DD-6E4F-4662-B15B-6DE59C1F62BE}" srcOrd="0"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E8351B5F-92C1-4436-A482-2146B19FB869}" type="presParOf" srcId="{A5CB6331-51F7-4887-B0E3-2864F20DA018}" destId="{440BF219-8E69-4330-A4C9-4BC0F95A9CE7}" srcOrd="6" destOrd="0" presId="urn:microsoft.com/office/officeart/2005/8/layout/bProcess3"/>
    <dgm:cxn modelId="{634D1F4B-A366-4785-8BD1-79D24D273763}" type="presParOf" srcId="{A5CB6331-51F7-4887-B0E3-2864F20DA018}" destId="{D636CE5B-3935-40F7-B39C-63B497663DCC}" srcOrd="7"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F6539CBA-D207-4FB0-9B4C-5E5C07806E3F}" type="presParOf" srcId="{A5CB6331-51F7-4887-B0E3-2864F20DA018}" destId="{ABE3E285-6496-4FEA-982A-F3176634E2F2}" srcOrd="8" destOrd="0" presId="urn:microsoft.com/office/officeart/2005/8/layout/bProcess3"/>
    <dgm:cxn modelId="{3814A060-1E73-49DC-941F-4340FB61D832}" type="presParOf" srcId="{A5CB6331-51F7-4887-B0E3-2864F20DA018}" destId="{FA9D3606-C604-4E3B-8C2F-3DA7DE059C93}" srcOrd="9" destOrd="0" presId="urn:microsoft.com/office/officeart/2005/8/layout/bProcess3"/>
    <dgm:cxn modelId="{4B48249B-8A13-4AE2-9E2A-31917327BDE9}" type="presParOf" srcId="{FA9D3606-C604-4E3B-8C2F-3DA7DE059C93}" destId="{6BE68EAC-0A98-45A4-897D-E4ABB0001BE4}"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F296E60A-B1A5-4C37-B581-0814840A3A0F}" type="presParOf" srcId="{A5CB6331-51F7-4887-B0E3-2864F20DA018}" destId="{0048F8DD-6E4F-4662-B15B-6DE59C1F62BE}" srcOrd="15" destOrd="0" presId="urn:microsoft.com/office/officeart/2005/8/layout/bProcess3"/>
    <dgm:cxn modelId="{EF01D18A-1749-44D5-B59C-1BB87453CACC}" type="presParOf" srcId="{0048F8DD-6E4F-4662-B15B-6DE59C1F62BE}" destId="{AD2FCB0B-4B28-41A6-A3FE-577B081222AC}" srcOrd="0" destOrd="0" presId="urn:microsoft.com/office/officeart/2005/8/layout/bProcess3"/>
    <dgm:cxn modelId="{098AFD6E-E566-417B-A3E1-4397B949882D}" type="presParOf" srcId="{A5CB6331-51F7-4887-B0E3-2864F20DA018}" destId="{4FB7F223-29AA-4AB7-99F6-D28B9815346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0F728D5-3044-4F95-BACD-6A2C773DF661}"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GB"/>
        </a:p>
      </dgm:t>
    </dgm:pt>
    <dgm:pt modelId="{CD95D07A-39D9-432B-B308-9897D8E72DFE}">
      <dgm:prSet phldrT="[Text]" custT="1"/>
      <dgm:spPr>
        <a:solidFill>
          <a:srgbClr val="0DA9FF"/>
        </a:solidFill>
      </dgm:spPr>
      <dgm:t>
        <a:bodyP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Anti Malware Protection</a:t>
          </a:r>
          <a:endParaRPr lang="en-GB" sz="9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EEF5481E-E15E-44B7-8386-5741AC49DDE3}" type="parTrans" cxnId="{19363AD2-672D-4012-B919-D8F4A5A8B53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2F4ED64F-A91A-46FE-BC10-4FF3797FC5F6}" type="sibTrans" cxnId="{19363AD2-672D-4012-B919-D8F4A5A8B536}">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2A1CA88-B2CC-4FD5-8D43-7F733147F448}">
      <dgm:prSet phldrT="[Text]" custT="1"/>
      <dgm:spPr>
        <a:solidFill>
          <a:srgbClr val="0DA9FF"/>
        </a:solidFill>
      </dgm:spPr>
      <dgm:t>
        <a:bodyPr anchor="ct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p>
      </dgm:t>
    </dgm:pt>
    <dgm:pt modelId="{E185CA3E-6370-4176-9D5B-44E704E1A1CE}" type="parTrans" cxnId="{C3F725F0-2EDA-41AE-B7B6-6840DF38A9E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6E1B6438-1E76-4883-81BA-83B08D468B91}" type="sibTrans" cxnId="{C3F725F0-2EDA-41AE-B7B6-6840DF38A9E6}">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4FCE3DE1-20DF-4CC1-9912-0341498913D9}">
      <dgm:prSet phldrT="[Text]" custT="1"/>
      <dgm:spPr>
        <a:solidFill>
          <a:srgbClr val="FF9C1A"/>
        </a:solidFill>
      </dgm:spPr>
      <dgm:t>
        <a:bodyPr/>
        <a:lstStyle/>
        <a:p>
          <a:pPr algn="ctr">
            <a:lnSpc>
              <a:spcPct val="100000"/>
            </a:lnSpc>
            <a:spcAft>
              <a:spcPts val="0"/>
            </a:spcAft>
            <a:buClrTx/>
            <a:buSzTx/>
            <a:buFont typeface="Arial" panose="020B0604020202020204" pitchFamily="34" charset="0"/>
            <a:buNone/>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24x7 Incident Response Team</a:t>
          </a:r>
          <a:endParaRPr lang="en-GB" sz="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gm:t>
    </dgm:pt>
    <dgm:pt modelId="{CF4A1028-6B15-4FA5-8027-FBF30C4170B1}" type="parTrans" cxnId="{9305F678-522B-456E-AE57-DFDB31EE95E1}">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359604E-F5C5-4837-BAD4-32EB5E64E4FB}" type="sibTrans" cxnId="{9305F678-522B-456E-AE57-DFDB31EE95E1}">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4DDB06-2650-406F-898B-A1122A65C3E3}">
      <dgm:prSet phldrT="[Text]" custT="1"/>
      <dgm:spPr>
        <a:solidFill>
          <a:srgbClr val="00A443"/>
        </a:solidFill>
      </dgm:spPr>
      <dgm:t>
        <a:bodyPr/>
        <a:lstStyle/>
        <a:p>
          <a:pPr algn="ctr">
            <a:lnSpc>
              <a:spcPct val="100000"/>
            </a:lnSpc>
            <a:spcAft>
              <a:spcPts val="0"/>
            </a:spcAft>
            <a:buClrTx/>
            <a:buSzTx/>
            <a:buFont typeface="Arial" panose="020B0604020202020204" pitchFamily="34" charset="0"/>
            <a:buNone/>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Secure by Design</a:t>
          </a:r>
        </a:p>
      </dgm:t>
    </dgm:pt>
    <dgm:pt modelId="{9799C603-FDDE-4D42-BF55-6837068F2F2B}" type="parTrans" cxnId="{B3667280-BF6F-4C37-8A78-325DDE94FF01}">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5DBF076-3EBD-455B-B38B-8B0924FA8987}" type="sibTrans" cxnId="{B3667280-BF6F-4C37-8A78-325DDE94FF01}">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1F6FAE2B-2D2E-4A03-9E41-C43AD55FB65D}">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gm:t>
    </dgm:pt>
    <dgm:pt modelId="{9B5F3D9A-FD6D-49B1-92B7-176E2E36939E}" type="parTrans" cxnId="{A38B52A4-75EB-45C4-9BDA-701ADD7068ED}">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787FCCAF-A7C9-4E6C-877F-CFECB53F9162}" type="sibTrans" cxnId="{A38B52A4-75EB-45C4-9BDA-701ADD7068ED}">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03EEB932-AF28-49F8-8FB8-667D3BF8425E}">
      <dgm:prSet custT="1"/>
      <dgm:spPr>
        <a:solidFill>
          <a:srgbClr val="00A443"/>
        </a:solidFill>
      </dgm:spPr>
      <dgm:t>
        <a:bodyPr/>
        <a:lstStyle/>
        <a:p>
          <a:pPr algn="ctr">
            <a:lnSpc>
              <a:spcPct val="100000"/>
            </a:lnSpc>
            <a:spcAft>
              <a:spcPts val="0"/>
            </a:spcAft>
          </a:pPr>
          <a:r>
            <a:rPr lang="en-GB" sz="1200" b="1">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 </a:t>
          </a:r>
        </a:p>
      </dgm:t>
    </dgm:pt>
    <dgm:pt modelId="{FAC6A111-7D4B-430E-926B-14C9D1698E02}" type="parTrans" cxnId="{6241DD58-2DF1-42FF-969B-CE19B29ED4F5}">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8609E7F0-E8DE-4C25-B08B-31A1440F0892}" type="sibTrans" cxnId="{6241DD58-2DF1-42FF-969B-CE19B29ED4F5}">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AA7D90A0-7810-4709-9FE8-572449CBF0B4}">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gm:t>
    </dgm:pt>
    <dgm:pt modelId="{55A00E91-5568-4773-97E3-F1DEA4389039}" type="parTrans" cxnId="{6C57C7C3-F09E-44D0-A7AC-3125BDCCC980}">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341457E3-2F95-4AE7-968E-EDA4ABEDB199}" type="sibTrans" cxnId="{6C57C7C3-F09E-44D0-A7AC-3125BDCCC980}">
      <dgm:prSet custT="1"/>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B77BE94-475F-4B36-A840-6EF004242ACE}">
      <dgm:prSet custT="1"/>
      <dgm:spPr>
        <a:solidFill>
          <a:srgbClr val="FF9C1A"/>
        </a:solidFill>
      </dgm:spPr>
      <dgm:t>
        <a:bodyPr/>
        <a:lstStyle/>
        <a:p>
          <a:pPr algn="ctr">
            <a:lnSpc>
              <a:spcPct val="100000"/>
            </a:lnSpc>
            <a:spcAft>
              <a:spcPts val="0"/>
            </a:spcAft>
          </a:pPr>
          <a:r>
            <a:rPr lang="en-GB" sz="1200" b="1">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gm:t>
    </dgm:pt>
    <dgm:pt modelId="{5FCA51C5-D82F-45EA-B8C5-DC8E9FF52A6B}" type="parTrans" cxnId="{B19F9099-2CB9-4897-84C7-9996EDF371D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EDCFAB6E-15BD-48D7-9539-79663645FCD0}" type="sibTrans" cxnId="{B19F9099-2CB9-4897-84C7-9996EDF371D6}">
      <dgm:prSet/>
      <dgm:spPr/>
      <dgm:t>
        <a:bodyPr/>
        <a:lstStyle/>
        <a:p>
          <a:pPr algn="ctr"/>
          <a:endParaRPr lang="en-GB" sz="1200">
            <a:latin typeface="IberPangea" panose="020B0504000000000000" pitchFamily="34" charset="0"/>
            <a:ea typeface="IberPangea" panose="020B0504000000000000" pitchFamily="34" charset="0"/>
            <a:cs typeface="IberPangea" panose="020B0504000000000000" pitchFamily="34" charset="0"/>
          </a:endParaRPr>
        </a:p>
      </dgm:t>
    </dgm:pt>
    <dgm:pt modelId="{5A4110D9-9CAC-4F48-AA5E-4B721D284739}">
      <dgm:prSet phldrT="[Text]" custT="1"/>
      <dgm:spPr>
        <a:solidFill>
          <a:srgbClr val="0DA9FF"/>
        </a:solidFill>
      </dgm:spPr>
      <dgm:t>
        <a:bodyPr/>
        <a:lstStyle/>
        <a:p>
          <a:pPr algn="ctr">
            <a:lnSpc>
              <a:spcPct val="100000"/>
            </a:lnSpc>
            <a:spcAft>
              <a:spcPts val="0"/>
            </a:spcAft>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gm:t>
    </dgm:pt>
    <dgm:pt modelId="{EBAA1436-04BB-468E-B504-7C8CEB666A5F}" type="parTrans" cxnId="{8DB00F4A-D696-4365-BCE4-AD72FE66259F}">
      <dgm:prSet/>
      <dgm:spPr/>
      <dgm:t>
        <a:bodyPr/>
        <a:lstStyle/>
        <a:p>
          <a:pPr algn="ctr"/>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B68716E0-D5F9-4429-8C97-161757F9C9A1}" type="sibTrans" cxnId="{8DB00F4A-D696-4365-BCE4-AD72FE66259F}">
      <dgm:prSet/>
      <dgm:spPr/>
      <dgm:t>
        <a:bodyPr/>
        <a:lstStyle/>
        <a:p>
          <a:pPr algn="ctr"/>
          <a:endParaRPr lang="en-GB">
            <a:latin typeface="IberPangea" panose="020B0504000000000000" pitchFamily="34" charset="0"/>
            <a:ea typeface="IberPangea" panose="020B0504000000000000" pitchFamily="34" charset="0"/>
            <a:cs typeface="IberPangea" panose="020B0504000000000000" pitchFamily="34" charset="0"/>
          </a:endParaRPr>
        </a:p>
      </dgm:t>
    </dgm:pt>
    <dgm:pt modelId="{A5CB6331-51F7-4887-B0E3-2864F20DA018}" type="pres">
      <dgm:prSet presAssocID="{00F728D5-3044-4F95-BACD-6A2C773DF661}" presName="Name0" presStyleCnt="0">
        <dgm:presLayoutVars>
          <dgm:dir/>
          <dgm:resizeHandles val="exact"/>
        </dgm:presLayoutVars>
      </dgm:prSet>
      <dgm:spPr/>
    </dgm:pt>
    <dgm:pt modelId="{9A3D24AD-9CD8-46D5-BB65-EE9016A3500F}" type="pres">
      <dgm:prSet presAssocID="{AA4DDB06-2650-406F-898B-A1122A65C3E3}" presName="node" presStyleLbl="node1" presStyleIdx="0" presStyleCnt="9">
        <dgm:presLayoutVars>
          <dgm:bulletEnabled val="1"/>
        </dgm:presLayoutVars>
      </dgm:prSet>
      <dgm:spPr>
        <a:prstGeom prst="frame">
          <a:avLst/>
        </a:prstGeom>
      </dgm:spPr>
    </dgm:pt>
    <dgm:pt modelId="{41421879-C4D1-4E0E-AB36-2AAEE5A3E7E5}" type="pres">
      <dgm:prSet presAssocID="{A5DBF076-3EBD-455B-B38B-8B0924FA8987}" presName="sibTrans" presStyleLbl="sibTrans1D1" presStyleIdx="0" presStyleCnt="8"/>
      <dgm:spPr/>
    </dgm:pt>
    <dgm:pt modelId="{173A332B-C389-4588-94A5-FDFDA75E6813}" type="pres">
      <dgm:prSet presAssocID="{A5DBF076-3EBD-455B-B38B-8B0924FA8987}" presName="connectorText" presStyleLbl="sibTrans1D1" presStyleIdx="0" presStyleCnt="8"/>
      <dgm:spPr/>
    </dgm:pt>
    <dgm:pt modelId="{D0085C4B-2777-4905-8EDC-85CE3EE38824}" type="pres">
      <dgm:prSet presAssocID="{1F6FAE2B-2D2E-4A03-9E41-C43AD55FB65D}" presName="node" presStyleLbl="node1" presStyleIdx="1" presStyleCnt="9">
        <dgm:presLayoutVars>
          <dgm:bulletEnabled val="1"/>
        </dgm:presLayoutVars>
      </dgm:prSet>
      <dgm:spPr>
        <a:prstGeom prst="frame">
          <a:avLst/>
        </a:prstGeom>
      </dgm:spPr>
    </dgm:pt>
    <dgm:pt modelId="{486C05F3-1E57-4E5C-A3DC-4A90ADAA6915}" type="pres">
      <dgm:prSet presAssocID="{787FCCAF-A7C9-4E6C-877F-CFECB53F9162}" presName="sibTrans" presStyleLbl="sibTrans1D1" presStyleIdx="1" presStyleCnt="8"/>
      <dgm:spPr/>
    </dgm:pt>
    <dgm:pt modelId="{AF4C2851-C59C-4AAC-95F5-11914B45CEC5}" type="pres">
      <dgm:prSet presAssocID="{787FCCAF-A7C9-4E6C-877F-CFECB53F9162}" presName="connectorText" presStyleLbl="sibTrans1D1" presStyleIdx="1" presStyleCnt="8"/>
      <dgm:spPr/>
    </dgm:pt>
    <dgm:pt modelId="{07B0BC6F-3151-46EA-9097-3977FD1A77C6}" type="pres">
      <dgm:prSet presAssocID="{03EEB932-AF28-49F8-8FB8-667D3BF8425E}" presName="node" presStyleLbl="node1" presStyleIdx="2" presStyleCnt="9">
        <dgm:presLayoutVars>
          <dgm:bulletEnabled val="1"/>
        </dgm:presLayoutVars>
      </dgm:prSet>
      <dgm:spPr>
        <a:prstGeom prst="frame">
          <a:avLst/>
        </a:prstGeom>
      </dgm:spPr>
    </dgm:pt>
    <dgm:pt modelId="{940C8134-00EF-43D2-B4AD-70A4EBDFB962}" type="pres">
      <dgm:prSet presAssocID="{8609E7F0-E8DE-4C25-B08B-31A1440F0892}" presName="sibTrans" presStyleLbl="sibTrans1D1" presStyleIdx="2" presStyleCnt="8"/>
      <dgm:spPr/>
    </dgm:pt>
    <dgm:pt modelId="{CE18923C-64C8-4148-9308-3D3678ECC46C}" type="pres">
      <dgm:prSet presAssocID="{8609E7F0-E8DE-4C25-B08B-31A1440F0892}" presName="connectorText" presStyleLbl="sibTrans1D1" presStyleIdx="2" presStyleCnt="8"/>
      <dgm:spPr/>
    </dgm:pt>
    <dgm:pt modelId="{B0F8D64F-724E-4B73-B0E6-BB4A7A5DB32C}" type="pres">
      <dgm:prSet presAssocID="{5A4110D9-9CAC-4F48-AA5E-4B721D284739}" presName="node" presStyleLbl="node1" presStyleIdx="3" presStyleCnt="9">
        <dgm:presLayoutVars>
          <dgm:bulletEnabled val="1"/>
        </dgm:presLayoutVars>
      </dgm:prSet>
      <dgm:spPr>
        <a:prstGeom prst="frame">
          <a:avLst/>
        </a:prstGeom>
      </dgm:spPr>
    </dgm:pt>
    <dgm:pt modelId="{477B3E3E-D613-439F-8650-75963B4FE29F}" type="pres">
      <dgm:prSet presAssocID="{B68716E0-D5F9-4429-8C97-161757F9C9A1}" presName="sibTrans" presStyleLbl="sibTrans1D1" presStyleIdx="3" presStyleCnt="8"/>
      <dgm:spPr/>
    </dgm:pt>
    <dgm:pt modelId="{049D2F6E-BA4F-4A2F-B20E-FDB263F060B1}" type="pres">
      <dgm:prSet presAssocID="{B68716E0-D5F9-4429-8C97-161757F9C9A1}" presName="connectorText" presStyleLbl="sibTrans1D1" presStyleIdx="3" presStyleCnt="8"/>
      <dgm:spPr/>
    </dgm:pt>
    <dgm:pt modelId="{440BF219-8E69-4330-A4C9-4BC0F95A9CE7}" type="pres">
      <dgm:prSet presAssocID="{CD95D07A-39D9-432B-B308-9897D8E72DFE}" presName="node" presStyleLbl="node1" presStyleIdx="4" presStyleCnt="9">
        <dgm:presLayoutVars>
          <dgm:bulletEnabled val="1"/>
        </dgm:presLayoutVars>
      </dgm:prSet>
      <dgm:spPr>
        <a:prstGeom prst="frame">
          <a:avLst/>
        </a:prstGeom>
      </dgm:spPr>
    </dgm:pt>
    <dgm:pt modelId="{D636CE5B-3935-40F7-B39C-63B497663DCC}" type="pres">
      <dgm:prSet presAssocID="{2F4ED64F-A91A-46FE-BC10-4FF3797FC5F6}" presName="sibTrans" presStyleLbl="sibTrans1D1" presStyleIdx="4" presStyleCnt="8"/>
      <dgm:spPr/>
    </dgm:pt>
    <dgm:pt modelId="{9A5B330F-B241-48CA-A422-BA902F0652A1}" type="pres">
      <dgm:prSet presAssocID="{2F4ED64F-A91A-46FE-BC10-4FF3797FC5F6}" presName="connectorText" presStyleLbl="sibTrans1D1" presStyleIdx="4" presStyleCnt="8"/>
      <dgm:spPr/>
    </dgm:pt>
    <dgm:pt modelId="{3DDE84D6-6A3D-4025-8A32-81A5A41F4900}" type="pres">
      <dgm:prSet presAssocID="{A2A1CA88-B2CC-4FD5-8D43-7F733147F448}" presName="node" presStyleLbl="node1" presStyleIdx="5" presStyleCnt="9">
        <dgm:presLayoutVars>
          <dgm:bulletEnabled val="1"/>
        </dgm:presLayoutVars>
      </dgm:prSet>
      <dgm:spPr>
        <a:prstGeom prst="frame">
          <a:avLst/>
        </a:prstGeom>
      </dgm:spPr>
    </dgm:pt>
    <dgm:pt modelId="{65EF71C2-DC8B-4E85-88A9-C66E64C95563}" type="pres">
      <dgm:prSet presAssocID="{6E1B6438-1E76-4883-81BA-83B08D468B91}" presName="sibTrans" presStyleLbl="sibTrans1D1" presStyleIdx="5" presStyleCnt="8"/>
      <dgm:spPr/>
    </dgm:pt>
    <dgm:pt modelId="{85850617-1D24-4802-B7CB-BE83897C1E9F}" type="pres">
      <dgm:prSet presAssocID="{6E1B6438-1E76-4883-81BA-83B08D468B91}" presName="connectorText" presStyleLbl="sibTrans1D1" presStyleIdx="5" presStyleCnt="8"/>
      <dgm:spPr/>
    </dgm:pt>
    <dgm:pt modelId="{7D4AFBEA-0C2B-4792-9C36-614B5B1984E2}" type="pres">
      <dgm:prSet presAssocID="{4FCE3DE1-20DF-4CC1-9912-0341498913D9}" presName="node" presStyleLbl="node1" presStyleIdx="6" presStyleCnt="9">
        <dgm:presLayoutVars>
          <dgm:bulletEnabled val="1"/>
        </dgm:presLayoutVars>
      </dgm:prSet>
      <dgm:spPr>
        <a:prstGeom prst="frame">
          <a:avLst/>
        </a:prstGeom>
      </dgm:spPr>
    </dgm:pt>
    <dgm:pt modelId="{C6A2BFC1-9F36-4663-A1B7-5DEEE940BB5D}" type="pres">
      <dgm:prSet presAssocID="{E359604E-F5C5-4837-BAD4-32EB5E64E4FB}" presName="sibTrans" presStyleLbl="sibTrans1D1" presStyleIdx="6" presStyleCnt="8"/>
      <dgm:spPr/>
    </dgm:pt>
    <dgm:pt modelId="{DE8529EF-E98B-43C3-AFE3-D84C4F41DDDD}" type="pres">
      <dgm:prSet presAssocID="{E359604E-F5C5-4837-BAD4-32EB5E64E4FB}" presName="connectorText" presStyleLbl="sibTrans1D1" presStyleIdx="6" presStyleCnt="8"/>
      <dgm:spPr/>
    </dgm:pt>
    <dgm:pt modelId="{D7FC0658-30BD-4D73-B4B3-12BF3F5FAECC}" type="pres">
      <dgm:prSet presAssocID="{AA7D90A0-7810-4709-9FE8-572449CBF0B4}" presName="node" presStyleLbl="node1" presStyleIdx="7" presStyleCnt="9">
        <dgm:presLayoutVars>
          <dgm:bulletEnabled val="1"/>
        </dgm:presLayoutVars>
      </dgm:prSet>
      <dgm:spPr>
        <a:prstGeom prst="frame">
          <a:avLst/>
        </a:prstGeom>
      </dgm:spPr>
    </dgm:pt>
    <dgm:pt modelId="{0048F8DD-6E4F-4662-B15B-6DE59C1F62BE}" type="pres">
      <dgm:prSet presAssocID="{341457E3-2F95-4AE7-968E-EDA4ABEDB199}" presName="sibTrans" presStyleLbl="sibTrans1D1" presStyleIdx="7" presStyleCnt="8"/>
      <dgm:spPr/>
    </dgm:pt>
    <dgm:pt modelId="{AD2FCB0B-4B28-41A6-A3FE-577B081222AC}" type="pres">
      <dgm:prSet presAssocID="{341457E3-2F95-4AE7-968E-EDA4ABEDB199}" presName="connectorText" presStyleLbl="sibTrans1D1" presStyleIdx="7" presStyleCnt="8"/>
      <dgm:spPr/>
    </dgm:pt>
    <dgm:pt modelId="{4FB7F223-29AA-4AB7-99F6-D28B98153463}" type="pres">
      <dgm:prSet presAssocID="{5B77BE94-475F-4B36-A840-6EF004242ACE}" presName="node" presStyleLbl="node1" presStyleIdx="8" presStyleCnt="9">
        <dgm:presLayoutVars>
          <dgm:bulletEnabled val="1"/>
        </dgm:presLayoutVars>
      </dgm:prSet>
      <dgm:spPr>
        <a:prstGeom prst="frame">
          <a:avLst/>
        </a:prstGeom>
      </dgm:spPr>
    </dgm:pt>
  </dgm:ptLst>
  <dgm:cxnLst>
    <dgm:cxn modelId="{A0DE4302-D79C-4F21-AE46-B348EF66D80F}" type="presOf" srcId="{787FCCAF-A7C9-4E6C-877F-CFECB53F9162}" destId="{AF4C2851-C59C-4AAC-95F5-11914B45CEC5}" srcOrd="1" destOrd="0" presId="urn:microsoft.com/office/officeart/2005/8/layout/bProcess3"/>
    <dgm:cxn modelId="{0826EF08-BE0A-4B9D-86AC-7EFFAFC1CBF8}" type="presOf" srcId="{E359604E-F5C5-4837-BAD4-32EB5E64E4FB}" destId="{C6A2BFC1-9F36-4663-A1B7-5DEEE940BB5D}" srcOrd="0" destOrd="0" presId="urn:microsoft.com/office/officeart/2005/8/layout/bProcess3"/>
    <dgm:cxn modelId="{AC9CBC0B-A947-4350-AD06-BA7201A6C80E}" type="presOf" srcId="{1F6FAE2B-2D2E-4A03-9E41-C43AD55FB65D}" destId="{D0085C4B-2777-4905-8EDC-85CE3EE38824}" srcOrd="0" destOrd="0" presId="urn:microsoft.com/office/officeart/2005/8/layout/bProcess3"/>
    <dgm:cxn modelId="{06EDBF33-491A-47E6-A6BB-8A93F5AB0305}" type="presOf" srcId="{AA4DDB06-2650-406F-898B-A1122A65C3E3}" destId="{9A3D24AD-9CD8-46D5-BB65-EE9016A3500F}" srcOrd="0" destOrd="0" presId="urn:microsoft.com/office/officeart/2005/8/layout/bProcess3"/>
    <dgm:cxn modelId="{3A5FE733-6AF6-4505-8CEB-FC0A4FA7E201}" type="presOf" srcId="{8609E7F0-E8DE-4C25-B08B-31A1440F0892}" destId="{940C8134-00EF-43D2-B4AD-70A4EBDFB962}" srcOrd="0" destOrd="0" presId="urn:microsoft.com/office/officeart/2005/8/layout/bProcess3"/>
    <dgm:cxn modelId="{A893F133-2761-402D-BA07-C2EAFAD64867}" type="presOf" srcId="{787FCCAF-A7C9-4E6C-877F-CFECB53F9162}" destId="{486C05F3-1E57-4E5C-A3DC-4A90ADAA6915}" srcOrd="0" destOrd="0" presId="urn:microsoft.com/office/officeart/2005/8/layout/bProcess3"/>
    <dgm:cxn modelId="{822F4836-FA1F-43C6-981C-4C12333548AA}" type="presOf" srcId="{341457E3-2F95-4AE7-968E-EDA4ABEDB199}" destId="{AD2FCB0B-4B28-41A6-A3FE-577B081222AC}" srcOrd="1" destOrd="0" presId="urn:microsoft.com/office/officeart/2005/8/layout/bProcess3"/>
    <dgm:cxn modelId="{996FBF38-34B5-46F6-ACE1-04EACB6AEEB4}" type="presOf" srcId="{AA7D90A0-7810-4709-9FE8-572449CBF0B4}" destId="{D7FC0658-30BD-4D73-B4B3-12BF3F5FAECC}" srcOrd="0" destOrd="0" presId="urn:microsoft.com/office/officeart/2005/8/layout/bProcess3"/>
    <dgm:cxn modelId="{AE658441-57C1-411B-A078-7BF48B3ECC8F}" type="presOf" srcId="{B68716E0-D5F9-4429-8C97-161757F9C9A1}" destId="{049D2F6E-BA4F-4A2F-B20E-FDB263F060B1}" srcOrd="1" destOrd="0" presId="urn:microsoft.com/office/officeart/2005/8/layout/bProcess3"/>
    <dgm:cxn modelId="{8DB00F4A-D696-4365-BCE4-AD72FE66259F}" srcId="{00F728D5-3044-4F95-BACD-6A2C773DF661}" destId="{5A4110D9-9CAC-4F48-AA5E-4B721D284739}" srcOrd="3" destOrd="0" parTransId="{EBAA1436-04BB-468E-B504-7C8CEB666A5F}" sibTransId="{B68716E0-D5F9-4429-8C97-161757F9C9A1}"/>
    <dgm:cxn modelId="{46B1D14C-0F81-44BD-BE73-AC2698989156}" type="presOf" srcId="{00F728D5-3044-4F95-BACD-6A2C773DF661}" destId="{A5CB6331-51F7-4887-B0E3-2864F20DA018}" srcOrd="0" destOrd="0" presId="urn:microsoft.com/office/officeart/2005/8/layout/bProcess3"/>
    <dgm:cxn modelId="{0CDF316D-AF70-4A43-A3E3-6E37217FBAC5}" type="presOf" srcId="{2F4ED64F-A91A-46FE-BC10-4FF3797FC5F6}" destId="{9A5B330F-B241-48CA-A422-BA902F0652A1}" srcOrd="1" destOrd="0" presId="urn:microsoft.com/office/officeart/2005/8/layout/bProcess3"/>
    <dgm:cxn modelId="{E271A24F-3B44-4DFA-9414-4DDBBB80FDCF}" type="presOf" srcId="{B68716E0-D5F9-4429-8C97-161757F9C9A1}" destId="{477B3E3E-D613-439F-8650-75963B4FE29F}" srcOrd="0" destOrd="0" presId="urn:microsoft.com/office/officeart/2005/8/layout/bProcess3"/>
    <dgm:cxn modelId="{AB604653-1E64-4951-B72D-25A0CFBE12C2}" type="presOf" srcId="{03EEB932-AF28-49F8-8FB8-667D3BF8425E}" destId="{07B0BC6F-3151-46EA-9097-3977FD1A77C6}" srcOrd="0" destOrd="0" presId="urn:microsoft.com/office/officeart/2005/8/layout/bProcess3"/>
    <dgm:cxn modelId="{6241DD58-2DF1-42FF-969B-CE19B29ED4F5}" srcId="{00F728D5-3044-4F95-BACD-6A2C773DF661}" destId="{03EEB932-AF28-49F8-8FB8-667D3BF8425E}" srcOrd="2" destOrd="0" parTransId="{FAC6A111-7D4B-430E-926B-14C9D1698E02}" sibTransId="{8609E7F0-E8DE-4C25-B08B-31A1440F0892}"/>
    <dgm:cxn modelId="{9305F678-522B-456E-AE57-DFDB31EE95E1}" srcId="{00F728D5-3044-4F95-BACD-6A2C773DF661}" destId="{4FCE3DE1-20DF-4CC1-9912-0341498913D9}" srcOrd="6" destOrd="0" parTransId="{CF4A1028-6B15-4FA5-8027-FBF30C4170B1}" sibTransId="{E359604E-F5C5-4837-BAD4-32EB5E64E4FB}"/>
    <dgm:cxn modelId="{3C27DD7B-594C-4AE8-8973-26907C8BF234}" type="presOf" srcId="{A5DBF076-3EBD-455B-B38B-8B0924FA8987}" destId="{41421879-C4D1-4E0E-AB36-2AAEE5A3E7E5}" srcOrd="0" destOrd="0" presId="urn:microsoft.com/office/officeart/2005/8/layout/bProcess3"/>
    <dgm:cxn modelId="{B3667280-BF6F-4C37-8A78-325DDE94FF01}" srcId="{00F728D5-3044-4F95-BACD-6A2C773DF661}" destId="{AA4DDB06-2650-406F-898B-A1122A65C3E3}" srcOrd="0" destOrd="0" parTransId="{9799C603-FDDE-4D42-BF55-6837068F2F2B}" sibTransId="{A5DBF076-3EBD-455B-B38B-8B0924FA8987}"/>
    <dgm:cxn modelId="{4F51BB87-A4C4-4C7B-B0A4-AD987385B9F3}" type="presOf" srcId="{A5DBF076-3EBD-455B-B38B-8B0924FA8987}" destId="{173A332B-C389-4588-94A5-FDFDA75E6813}" srcOrd="1" destOrd="0" presId="urn:microsoft.com/office/officeart/2005/8/layout/bProcess3"/>
    <dgm:cxn modelId="{08B74088-00B6-4624-9B68-CEEF103DDC39}" type="presOf" srcId="{CD95D07A-39D9-432B-B308-9897D8E72DFE}" destId="{440BF219-8E69-4330-A4C9-4BC0F95A9CE7}" srcOrd="0" destOrd="0" presId="urn:microsoft.com/office/officeart/2005/8/layout/bProcess3"/>
    <dgm:cxn modelId="{B19F9099-2CB9-4897-84C7-9996EDF371D6}" srcId="{00F728D5-3044-4F95-BACD-6A2C773DF661}" destId="{5B77BE94-475F-4B36-A840-6EF004242ACE}" srcOrd="8" destOrd="0" parTransId="{5FCA51C5-D82F-45EA-B8C5-DC8E9FF52A6B}" sibTransId="{EDCFAB6E-15BD-48D7-9539-79663645FCD0}"/>
    <dgm:cxn modelId="{556CDF9F-3C35-476E-9BD5-09A9DBD0CFB0}" type="presOf" srcId="{2F4ED64F-A91A-46FE-BC10-4FF3797FC5F6}" destId="{D636CE5B-3935-40F7-B39C-63B497663DCC}" srcOrd="0" destOrd="0" presId="urn:microsoft.com/office/officeart/2005/8/layout/bProcess3"/>
    <dgm:cxn modelId="{A38B52A4-75EB-45C4-9BDA-701ADD7068ED}" srcId="{00F728D5-3044-4F95-BACD-6A2C773DF661}" destId="{1F6FAE2B-2D2E-4A03-9E41-C43AD55FB65D}" srcOrd="1" destOrd="0" parTransId="{9B5F3D9A-FD6D-49B1-92B7-176E2E36939E}" sibTransId="{787FCCAF-A7C9-4E6C-877F-CFECB53F9162}"/>
    <dgm:cxn modelId="{E02977AD-A9E4-4A32-91B3-0D9E7B143A40}" type="presOf" srcId="{5A4110D9-9CAC-4F48-AA5E-4B721D284739}" destId="{B0F8D64F-724E-4B73-B0E6-BB4A7A5DB32C}" srcOrd="0" destOrd="0" presId="urn:microsoft.com/office/officeart/2005/8/layout/bProcess3"/>
    <dgm:cxn modelId="{810B78AE-3A2D-408C-A11B-A06DCDF96CC7}" type="presOf" srcId="{8609E7F0-E8DE-4C25-B08B-31A1440F0892}" destId="{CE18923C-64C8-4148-9308-3D3678ECC46C}" srcOrd="1" destOrd="0" presId="urn:microsoft.com/office/officeart/2005/8/layout/bProcess3"/>
    <dgm:cxn modelId="{5D1FF4AF-DC32-4873-A7A8-825E0D471542}" type="presOf" srcId="{A2A1CA88-B2CC-4FD5-8D43-7F733147F448}" destId="{3DDE84D6-6A3D-4025-8A32-81A5A41F4900}" srcOrd="0" destOrd="0" presId="urn:microsoft.com/office/officeart/2005/8/layout/bProcess3"/>
    <dgm:cxn modelId="{0DC28BC0-9889-4EBD-B030-0D4B2BB21709}" type="presOf" srcId="{5B77BE94-475F-4B36-A840-6EF004242ACE}" destId="{4FB7F223-29AA-4AB7-99F6-D28B98153463}" srcOrd="0" destOrd="0" presId="urn:microsoft.com/office/officeart/2005/8/layout/bProcess3"/>
    <dgm:cxn modelId="{BAEF55C1-69B4-49C1-9759-3794BCC1D050}" type="presOf" srcId="{6E1B6438-1E76-4883-81BA-83B08D468B91}" destId="{85850617-1D24-4802-B7CB-BE83897C1E9F}" srcOrd="1" destOrd="0" presId="urn:microsoft.com/office/officeart/2005/8/layout/bProcess3"/>
    <dgm:cxn modelId="{A7BC17C2-4777-409B-924C-9AB67CDDF8A4}" type="presOf" srcId="{E359604E-F5C5-4837-BAD4-32EB5E64E4FB}" destId="{DE8529EF-E98B-43C3-AFE3-D84C4F41DDDD}" srcOrd="1" destOrd="0" presId="urn:microsoft.com/office/officeart/2005/8/layout/bProcess3"/>
    <dgm:cxn modelId="{6C57C7C3-F09E-44D0-A7AC-3125BDCCC980}" srcId="{00F728D5-3044-4F95-BACD-6A2C773DF661}" destId="{AA7D90A0-7810-4709-9FE8-572449CBF0B4}" srcOrd="7" destOrd="0" parTransId="{55A00E91-5568-4773-97E3-F1DEA4389039}" sibTransId="{341457E3-2F95-4AE7-968E-EDA4ABEDB199}"/>
    <dgm:cxn modelId="{36BF64C8-2B38-490C-86BD-4AB7417CA2E4}" type="presOf" srcId="{4FCE3DE1-20DF-4CC1-9912-0341498913D9}" destId="{7D4AFBEA-0C2B-4792-9C36-614B5B1984E2}" srcOrd="0" destOrd="0" presId="urn:microsoft.com/office/officeart/2005/8/layout/bProcess3"/>
    <dgm:cxn modelId="{D0E15FCB-B4C2-4991-9F00-4A3FB86A7182}" type="presOf" srcId="{6E1B6438-1E76-4883-81BA-83B08D468B91}" destId="{65EF71C2-DC8B-4E85-88A9-C66E64C95563}" srcOrd="0" destOrd="0" presId="urn:microsoft.com/office/officeart/2005/8/layout/bProcess3"/>
    <dgm:cxn modelId="{19363AD2-672D-4012-B919-D8F4A5A8B536}" srcId="{00F728D5-3044-4F95-BACD-6A2C773DF661}" destId="{CD95D07A-39D9-432B-B308-9897D8E72DFE}" srcOrd="4" destOrd="0" parTransId="{EEF5481E-E15E-44B7-8386-5741AC49DDE3}" sibTransId="{2F4ED64F-A91A-46FE-BC10-4FF3797FC5F6}"/>
    <dgm:cxn modelId="{7BA1EBE8-129D-4B72-AC84-B583F0C5F498}" type="presOf" srcId="{341457E3-2F95-4AE7-968E-EDA4ABEDB199}" destId="{0048F8DD-6E4F-4662-B15B-6DE59C1F62BE}" srcOrd="0" destOrd="0" presId="urn:microsoft.com/office/officeart/2005/8/layout/bProcess3"/>
    <dgm:cxn modelId="{C3F725F0-2EDA-41AE-B7B6-6840DF38A9E6}" srcId="{00F728D5-3044-4F95-BACD-6A2C773DF661}" destId="{A2A1CA88-B2CC-4FD5-8D43-7F733147F448}" srcOrd="5" destOrd="0" parTransId="{E185CA3E-6370-4176-9D5B-44E704E1A1CE}" sibTransId="{6E1B6438-1E76-4883-81BA-83B08D468B91}"/>
    <dgm:cxn modelId="{7B2ED9CC-F2F9-44DF-B725-1A317B575E75}" type="presParOf" srcId="{A5CB6331-51F7-4887-B0E3-2864F20DA018}" destId="{9A3D24AD-9CD8-46D5-BB65-EE9016A3500F}" srcOrd="0" destOrd="0" presId="urn:microsoft.com/office/officeart/2005/8/layout/bProcess3"/>
    <dgm:cxn modelId="{FEBA6E13-A8AF-4B36-B3ED-58DDCA90EDA1}" type="presParOf" srcId="{A5CB6331-51F7-4887-B0E3-2864F20DA018}" destId="{41421879-C4D1-4E0E-AB36-2AAEE5A3E7E5}" srcOrd="1" destOrd="0" presId="urn:microsoft.com/office/officeart/2005/8/layout/bProcess3"/>
    <dgm:cxn modelId="{29992D46-9DC7-4DFE-AE0D-A9D2FD540676}" type="presParOf" srcId="{41421879-C4D1-4E0E-AB36-2AAEE5A3E7E5}" destId="{173A332B-C389-4588-94A5-FDFDA75E6813}" srcOrd="0" destOrd="0" presId="urn:microsoft.com/office/officeart/2005/8/layout/bProcess3"/>
    <dgm:cxn modelId="{2B2AE7DE-D294-4C1A-B1BA-D8BFA405C9AE}" type="presParOf" srcId="{A5CB6331-51F7-4887-B0E3-2864F20DA018}" destId="{D0085C4B-2777-4905-8EDC-85CE3EE38824}" srcOrd="2" destOrd="0" presId="urn:microsoft.com/office/officeart/2005/8/layout/bProcess3"/>
    <dgm:cxn modelId="{55726A65-C80E-45E6-914A-BF6466BA407D}" type="presParOf" srcId="{A5CB6331-51F7-4887-B0E3-2864F20DA018}" destId="{486C05F3-1E57-4E5C-A3DC-4A90ADAA6915}" srcOrd="3" destOrd="0" presId="urn:microsoft.com/office/officeart/2005/8/layout/bProcess3"/>
    <dgm:cxn modelId="{DC634374-184F-44A6-9427-39D68450360E}" type="presParOf" srcId="{486C05F3-1E57-4E5C-A3DC-4A90ADAA6915}" destId="{AF4C2851-C59C-4AAC-95F5-11914B45CEC5}" srcOrd="0" destOrd="0" presId="urn:microsoft.com/office/officeart/2005/8/layout/bProcess3"/>
    <dgm:cxn modelId="{8993FFFE-1163-4C3D-8719-E0A1250E71E7}" type="presParOf" srcId="{A5CB6331-51F7-4887-B0E3-2864F20DA018}" destId="{07B0BC6F-3151-46EA-9097-3977FD1A77C6}" srcOrd="4" destOrd="0" presId="urn:microsoft.com/office/officeart/2005/8/layout/bProcess3"/>
    <dgm:cxn modelId="{34882007-A71A-401A-8C21-500D55A314D6}" type="presParOf" srcId="{A5CB6331-51F7-4887-B0E3-2864F20DA018}" destId="{940C8134-00EF-43D2-B4AD-70A4EBDFB962}" srcOrd="5" destOrd="0" presId="urn:microsoft.com/office/officeart/2005/8/layout/bProcess3"/>
    <dgm:cxn modelId="{E6560146-32F4-4173-A4AA-DC84F6DAF154}" type="presParOf" srcId="{940C8134-00EF-43D2-B4AD-70A4EBDFB962}" destId="{CE18923C-64C8-4148-9308-3D3678ECC46C}" srcOrd="0" destOrd="0" presId="urn:microsoft.com/office/officeart/2005/8/layout/bProcess3"/>
    <dgm:cxn modelId="{6C7561BD-6391-4F09-9F5C-870A4C3F8379}" type="presParOf" srcId="{A5CB6331-51F7-4887-B0E3-2864F20DA018}" destId="{B0F8D64F-724E-4B73-B0E6-BB4A7A5DB32C}" srcOrd="6" destOrd="0" presId="urn:microsoft.com/office/officeart/2005/8/layout/bProcess3"/>
    <dgm:cxn modelId="{DF24700D-F472-470B-A2BB-E751B473B70A}" type="presParOf" srcId="{A5CB6331-51F7-4887-B0E3-2864F20DA018}" destId="{477B3E3E-D613-439F-8650-75963B4FE29F}" srcOrd="7" destOrd="0" presId="urn:microsoft.com/office/officeart/2005/8/layout/bProcess3"/>
    <dgm:cxn modelId="{69B6495A-9AAD-4F41-A23B-BDAEC398FFF6}" type="presParOf" srcId="{477B3E3E-D613-439F-8650-75963B4FE29F}" destId="{049D2F6E-BA4F-4A2F-B20E-FDB263F060B1}" srcOrd="0" destOrd="0" presId="urn:microsoft.com/office/officeart/2005/8/layout/bProcess3"/>
    <dgm:cxn modelId="{E8351B5F-92C1-4436-A482-2146B19FB869}" type="presParOf" srcId="{A5CB6331-51F7-4887-B0E3-2864F20DA018}" destId="{440BF219-8E69-4330-A4C9-4BC0F95A9CE7}" srcOrd="8" destOrd="0" presId="urn:microsoft.com/office/officeart/2005/8/layout/bProcess3"/>
    <dgm:cxn modelId="{634D1F4B-A366-4785-8BD1-79D24D273763}" type="presParOf" srcId="{A5CB6331-51F7-4887-B0E3-2864F20DA018}" destId="{D636CE5B-3935-40F7-B39C-63B497663DCC}" srcOrd="9" destOrd="0" presId="urn:microsoft.com/office/officeart/2005/8/layout/bProcess3"/>
    <dgm:cxn modelId="{497AB6C8-6D9F-47F8-8641-452700C3466B}" type="presParOf" srcId="{D636CE5B-3935-40F7-B39C-63B497663DCC}" destId="{9A5B330F-B241-48CA-A422-BA902F0652A1}" srcOrd="0" destOrd="0" presId="urn:microsoft.com/office/officeart/2005/8/layout/bProcess3"/>
    <dgm:cxn modelId="{3B2ACECB-476B-42CF-876A-FDDC6E46AAED}" type="presParOf" srcId="{A5CB6331-51F7-4887-B0E3-2864F20DA018}" destId="{3DDE84D6-6A3D-4025-8A32-81A5A41F4900}" srcOrd="10" destOrd="0" presId="urn:microsoft.com/office/officeart/2005/8/layout/bProcess3"/>
    <dgm:cxn modelId="{95E8DBA9-1FCD-45C5-B646-8A3BFFD18196}" type="presParOf" srcId="{A5CB6331-51F7-4887-B0E3-2864F20DA018}" destId="{65EF71C2-DC8B-4E85-88A9-C66E64C95563}" srcOrd="11" destOrd="0" presId="urn:microsoft.com/office/officeart/2005/8/layout/bProcess3"/>
    <dgm:cxn modelId="{871BA2FB-5BB1-4DDE-96E5-DB66E626A41E}" type="presParOf" srcId="{65EF71C2-DC8B-4E85-88A9-C66E64C95563}" destId="{85850617-1D24-4802-B7CB-BE83897C1E9F}" srcOrd="0" destOrd="0" presId="urn:microsoft.com/office/officeart/2005/8/layout/bProcess3"/>
    <dgm:cxn modelId="{920146D9-48E9-4665-B58B-F6ABCB1CAEEA}" type="presParOf" srcId="{A5CB6331-51F7-4887-B0E3-2864F20DA018}" destId="{7D4AFBEA-0C2B-4792-9C36-614B5B1984E2}" srcOrd="12" destOrd="0" presId="urn:microsoft.com/office/officeart/2005/8/layout/bProcess3"/>
    <dgm:cxn modelId="{70B700BF-BF4A-4A1F-A41C-274D6787734B}" type="presParOf" srcId="{A5CB6331-51F7-4887-B0E3-2864F20DA018}" destId="{C6A2BFC1-9F36-4663-A1B7-5DEEE940BB5D}" srcOrd="13" destOrd="0" presId="urn:microsoft.com/office/officeart/2005/8/layout/bProcess3"/>
    <dgm:cxn modelId="{6014330E-D316-4028-983E-EA2505AB1772}" type="presParOf" srcId="{C6A2BFC1-9F36-4663-A1B7-5DEEE940BB5D}" destId="{DE8529EF-E98B-43C3-AFE3-D84C4F41DDDD}" srcOrd="0" destOrd="0" presId="urn:microsoft.com/office/officeart/2005/8/layout/bProcess3"/>
    <dgm:cxn modelId="{0ADC5F80-7415-4BB8-A810-8F808F897FB2}" type="presParOf" srcId="{A5CB6331-51F7-4887-B0E3-2864F20DA018}" destId="{D7FC0658-30BD-4D73-B4B3-12BF3F5FAECC}" srcOrd="14" destOrd="0" presId="urn:microsoft.com/office/officeart/2005/8/layout/bProcess3"/>
    <dgm:cxn modelId="{F296E60A-B1A5-4C37-B581-0814840A3A0F}" type="presParOf" srcId="{A5CB6331-51F7-4887-B0E3-2864F20DA018}" destId="{0048F8DD-6E4F-4662-B15B-6DE59C1F62BE}" srcOrd="15" destOrd="0" presId="urn:microsoft.com/office/officeart/2005/8/layout/bProcess3"/>
    <dgm:cxn modelId="{EF01D18A-1749-44D5-B59C-1BB87453CACC}" type="presParOf" srcId="{0048F8DD-6E4F-4662-B15B-6DE59C1F62BE}" destId="{AD2FCB0B-4B28-41A6-A3FE-577B081222AC}" srcOrd="0" destOrd="0" presId="urn:microsoft.com/office/officeart/2005/8/layout/bProcess3"/>
    <dgm:cxn modelId="{098AFD6E-E566-417B-A3E1-4397B949882D}" type="presParOf" srcId="{A5CB6331-51F7-4887-B0E3-2864F20DA018}" destId="{4FB7F223-29AA-4AB7-99F6-D28B98153463}"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Training &amp; Awareness</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Email Security</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Anti Malware Protection</a:t>
          </a:r>
        </a:p>
      </dsp:txBody>
      <dsp:txXfrm>
        <a:off x="5202988" y="732519"/>
        <a:ext cx="1742766" cy="922641"/>
      </dsp:txXfrm>
    </dsp:sp>
    <dsp:sp modelId="{D636CE5B-3935-40F7-B39C-63B497663DCC}">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440BF219-8E69-4330-A4C9-4BC0F95A9CE7}">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 </a:t>
          </a:r>
        </a:p>
      </dsp:txBody>
      <dsp:txXfrm>
        <a:off x="159219" y="2434278"/>
        <a:ext cx="1742766" cy="922641"/>
      </dsp:txXfrm>
    </dsp:sp>
    <dsp:sp modelId="{FA9D3606-C604-4E3B-8C2F-3DA7DE059C93}">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ABE3E285-6496-4FEA-982A-F3176634E2F2}">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Intrusion Detection &amp; Prevention</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2C674C48-17F7-49D0-8432-1E84E626157A}">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BCBFEFEE-5452-455A-82CB-856AC734529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(Mon - Fri 9-5)</a:t>
          </a:r>
        </a:p>
      </dsp:txBody>
      <dsp:txXfrm>
        <a:off x="5202988" y="4136038"/>
        <a:ext cx="1742766" cy="9226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Behaviour Analysis (NBA)</a:t>
          </a:r>
        </a:p>
      </dsp:txBody>
      <dsp:txXfrm>
        <a:off x="5202988" y="732519"/>
        <a:ext cx="1742766" cy="922641"/>
      </dsp:txXfrm>
    </dsp:sp>
    <dsp:sp modelId="{D636CE5B-3935-40F7-B39C-63B497663DCC}">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440BF219-8E69-4330-A4C9-4BC0F95A9CE7}">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sp:txBody>
      <dsp:txXfrm>
        <a:off x="159219" y="2434278"/>
        <a:ext cx="1742766" cy="922641"/>
      </dsp:txXfrm>
    </dsp:sp>
    <dsp:sp modelId="{FA9D3606-C604-4E3B-8C2F-3DA7DE059C93}">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ABE3E285-6496-4FEA-982A-F3176634E2F2}">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Threat Hunting</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0048F8DD-6E4F-4662-B15B-6DE59C1F62BE}">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4FB7F223-29AA-4AB7-99F6-D28B9815346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sp:txBody>
      <dsp:txXfrm>
        <a:off x="5202988" y="4136038"/>
        <a:ext cx="1742766" cy="9226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Secure by Design</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 </a:t>
          </a:r>
        </a:p>
      </dsp:txBody>
      <dsp:txXfrm>
        <a:off x="5202988" y="732519"/>
        <a:ext cx="1742766" cy="922641"/>
      </dsp:txXfrm>
    </dsp:sp>
    <dsp:sp modelId="{477B3E3E-D613-439F-8650-75963B4FE29F}">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B0F8D64F-724E-4B73-B0E6-BB4A7A5DB32C}">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2434278"/>
        <a:ext cx="1742766" cy="922641"/>
      </dsp:txXfrm>
    </dsp:sp>
    <dsp:sp modelId="{D636CE5B-3935-40F7-B39C-63B497663DCC}">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440BF219-8E69-4330-A4C9-4BC0F95A9CE7}">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Anti Malware Protection</a:t>
          </a:r>
          <a:endParaRPr lang="en-GB" sz="9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24x7 Incident Response Team</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0048F8DD-6E4F-4662-B15B-6DE59C1F62BE}">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4FB7F223-29AA-4AB7-99F6-D28B9815346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sp:txBody>
      <dsp:txXfrm>
        <a:off x="5202988" y="4136038"/>
        <a:ext cx="1742766" cy="9226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Training &amp; Awareness</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Email Security</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Anti Malware Protection</a:t>
          </a:r>
        </a:p>
      </dsp:txBody>
      <dsp:txXfrm>
        <a:off x="5202988" y="732519"/>
        <a:ext cx="1742766" cy="922641"/>
      </dsp:txXfrm>
    </dsp:sp>
    <dsp:sp modelId="{D636CE5B-3935-40F7-B39C-63B497663DCC}">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440BF219-8E69-4330-A4C9-4BC0F95A9CE7}">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 </a:t>
          </a:r>
        </a:p>
      </dsp:txBody>
      <dsp:txXfrm>
        <a:off x="159219" y="2434278"/>
        <a:ext cx="1742766" cy="922641"/>
      </dsp:txXfrm>
    </dsp:sp>
    <dsp:sp modelId="{FA9D3606-C604-4E3B-8C2F-3DA7DE059C93}">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ABE3E285-6496-4FEA-982A-F3176634E2F2}">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Intrusion Detection &amp; Prevention</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2C674C48-17F7-49D0-8432-1E84E626157A}">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BCBFEFEE-5452-455A-82CB-856AC734529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(Mon - Fri 9-5)</a:t>
          </a:r>
        </a:p>
      </dsp:txBody>
      <dsp:txXfrm>
        <a:off x="5202988" y="4136038"/>
        <a:ext cx="1742766" cy="9226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Behaviour Analysis (NBA)</a:t>
          </a:r>
        </a:p>
      </dsp:txBody>
      <dsp:txXfrm>
        <a:off x="5202988" y="732519"/>
        <a:ext cx="1742766" cy="922641"/>
      </dsp:txXfrm>
    </dsp:sp>
    <dsp:sp modelId="{D636CE5B-3935-40F7-B39C-63B497663DCC}">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440BF219-8E69-4330-A4C9-4BC0F95A9CE7}">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Font typeface="Arial" panose="020B0604020202020204" pitchFamily="34" charset="0"/>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p>
      </dsp:txBody>
      <dsp:txXfrm>
        <a:off x="159219" y="2434278"/>
        <a:ext cx="1742766" cy="922641"/>
      </dsp:txXfrm>
    </dsp:sp>
    <dsp:sp modelId="{FA9D3606-C604-4E3B-8C2F-3DA7DE059C93}">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ABE3E285-6496-4FEA-982A-F3176634E2F2}">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Threat Hunting</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Team (24 x 7)</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0048F8DD-6E4F-4662-B15B-6DE59C1F62BE}">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4FB7F223-29AA-4AB7-99F6-D28B9815346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sp:txBody>
      <dsp:txXfrm>
        <a:off x="5202988" y="4136038"/>
        <a:ext cx="1742766" cy="9226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421879-C4D1-4E0E-AB36-2AAEE5A3E7E5}">
      <dsp:nvSpPr>
        <dsp:cNvPr id="0" name=""/>
        <dsp:cNvSpPr/>
      </dsp:nvSpPr>
      <dsp:spPr>
        <a:xfrm>
          <a:off x="2053959"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1191482"/>
        <a:ext cx="23578" cy="4715"/>
      </dsp:txXfrm>
    </dsp:sp>
    <dsp:sp modelId="{9A3D24AD-9CD8-46D5-BB65-EE9016A3500F}">
      <dsp:nvSpPr>
        <dsp:cNvPr id="0" name=""/>
        <dsp:cNvSpPr/>
      </dsp:nvSpPr>
      <dsp:spPr>
        <a:xfrm>
          <a:off x="5446"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Secure by Design</a:t>
          </a:r>
        </a:p>
      </dsp:txBody>
      <dsp:txXfrm>
        <a:off x="159219" y="732519"/>
        <a:ext cx="1742766" cy="922641"/>
      </dsp:txXfrm>
    </dsp:sp>
    <dsp:sp modelId="{486C05F3-1E57-4E5C-A3DC-4A90ADAA6915}">
      <dsp:nvSpPr>
        <dsp:cNvPr id="0" name=""/>
        <dsp:cNvSpPr/>
      </dsp:nvSpPr>
      <dsp:spPr>
        <a:xfrm>
          <a:off x="4575843" y="1148120"/>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1191482"/>
        <a:ext cx="23578" cy="4715"/>
      </dsp:txXfrm>
    </dsp:sp>
    <dsp:sp modelId="{D0085C4B-2777-4905-8EDC-85CE3EE38824}">
      <dsp:nvSpPr>
        <dsp:cNvPr id="0" name=""/>
        <dsp:cNvSpPr/>
      </dsp:nvSpPr>
      <dsp:spPr>
        <a:xfrm>
          <a:off x="2527331"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Software Patching &amp; Updates</a:t>
          </a:r>
        </a:p>
      </dsp:txBody>
      <dsp:txXfrm>
        <a:off x="2681104" y="732519"/>
        <a:ext cx="1742766" cy="922641"/>
      </dsp:txXfrm>
    </dsp:sp>
    <dsp:sp modelId="{940C8134-00EF-43D2-B4AD-70A4EBDFB962}">
      <dsp:nvSpPr>
        <dsp:cNvPr id="0" name=""/>
        <dsp:cNvSpPr/>
      </dsp:nvSpPr>
      <dsp:spPr>
        <a:xfrm>
          <a:off x="1030602" y="180713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2025261"/>
        <a:ext cx="253288" cy="4715"/>
      </dsp:txXfrm>
    </dsp:sp>
    <dsp:sp modelId="{07B0BC6F-3151-46EA-9097-3977FD1A77C6}">
      <dsp:nvSpPr>
        <dsp:cNvPr id="0" name=""/>
        <dsp:cNvSpPr/>
      </dsp:nvSpPr>
      <dsp:spPr>
        <a:xfrm>
          <a:off x="5049215" y="578746"/>
          <a:ext cx="2050312" cy="1230187"/>
        </a:xfrm>
        <a:prstGeom prst="frame">
          <a:avLst/>
        </a:prstGeom>
        <a:solidFill>
          <a:srgbClr val="00A44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0A443"/>
              </a:solidFill>
              <a:latin typeface="IberPangea" panose="020B0504000000000000" pitchFamily="34" charset="0"/>
              <a:ea typeface="IberPangea" panose="020B0504000000000000" pitchFamily="34" charset="0"/>
              <a:cs typeface="IberPangea" panose="020B0504000000000000" pitchFamily="34" charset="0"/>
            </a:rPr>
            <a:t>Network Segmentation </a:t>
          </a:r>
        </a:p>
      </dsp:txBody>
      <dsp:txXfrm>
        <a:off x="5202988" y="732519"/>
        <a:ext cx="1742766" cy="922641"/>
      </dsp:txXfrm>
    </dsp:sp>
    <dsp:sp modelId="{477B3E3E-D613-439F-8650-75963B4FE29F}">
      <dsp:nvSpPr>
        <dsp:cNvPr id="0" name=""/>
        <dsp:cNvSpPr/>
      </dsp:nvSpPr>
      <dsp:spPr>
        <a:xfrm>
          <a:off x="2053959"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2893241"/>
        <a:ext cx="23578" cy="4715"/>
      </dsp:txXfrm>
    </dsp:sp>
    <dsp:sp modelId="{B0F8D64F-724E-4B73-B0E6-BB4A7A5DB32C}">
      <dsp:nvSpPr>
        <dsp:cNvPr id="0" name=""/>
        <dsp:cNvSpPr/>
      </dsp:nvSpPr>
      <dsp:spPr>
        <a:xfrm>
          <a:off x="5446"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Endpoint Detection &amp; Response (EDR)</a:t>
          </a:r>
          <a:endParaRPr lang="en-GB" sz="12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2434278"/>
        <a:ext cx="1742766" cy="922641"/>
      </dsp:txXfrm>
    </dsp:sp>
    <dsp:sp modelId="{D636CE5B-3935-40F7-B39C-63B497663DCC}">
      <dsp:nvSpPr>
        <dsp:cNvPr id="0" name=""/>
        <dsp:cNvSpPr/>
      </dsp:nvSpPr>
      <dsp:spPr>
        <a:xfrm>
          <a:off x="4575843" y="2849879"/>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2893241"/>
        <a:ext cx="23578" cy="4715"/>
      </dsp:txXfrm>
    </dsp:sp>
    <dsp:sp modelId="{440BF219-8E69-4330-A4C9-4BC0F95A9CE7}">
      <dsp:nvSpPr>
        <dsp:cNvPr id="0" name=""/>
        <dsp:cNvSpPr/>
      </dsp:nvSpPr>
      <dsp:spPr>
        <a:xfrm>
          <a:off x="2527331"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Anti Malware Protection</a:t>
          </a:r>
          <a:endParaRPr lang="en-GB" sz="900" kern="1200">
            <a:solidFill>
              <a:srgbClr val="0DA9FF"/>
            </a:solidFill>
            <a:latin typeface="IberPangea" panose="020B0504000000000000" pitchFamily="34" charset="0"/>
            <a:ea typeface="IberPangea" panose="020B0504000000000000" pitchFamily="34" charset="0"/>
            <a:cs typeface="IberPangea" panose="020B0504000000000000" pitchFamily="34" charset="0"/>
          </a:endParaRPr>
        </a:p>
      </dsp:txBody>
      <dsp:txXfrm>
        <a:off x="2681104" y="2434278"/>
        <a:ext cx="1742766" cy="922641"/>
      </dsp:txXfrm>
    </dsp:sp>
    <dsp:sp modelId="{65EF71C2-DC8B-4E85-88A9-C66E64C95563}">
      <dsp:nvSpPr>
        <dsp:cNvPr id="0" name=""/>
        <dsp:cNvSpPr/>
      </dsp:nvSpPr>
      <dsp:spPr>
        <a:xfrm>
          <a:off x="1030602" y="3508893"/>
          <a:ext cx="5043769" cy="440971"/>
        </a:xfrm>
        <a:custGeom>
          <a:avLst/>
          <a:gdLst/>
          <a:ahLst/>
          <a:cxnLst/>
          <a:rect l="0" t="0" r="0" b="0"/>
          <a:pathLst>
            <a:path>
              <a:moveTo>
                <a:pt x="5043769" y="0"/>
              </a:moveTo>
              <a:lnTo>
                <a:pt x="5043769" y="237585"/>
              </a:lnTo>
              <a:lnTo>
                <a:pt x="0" y="237585"/>
              </a:lnTo>
              <a:lnTo>
                <a:pt x="0" y="44097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3425843" y="3727021"/>
        <a:ext cx="253288" cy="4715"/>
      </dsp:txXfrm>
    </dsp:sp>
    <dsp:sp modelId="{3DDE84D6-6A3D-4025-8A32-81A5A41F4900}">
      <dsp:nvSpPr>
        <dsp:cNvPr id="0" name=""/>
        <dsp:cNvSpPr/>
      </dsp:nvSpPr>
      <dsp:spPr>
        <a:xfrm>
          <a:off x="5049215" y="2280505"/>
          <a:ext cx="2050312" cy="1230187"/>
        </a:xfrm>
        <a:prstGeom prst="frame">
          <a:avLst/>
        </a:prstGeom>
        <a:solidFill>
          <a:srgbClr val="0DA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0DA9FF"/>
              </a:solidFill>
              <a:latin typeface="IberPangea" panose="020B0504000000000000" pitchFamily="34" charset="0"/>
              <a:ea typeface="IberPangea" panose="020B0504000000000000" pitchFamily="34" charset="0"/>
              <a:cs typeface="IberPangea" panose="020B0504000000000000" pitchFamily="34" charset="0"/>
            </a:rPr>
            <a:t>SIEM</a:t>
          </a:r>
        </a:p>
      </dsp:txBody>
      <dsp:txXfrm>
        <a:off x="5202988" y="2434278"/>
        <a:ext cx="1742766" cy="922641"/>
      </dsp:txXfrm>
    </dsp:sp>
    <dsp:sp modelId="{C6A2BFC1-9F36-4663-A1B7-5DEEE940BB5D}">
      <dsp:nvSpPr>
        <dsp:cNvPr id="0" name=""/>
        <dsp:cNvSpPr/>
      </dsp:nvSpPr>
      <dsp:spPr>
        <a:xfrm>
          <a:off x="2053959"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2262655" y="4595001"/>
        <a:ext cx="23578" cy="4715"/>
      </dsp:txXfrm>
    </dsp:sp>
    <dsp:sp modelId="{7D4AFBEA-0C2B-4792-9C36-614B5B1984E2}">
      <dsp:nvSpPr>
        <dsp:cNvPr id="0" name=""/>
        <dsp:cNvSpPr/>
      </dsp:nvSpPr>
      <dsp:spPr>
        <a:xfrm>
          <a:off x="5446"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ClrTx/>
            <a:buSzTx/>
            <a:buFont typeface="Arial" panose="020B0604020202020204" pitchFamily="34" charset="0"/>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24x7 Incident Response Team</a:t>
          </a:r>
          <a:endParaRPr lang="en-GB" sz="1200" kern="1200">
            <a:solidFill>
              <a:srgbClr val="FF9C1A"/>
            </a:solidFill>
            <a:latin typeface="IberPangea" panose="020B0504000000000000" pitchFamily="34" charset="0"/>
            <a:ea typeface="IberPangea" panose="020B0504000000000000" pitchFamily="34" charset="0"/>
            <a:cs typeface="IberPangea" panose="020B0504000000000000" pitchFamily="34" charset="0"/>
          </a:endParaRPr>
        </a:p>
      </dsp:txBody>
      <dsp:txXfrm>
        <a:off x="159219" y="4136038"/>
        <a:ext cx="1742766" cy="922641"/>
      </dsp:txXfrm>
    </dsp:sp>
    <dsp:sp modelId="{0048F8DD-6E4F-4662-B15B-6DE59C1F62BE}">
      <dsp:nvSpPr>
        <dsp:cNvPr id="0" name=""/>
        <dsp:cNvSpPr/>
      </dsp:nvSpPr>
      <dsp:spPr>
        <a:xfrm>
          <a:off x="4575843" y="4551638"/>
          <a:ext cx="440971" cy="91440"/>
        </a:xfrm>
        <a:custGeom>
          <a:avLst/>
          <a:gdLst/>
          <a:ahLst/>
          <a:cxnLst/>
          <a:rect l="0" t="0" r="0" b="0"/>
          <a:pathLst>
            <a:path>
              <a:moveTo>
                <a:pt x="0" y="45720"/>
              </a:moveTo>
              <a:lnTo>
                <a:pt x="44097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GB" sz="1200" kern="1200">
            <a:latin typeface="IberPangea" panose="020B0504000000000000" pitchFamily="34" charset="0"/>
            <a:ea typeface="IberPangea" panose="020B0504000000000000" pitchFamily="34" charset="0"/>
            <a:cs typeface="IberPangea" panose="020B0504000000000000" pitchFamily="34" charset="0"/>
          </a:endParaRPr>
        </a:p>
      </dsp:txBody>
      <dsp:txXfrm>
        <a:off x="4784540" y="4595001"/>
        <a:ext cx="23578" cy="4715"/>
      </dsp:txXfrm>
    </dsp:sp>
    <dsp:sp modelId="{D7FC0658-30BD-4D73-B4B3-12BF3F5FAECC}">
      <dsp:nvSpPr>
        <dsp:cNvPr id="0" name=""/>
        <dsp:cNvSpPr/>
      </dsp:nvSpPr>
      <dsp:spPr>
        <a:xfrm>
          <a:off x="2527331"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Incident Response Plan</a:t>
          </a:r>
        </a:p>
      </dsp:txBody>
      <dsp:txXfrm>
        <a:off x="2681104" y="4136038"/>
        <a:ext cx="1742766" cy="922641"/>
      </dsp:txXfrm>
    </dsp:sp>
    <dsp:sp modelId="{4FB7F223-29AA-4AB7-99F6-D28B98153463}">
      <dsp:nvSpPr>
        <dsp:cNvPr id="0" name=""/>
        <dsp:cNvSpPr/>
      </dsp:nvSpPr>
      <dsp:spPr>
        <a:xfrm>
          <a:off x="5049215" y="3982265"/>
          <a:ext cx="2050312" cy="1230187"/>
        </a:xfrm>
        <a:prstGeom prst="frame">
          <a:avLst/>
        </a:prstGeom>
        <a:solidFill>
          <a:srgbClr val="FF9C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ts val="0"/>
            </a:spcAft>
            <a:buNone/>
          </a:pPr>
          <a:r>
            <a:rPr lang="en-GB" sz="1200" b="1" kern="1200">
              <a:solidFill>
                <a:srgbClr val="FF9C1A"/>
              </a:solidFill>
              <a:latin typeface="IberPangea" panose="020B0504000000000000" pitchFamily="34" charset="0"/>
              <a:ea typeface="IberPangea" panose="020B0504000000000000" pitchFamily="34" charset="0"/>
              <a:cs typeface="IberPangea" panose="020B0504000000000000" pitchFamily="34" charset="0"/>
            </a:rPr>
            <a:t>Digital Forensics</a:t>
          </a:r>
        </a:p>
      </dsp:txBody>
      <dsp:txXfrm>
        <a:off x="5202988" y="4136038"/>
        <a:ext cx="1742766" cy="92264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A9244-E514-4584-A28F-362D90E8FE08}" type="datetimeFigureOut">
              <a:rPr lang="en-GB" smtClean="0"/>
              <a:t>02/09/2026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8C8993-03F9-4030-A604-555BD7134C3D}" type="slidenum">
              <a:rPr lang="en-GB" smtClean="0"/>
              <a:t>‹#›</a:t>
            </a:fld>
            <a:endParaRPr lang="en-GB"/>
          </a:p>
        </p:txBody>
      </p:sp>
    </p:spTree>
    <p:extLst>
      <p:ext uri="{BB962C8B-B14F-4D97-AF65-F5344CB8AC3E}">
        <p14:creationId xmlns:p14="http://schemas.microsoft.com/office/powerpoint/2010/main" val="2370937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1" i="0" kern="1200">
                <a:solidFill>
                  <a:schemeClr val="tx1"/>
                </a:solidFill>
                <a:effectLst/>
                <a:latin typeface="+mn-lt"/>
                <a:ea typeface="+mn-ea"/>
                <a:cs typeface="+mn-cs"/>
              </a:rPr>
              <a:t>That brings us to the end of today’s introduction to Cyber Security at ScottishPower.</a:t>
            </a:r>
          </a:p>
          <a:p>
            <a:pPr fontAlgn="t"/>
            <a:endParaRPr lang="en-GB" sz="1200" b="0" i="0" kern="1200">
              <a:solidFill>
                <a:schemeClr val="tx1"/>
              </a:solidFill>
              <a:effectLst/>
              <a:latin typeface="+mn-lt"/>
              <a:ea typeface="+mn-ea"/>
              <a:cs typeface="+mn-cs"/>
            </a:endParaRPr>
          </a:p>
          <a:p>
            <a:pPr fontAlgn="t"/>
            <a:r>
              <a:rPr lang="en-GB" sz="1200" b="0" i="0" kern="1200">
                <a:solidFill>
                  <a:schemeClr val="tx1"/>
                </a:solidFill>
                <a:effectLst/>
                <a:latin typeface="+mn-lt"/>
                <a:ea typeface="+mn-ea"/>
                <a:cs typeface="+mn-cs"/>
              </a:rPr>
              <a:t>I hope this session has helped you understand not just what cyber security is, but why it matters so much in a company like ours — and the important role each of you plays in keeping our people, systems and customers safe.</a:t>
            </a:r>
          </a:p>
          <a:p>
            <a:pPr fontAlgn="t"/>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Remember, you don’t need to be technical to make a difference. The small decisions you make every day — all add up to a stronger and safer organisation.</a:t>
            </a:r>
          </a:p>
          <a:p>
            <a:pPr fontAlgn="t"/>
            <a:endParaRPr lang="en-GB" sz="1200" b="0" i="0" kern="1200">
              <a:solidFill>
                <a:schemeClr val="tx1"/>
              </a:solidFill>
              <a:effectLst/>
              <a:latin typeface="+mn-lt"/>
              <a:ea typeface="+mn-ea"/>
              <a:cs typeface="+mn-cs"/>
            </a:endParaRPr>
          </a:p>
          <a:p>
            <a:pPr fontAlgn="t"/>
            <a:r>
              <a:rPr lang="en-GB" sz="1200" b="0" i="0" kern="1200">
                <a:solidFill>
                  <a:schemeClr val="tx1"/>
                </a:solidFill>
                <a:effectLst/>
                <a:latin typeface="+mn-lt"/>
                <a:ea typeface="+mn-ea"/>
                <a:cs typeface="+mn-cs"/>
              </a:rPr>
              <a:t>If you ever feel unsure, want to learn more, or would like to get involved through our Cyber Champions Network or by following our updates on SharePoint and </a:t>
            </a:r>
            <a:r>
              <a:rPr lang="en-GB" sz="1200" b="0" i="0" kern="1200" err="1">
                <a:solidFill>
                  <a:schemeClr val="tx1"/>
                </a:solidFill>
                <a:effectLst/>
                <a:latin typeface="+mn-lt"/>
                <a:ea typeface="+mn-ea"/>
                <a:cs typeface="+mn-cs"/>
              </a:rPr>
              <a:t>VivaEngage</a:t>
            </a:r>
            <a:r>
              <a:rPr lang="en-GB" sz="1200" b="0" i="0" kern="1200">
                <a:solidFill>
                  <a:schemeClr val="tx1"/>
                </a:solidFill>
                <a:effectLst/>
                <a:latin typeface="+mn-lt"/>
                <a:ea typeface="+mn-ea"/>
                <a:cs typeface="+mn-cs"/>
              </a:rPr>
              <a:t>, we’d really encourage you to do so. We’re here to support you, and your awareness genuinely makes an impact.</a:t>
            </a:r>
          </a:p>
          <a:p>
            <a:pPr fontAlgn="t"/>
            <a:endParaRPr lang="en-GB" sz="1200" b="0" i="0" kern="1200">
              <a:solidFill>
                <a:schemeClr val="tx1"/>
              </a:solidFill>
              <a:effectLst/>
              <a:latin typeface="+mn-lt"/>
              <a:ea typeface="+mn-ea"/>
              <a:cs typeface="+mn-cs"/>
            </a:endParaRPr>
          </a:p>
          <a:p>
            <a:pPr fontAlgn="t"/>
            <a:r>
              <a:rPr lang="en-GB" sz="1200" b="1" i="0" kern="1200">
                <a:solidFill>
                  <a:schemeClr val="tx1"/>
                </a:solidFill>
                <a:effectLst/>
                <a:latin typeface="+mn-lt"/>
                <a:ea typeface="+mn-ea"/>
                <a:cs typeface="+mn-cs"/>
              </a:rPr>
              <a:t>Thank you all for your time today, and for the role you’ll play in helping keep ScottishPower secure. I hope you enjoy the rest of your onboarding, and please feel free to reach out if you ever have questions.</a:t>
            </a:r>
            <a:endParaRPr lang="en-GB"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7129E-1C3C-431F-ADBE-6BEAAFD338B1}"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2103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Ref idx="1001">
        <a:schemeClr val="bg1"/>
      </p:bgRef>
    </p:bg>
    <p:spTree>
      <p:nvGrpSpPr>
        <p:cNvPr id="1" name=""/>
        <p:cNvGrpSpPr/>
        <p:nvPr/>
      </p:nvGrpSpPr>
      <p:grpSpPr>
        <a:xfrm>
          <a:off x="0" y="0"/>
          <a:ext cx="0" cy="0"/>
          <a:chOff x="0" y="0"/>
          <a:chExt cx="0" cy="0"/>
        </a:xfrm>
      </p:grpSpPr>
      <p:sp>
        <p:nvSpPr>
          <p:cNvPr id="4" name="Marcador de texto 12">
            <a:extLst>
              <a:ext uri="{FF2B5EF4-FFF2-40B4-BE49-F238E27FC236}">
                <a16:creationId xmlns:a16="http://schemas.microsoft.com/office/drawing/2014/main" id="{02C6E78E-94C2-B86A-43B0-C98F58009059}"/>
              </a:ext>
            </a:extLst>
          </p:cNvPr>
          <p:cNvSpPr>
            <a:spLocks noGrp="1"/>
          </p:cNvSpPr>
          <p:nvPr>
            <p:ph type="body" sz="quarter" idx="10" hasCustomPrompt="1"/>
          </p:nvPr>
        </p:nvSpPr>
        <p:spPr>
          <a:xfrm>
            <a:off x="3719512" y="1527134"/>
            <a:ext cx="8066088" cy="443328"/>
          </a:xfrm>
          <a:prstGeom prst="rect">
            <a:avLst/>
          </a:prstGeom>
        </p:spPr>
        <p:txBody>
          <a:bodyPr lIns="0" anchor="b" anchorCtr="0"/>
          <a:lstStyle>
            <a:lvl1pPr marL="0" indent="0">
              <a:lnSpc>
                <a:spcPct val="100000"/>
              </a:lnSpc>
              <a:spcBef>
                <a:spcPts val="0"/>
              </a:spcBef>
              <a:buNone/>
              <a:defRPr sz="2000" b="0" i="0">
                <a:solidFill>
                  <a:schemeClr val="tx1">
                    <a:lumMod val="60000"/>
                    <a:lumOff val="40000"/>
                  </a:schemeClr>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s-ES" err="1"/>
              <a:t>Presentation</a:t>
            </a:r>
            <a:r>
              <a:rPr lang="es-ES"/>
              <a:t> </a:t>
            </a:r>
            <a:r>
              <a:rPr lang="es-ES" err="1"/>
              <a:t>subtitle</a:t>
            </a:r>
            <a:endParaRPr lang="es-ES"/>
          </a:p>
        </p:txBody>
      </p:sp>
      <p:sp>
        <p:nvSpPr>
          <p:cNvPr id="2" name="Título 14">
            <a:extLst>
              <a:ext uri="{FF2B5EF4-FFF2-40B4-BE49-F238E27FC236}">
                <a16:creationId xmlns:a16="http://schemas.microsoft.com/office/drawing/2014/main" id="{EE43D0D4-53D9-E48B-97B4-161635A2CFA7}"/>
              </a:ext>
            </a:extLst>
          </p:cNvPr>
          <p:cNvSpPr>
            <a:spLocks noGrp="1"/>
          </p:cNvSpPr>
          <p:nvPr>
            <p:ph type="title" hasCustomPrompt="1"/>
          </p:nvPr>
        </p:nvSpPr>
        <p:spPr>
          <a:xfrm>
            <a:off x="3719513" y="2730572"/>
            <a:ext cx="8066087" cy="909841"/>
          </a:xfrm>
          <a:prstGeom prst="rect">
            <a:avLst/>
          </a:prstGeom>
        </p:spPr>
        <p:txBody>
          <a:bodyPr lIns="0" anchor="t">
            <a:noAutofit/>
          </a:bodyPr>
          <a:lstStyle>
            <a:lvl1pPr>
              <a:lnSpc>
                <a:spcPct val="80000"/>
              </a:lnSpc>
              <a:defRPr sz="4400" b="1" i="0" spc="-150">
                <a:solidFill>
                  <a:schemeClr val="accent1"/>
                </a:solidFill>
                <a:latin typeface="+mj-lt"/>
                <a:ea typeface="IberPangea Text" panose="020B0404000000000000" pitchFamily="34" charset="0"/>
                <a:cs typeface="IberPangea Text" panose="020B0404000000000000" pitchFamily="34" charset="0"/>
              </a:defRPr>
            </a:lvl1pPr>
          </a:lstStyle>
          <a:p>
            <a:r>
              <a:rPr lang="es-ES" err="1"/>
              <a:t>Presentation</a:t>
            </a:r>
            <a:r>
              <a:rPr lang="es-ES"/>
              <a:t> </a:t>
            </a:r>
            <a:r>
              <a:rPr lang="es-ES" err="1"/>
              <a:t>Title</a:t>
            </a:r>
            <a:endParaRPr lang="es-ES"/>
          </a:p>
        </p:txBody>
      </p:sp>
      <p:cxnSp>
        <p:nvCxnSpPr>
          <p:cNvPr id="22" name="Conector recto 17">
            <a:extLst>
              <a:ext uri="{FF2B5EF4-FFF2-40B4-BE49-F238E27FC236}">
                <a16:creationId xmlns:a16="http://schemas.microsoft.com/office/drawing/2014/main" id="{E6BFB2A2-D551-503C-6002-FDD2DD5E20A0}"/>
              </a:ext>
            </a:extLst>
          </p:cNvPr>
          <p:cNvCxnSpPr>
            <a:cxnSpLocks/>
          </p:cNvCxnSpPr>
          <p:nvPr userDrawn="1"/>
        </p:nvCxnSpPr>
        <p:spPr>
          <a:xfrm>
            <a:off x="395847" y="2312570"/>
            <a:ext cx="1138893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FE30EF66-8223-1B5E-784C-177B44A6EF5C}"/>
              </a:ext>
            </a:extLst>
          </p:cNvPr>
          <p:cNvGrpSpPr/>
          <p:nvPr userDrawn="1"/>
        </p:nvGrpSpPr>
        <p:grpSpPr>
          <a:xfrm>
            <a:off x="406400" y="1554912"/>
            <a:ext cx="2632635" cy="448756"/>
            <a:chOff x="858380" y="3171155"/>
            <a:chExt cx="4884170" cy="832550"/>
          </a:xfrm>
        </p:grpSpPr>
        <p:sp>
          <p:nvSpPr>
            <p:cNvPr id="5" name="Forma libre: forma 4">
              <a:extLst>
                <a:ext uri="{FF2B5EF4-FFF2-40B4-BE49-F238E27FC236}">
                  <a16:creationId xmlns:a16="http://schemas.microsoft.com/office/drawing/2014/main" id="{EE470890-3F61-F7BD-A5EC-77BCEE20D307}"/>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6" name="Forma libre: forma 5">
              <a:extLst>
                <a:ext uri="{FF2B5EF4-FFF2-40B4-BE49-F238E27FC236}">
                  <a16:creationId xmlns:a16="http://schemas.microsoft.com/office/drawing/2014/main" id="{62B65E94-9452-79FA-8F65-6ACF6640EAE4}"/>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8889CFA1-A619-1E00-87BA-43DF44DCD954}"/>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F8C2FCE3-F47D-C414-E96D-76FD6E82830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7A5DC56E-CA0A-4EB4-8307-ADB0C35A5196}"/>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D6E19A9F-3711-7781-924A-4104C8A9F1D8}"/>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18F8089B-9532-5349-458E-BD87F4ABBA4C}"/>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CD222FC2-B387-31A5-7192-420B935CA66D}"/>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E14B4C9-95C3-67C8-9D94-D6D4070B39EE}"/>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58BC99C3-1AD2-C73F-79A0-F2448E236D11}"/>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EE381538-2EE6-11BB-B23D-B3A050A7A6DE}"/>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05E6E47-2EBE-932B-6937-484DC8368231}"/>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2EB482C0-E304-0D06-EC11-253977B165B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0443BC5F-4EB1-32C7-254E-D0EBA26812CB}"/>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55D447B8-64A2-D4EF-A6FD-6B64A00A6591}"/>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C9AE82CE-4990-DF11-0929-FF44172E9A91}"/>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51022827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userDrawn="1"/>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02/09/2026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3334B174-F91E-5F88-54BA-A76A9B984155}"/>
              </a:ext>
            </a:extLst>
          </p:cNvPr>
          <p:cNvGrpSpPr/>
          <p:nvPr userDrawn="1"/>
        </p:nvGrpSpPr>
        <p:grpSpPr>
          <a:xfrm>
            <a:off x="10242042"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A27B84F5-0BEE-FEAE-D8C0-8270DDBA4D3A}"/>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3FDC1175-5843-DEB7-894A-41EBC0BCCF7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4752F6E7-0A25-8FF6-6F82-C389ADA81C7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AC4B411F-1381-9FB1-D0BE-0BC896A15AA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3EC3E56A-990E-33A4-8313-8F2B4EA27936}"/>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C93DA0DD-F8A6-195D-63DE-536AFDE5894A}"/>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B879AA3D-6A8D-571E-9985-EC5754B3F060}"/>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E55FBE94-B56C-2FDB-115D-F55E1D393685}"/>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C449EDCC-B619-BB56-84C2-6B38885C3E78}"/>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D8375CD1-5735-666C-EC92-7CCB5943FC8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89BD5666-6D0F-035B-E533-4BDB509421B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938DD1FD-AF8B-7E8B-5FB8-75841EBE604A}"/>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871E92E9-0DB0-64D6-AD80-3A9188828025}"/>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B483A15D-0AFE-CA9E-D8FD-5F0EFD9A1669}"/>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2285E6B5-D0A2-220B-9C9F-B87BACE7CAE5}"/>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34E02D4C-F0A8-BE28-6612-CC03E228C58B}"/>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1789401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Green">
    <p:bg>
      <p:bgPr>
        <a:solidFill>
          <a:schemeClr val="accent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C5064559-B9F6-CC01-E33E-B223D9EB16BC}"/>
              </a:ext>
            </a:extLst>
          </p:cNvPr>
          <p:cNvGrpSpPr/>
          <p:nvPr userDrawn="1"/>
        </p:nvGrpSpPr>
        <p:grpSpPr>
          <a:xfrm>
            <a:off x="10242042"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C3C4F6A2-FDE9-CB12-96EE-B9A29295348A}"/>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EB34E9EA-DE00-9CAA-CD96-F6190B6F1BD6}"/>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1667F7C2-4FB4-2B64-1740-FD00B67F290A}"/>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D78E05C2-E305-5869-CA51-E2B1889C2567}"/>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6B902294-59DE-BE59-4AE8-3FD1ED4B2B0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815B4FF5-89D9-0FAB-E181-F8E915F6CC15}"/>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F84EF4D6-B12D-2958-9CD7-3A64CD42C62D}"/>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469E40CC-CB03-868C-B3E5-E7253DF92D1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3C0B5299-A74C-8C7E-060D-5E2537181D70}"/>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F6E20523-DC6E-9FCB-5A01-5CDA2061A1E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BC0D6BD5-85C6-9E7E-D717-496F8DA28F4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343767E3-22D2-9A3A-E3C8-7A9AA2B2229B}"/>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51619DCC-ED7B-29D2-5CBA-3324A283EB1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B4B159D0-0A39-6429-0C82-0E80DA7F5A1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61D759EF-EBE9-4291-AE2B-44BD115BB9BF}"/>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633FB47D-0BB6-FF2B-57B7-C97C23E62F26}"/>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397715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vider Green">
    <p:bg>
      <p:bgPr>
        <a:solidFill>
          <a:schemeClr val="accent5"/>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DBFDDD47-FDA8-06B6-96EE-378C9D43565D}"/>
              </a:ext>
            </a:extLst>
          </p:cNvPr>
          <p:cNvGrpSpPr/>
          <p:nvPr userDrawn="1"/>
        </p:nvGrpSpPr>
        <p:grpSpPr>
          <a:xfrm>
            <a:off x="10242042"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D3BB2722-A222-87CA-3C84-EF5F15B77451}"/>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049F65F3-1E3A-2CEA-37D6-C546F3879FFE}"/>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921BEB6A-BBE9-FAD2-1D23-E32AF709E573}"/>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C69E6BA1-ED53-9447-C99E-8454EEE6089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A5F74695-4AA9-9F34-EECE-1B05784FEB2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F6AF5C7-B032-0A72-FE00-2D49CF695E9A}"/>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6E3A5FDC-D1C5-9788-D9D4-D241156E71D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D6FFB791-0022-A108-6399-C7F3E316464A}"/>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223195D0-6D5F-FEB6-7856-94D924E9D270}"/>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1CA96409-12F8-3EE0-C735-7C4193F2E379}"/>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D39628C2-A91D-4BDF-C720-FD1001A7207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C2456730-2EA0-3521-9CBB-7FDFD0A84AD8}"/>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DE4A76DD-3247-50FC-08C7-CD7266A8A36F}"/>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91B4AF27-3083-D7F6-6B2D-1CC2EC202BF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CF2EB0E0-1D75-8576-4993-D2EAF291EF3A}"/>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55C7B543-DC86-7C19-E35D-4E963C0BF8AB}"/>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0592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Divider Green">
    <p:bg>
      <p:bgPr>
        <a:solidFill>
          <a:schemeClr val="accent6"/>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C6B7EDEB-C22C-3E6D-8DFE-6D2F2126512D}"/>
              </a:ext>
            </a:extLst>
          </p:cNvPr>
          <p:cNvGrpSpPr/>
          <p:nvPr userDrawn="1"/>
        </p:nvGrpSpPr>
        <p:grpSpPr>
          <a:xfrm>
            <a:off x="10242042"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4D29E0E2-7826-7F71-043B-97812E102C08}"/>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EE111D61-BDA4-B67C-7F58-1E5468DDA07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3707E9F3-1C9D-1A35-42AF-5E44FF05D7B5}"/>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0FB4C62B-BCEC-BE5F-AC3B-4949260C80BF}"/>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4CE8BC03-BA5E-0DCF-DCAE-B6ABF97BAB43}"/>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DE29A888-5D03-1533-21A2-3D3C280997BA}"/>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F2133C49-48E2-B833-949E-C20ADD283A5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93AB8756-D680-3014-D679-4975C7060B47}"/>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6ECABA3F-7A68-AF53-5113-C582B039976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B850CA9-5A15-868B-F428-B0308342AAAF}"/>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96B38714-42DF-BA31-ECF5-2436D7BFF3AA}"/>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31B93D54-ADB1-7163-9B67-EC53BC677A1F}"/>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21630DB7-D9A9-E1D4-69EF-1E2A72AA73E4}"/>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83C98D13-53A6-D9BC-6269-83A509629CC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EFA95CD1-F52B-1166-FFB1-EFFDDE1D9CC0}"/>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0B4C08E9-8CEC-41D3-05CB-E65676FB280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395742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bg>
      <p:bgRef idx="1001">
        <a:schemeClr val="bg1"/>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E9E5E572-ACA6-848C-1471-C2088F7E0DC4}"/>
              </a:ext>
            </a:extLst>
          </p:cNvPr>
          <p:cNvSpPr>
            <a:spLocks noGrp="1"/>
          </p:cNvSpPr>
          <p:nvPr>
            <p:ph type="body" sz="quarter" idx="20" hasCustomPrompt="1"/>
          </p:nvPr>
        </p:nvSpPr>
        <p:spPr>
          <a:xfrm>
            <a:off x="356400" y="439200"/>
            <a:ext cx="9289413" cy="3016075"/>
          </a:xfrm>
          <a:prstGeom prst="rect">
            <a:avLst/>
          </a:prstGeom>
        </p:spPr>
        <p:txBody>
          <a:bodyPr lIns="0" anchor="t">
            <a:normAutofit/>
          </a:bodyPr>
          <a:lstStyle>
            <a:lvl1pPr>
              <a:lnSpc>
                <a:spcPct val="80000"/>
              </a:lnSpc>
              <a:defRPr sz="7000" b="1" i="0" spc="-150">
                <a:solidFill>
                  <a:schemeClr val="accent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16" name="TextBox 15">
            <a:extLst>
              <a:ext uri="{FF2B5EF4-FFF2-40B4-BE49-F238E27FC236}">
                <a16:creationId xmlns:a16="http://schemas.microsoft.com/office/drawing/2014/main" id="{D4FFA5EA-9D96-A3B7-5DD4-A4D9BED659C6}"/>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4" name="Grupo 33">
            <a:extLst>
              <a:ext uri="{FF2B5EF4-FFF2-40B4-BE49-F238E27FC236}">
                <a16:creationId xmlns:a16="http://schemas.microsoft.com/office/drawing/2014/main" id="{8D6E5DAC-D73F-C5B1-454E-526520C9C7DE}"/>
              </a:ext>
            </a:extLst>
          </p:cNvPr>
          <p:cNvGrpSpPr/>
          <p:nvPr userDrawn="1"/>
        </p:nvGrpSpPr>
        <p:grpSpPr>
          <a:xfrm>
            <a:off x="10242042" y="390759"/>
            <a:ext cx="1541628" cy="262784"/>
            <a:chOff x="858380" y="3171155"/>
            <a:chExt cx="4884170" cy="832550"/>
          </a:xfrm>
        </p:grpSpPr>
        <p:sp>
          <p:nvSpPr>
            <p:cNvPr id="35" name="Forma libre: forma 34">
              <a:extLst>
                <a:ext uri="{FF2B5EF4-FFF2-40B4-BE49-F238E27FC236}">
                  <a16:creationId xmlns:a16="http://schemas.microsoft.com/office/drawing/2014/main" id="{DE68453A-4129-4518-1651-DCA1276860CD}"/>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3D100BDF-C587-1702-0409-D46A08B36B2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22C0D967-56A3-6C02-CD39-81C1374FC46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2CB1218B-B0E1-F54F-E399-DCBA4112E28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A91504DA-B5D2-F14B-B8AE-4C18FB97F48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C9BF2E50-77EA-BD25-1EEE-62FB4A601D6C}"/>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E9ABE07D-E48B-8ADD-5E41-BEEDD4C83E32}"/>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723B6CE4-3C9C-A5E7-7589-FA89F5CAE076}"/>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43" name="Forma libre: forma 42">
              <a:extLst>
                <a:ext uri="{FF2B5EF4-FFF2-40B4-BE49-F238E27FC236}">
                  <a16:creationId xmlns:a16="http://schemas.microsoft.com/office/drawing/2014/main" id="{526CA56E-230D-F481-1FF1-75F7C845037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44" name="Forma libre: forma 43">
              <a:extLst>
                <a:ext uri="{FF2B5EF4-FFF2-40B4-BE49-F238E27FC236}">
                  <a16:creationId xmlns:a16="http://schemas.microsoft.com/office/drawing/2014/main" id="{6CB47F07-9A8B-9C30-1319-0AD81ECA52B2}"/>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45" name="Forma libre: forma 44">
              <a:extLst>
                <a:ext uri="{FF2B5EF4-FFF2-40B4-BE49-F238E27FC236}">
                  <a16:creationId xmlns:a16="http://schemas.microsoft.com/office/drawing/2014/main" id="{7CE700F3-307C-7ECA-57CA-7423F340B34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46" name="Forma libre: forma 45">
              <a:extLst>
                <a:ext uri="{FF2B5EF4-FFF2-40B4-BE49-F238E27FC236}">
                  <a16:creationId xmlns:a16="http://schemas.microsoft.com/office/drawing/2014/main" id="{88F79D2C-F105-9D67-9CAD-6E37596057D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47" name="Forma libre: forma 46">
              <a:extLst>
                <a:ext uri="{FF2B5EF4-FFF2-40B4-BE49-F238E27FC236}">
                  <a16:creationId xmlns:a16="http://schemas.microsoft.com/office/drawing/2014/main" id="{EA328B3F-DFF8-1793-6A7F-E117057EFBA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48" name="Forma libre: forma 47">
              <a:extLst>
                <a:ext uri="{FF2B5EF4-FFF2-40B4-BE49-F238E27FC236}">
                  <a16:creationId xmlns:a16="http://schemas.microsoft.com/office/drawing/2014/main" id="{57CA26D6-90A9-C94B-2AEE-13B38F5E7C7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49" name="Forma libre: forma 48">
              <a:extLst>
                <a:ext uri="{FF2B5EF4-FFF2-40B4-BE49-F238E27FC236}">
                  <a16:creationId xmlns:a16="http://schemas.microsoft.com/office/drawing/2014/main" id="{CFA4CB69-E575-629D-1195-FC5E61063B62}"/>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50" name="Forma libre: forma 49">
              <a:extLst>
                <a:ext uri="{FF2B5EF4-FFF2-40B4-BE49-F238E27FC236}">
                  <a16:creationId xmlns:a16="http://schemas.microsoft.com/office/drawing/2014/main" id="{EF33FE69-7B7A-91A3-3C3D-C94CA092BA3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1230674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4" y="2622552"/>
            <a:ext cx="1706063" cy="1612900"/>
          </a:xfrm>
          <a:prstGeom prst="rect">
            <a:avLst/>
          </a:prstGeom>
        </p:spPr>
      </p:pic>
    </p:spTree>
    <p:extLst>
      <p:ext uri="{BB962C8B-B14F-4D97-AF65-F5344CB8AC3E}">
        <p14:creationId xmlns:p14="http://schemas.microsoft.com/office/powerpoint/2010/main" val="133187945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ogo">
    <p:bg>
      <p:bgPr>
        <a:solidFill>
          <a:schemeClr val="bg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F55C4496-7A29-9C14-7C12-1AAABAB6A73E}"/>
              </a:ext>
            </a:extLst>
          </p:cNvPr>
          <p:cNvGrpSpPr/>
          <p:nvPr userDrawn="1"/>
        </p:nvGrpSpPr>
        <p:grpSpPr>
          <a:xfrm>
            <a:off x="3790938" y="3036053"/>
            <a:ext cx="4610124" cy="785836"/>
            <a:chOff x="858380" y="3171155"/>
            <a:chExt cx="4884170" cy="832550"/>
          </a:xfrm>
        </p:grpSpPr>
        <p:sp>
          <p:nvSpPr>
            <p:cNvPr id="16" name="Forma libre: forma 15">
              <a:extLst>
                <a:ext uri="{FF2B5EF4-FFF2-40B4-BE49-F238E27FC236}">
                  <a16:creationId xmlns:a16="http://schemas.microsoft.com/office/drawing/2014/main" id="{A0DA1103-47A8-F5F0-F289-83B20D96AD6F}"/>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983CC4CB-C8EB-EFE5-9593-2BC83BF42D70}"/>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539E332-D8CE-6856-6A39-A8971C8ADC79}"/>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0639DC92-F979-59E0-3983-7F3C7F37D0B0}"/>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0A5BDDB2-AF62-AFBF-4B96-19AC43BB508B}"/>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C5052F2A-674D-6FBC-F5AF-8F7EF1EEE2BC}"/>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4387663C-965E-092B-0DC4-4B915E1541E3}"/>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E77B9156-F474-12B2-F4C5-2B69EF4FA4A2}"/>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248E1292-2BFF-AABB-BEBF-ADF21DC9868B}"/>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1A95CB20-AFC3-BFC8-E361-8F1064FA31F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F2C9ABE9-459E-3644-0BA5-D7BC46EBC52E}"/>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CF3F8913-DA8B-F9E6-E83C-E78B544362F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A538A66C-B44C-8C8C-CA1D-E27306F3DD7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E772BA35-913B-6000-D972-8A53DC59753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6F9F76D5-FF7B-D913-0D12-B9F89F8E997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19FFD43E-C9D4-5C86-B6AD-D4676487E245}"/>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36397935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ymbol Green">
    <p:bg>
      <p:bgPr>
        <a:solidFill>
          <a:schemeClr val="accent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142667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go Green">
    <p:bg>
      <p:bgPr>
        <a:solidFill>
          <a:schemeClr val="accent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B05422FB-EFC1-4B42-A94F-D598768B4CE1}"/>
              </a:ext>
            </a:extLst>
          </p:cNvPr>
          <p:cNvGrpSpPr/>
          <p:nvPr userDrawn="1"/>
        </p:nvGrpSpPr>
        <p:grpSpPr>
          <a:xfrm>
            <a:off x="3790938" y="3036053"/>
            <a:ext cx="4610124" cy="785836"/>
            <a:chOff x="858380" y="3171155"/>
            <a:chExt cx="4884170" cy="832550"/>
          </a:xfrm>
          <a:solidFill>
            <a:schemeClr val="bg1"/>
          </a:solidFill>
        </p:grpSpPr>
        <p:sp>
          <p:nvSpPr>
            <p:cNvPr id="16" name="Forma libre: forma 15">
              <a:extLst>
                <a:ext uri="{FF2B5EF4-FFF2-40B4-BE49-F238E27FC236}">
                  <a16:creationId xmlns:a16="http://schemas.microsoft.com/office/drawing/2014/main" id="{70312BAD-5193-11D7-76F4-669F203C0C3B}"/>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6F0DC27D-BA5F-7BA9-E459-1BA29968F47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0F708FAC-F8FB-7208-9BE0-CE946500CFE8}"/>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D22FE0A6-0CA3-F8DF-14E1-D46E05831009}"/>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74050D9A-4219-61A9-2EE1-BCC5FDD8BBE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240B264A-1DB6-C889-7739-3BBE3075BB52}"/>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68319616-FCE6-34CB-A289-3A160D13ECA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38E5EEDE-231C-A1F9-A771-5E8E7268006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773D1611-E49D-0B23-D219-76B87E4AC80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D9DCEFA9-C8CE-D743-0163-C9EA6C466961}"/>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FC737C8E-05DD-4473-5B2A-20AD73D2B128}"/>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BEA165B9-1E84-54E8-93FD-19CA62E2F3A5}"/>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306AFFE9-F157-F7A6-6D42-4AD027DA6C0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D2A87668-5317-C3A3-2303-3B05DA97E85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15F9A445-1075-7F70-7FFD-B1F451852130}"/>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C804F42E-7C3F-D08B-6D56-F2C81C9BA9EC}"/>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577489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olo el título">
    <p:spTree>
      <p:nvGrpSpPr>
        <p:cNvPr id="1" name=""/>
        <p:cNvGrpSpPr/>
        <p:nvPr/>
      </p:nvGrpSpPr>
      <p:grpSpPr>
        <a:xfrm>
          <a:off x="0" y="0"/>
          <a:ext cx="0" cy="0"/>
          <a:chOff x="0" y="0"/>
          <a:chExt cx="0" cy="0"/>
        </a:xfrm>
      </p:grpSpPr>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52836061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pic>
        <p:nvPicPr>
          <p:cNvPr id="2" name="Picture 1" descr="A person holding a phone&#10;&#10;Description automatically generated">
            <a:extLst>
              <a:ext uri="{FF2B5EF4-FFF2-40B4-BE49-F238E27FC236}">
                <a16:creationId xmlns:a16="http://schemas.microsoft.com/office/drawing/2014/main" id="{D8A4CB85-EFD9-877A-5D72-06BD5C0549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2" name="TextBox 21">
            <a:extLst>
              <a:ext uri="{FF2B5EF4-FFF2-40B4-BE49-F238E27FC236}">
                <a16:creationId xmlns:a16="http://schemas.microsoft.com/office/drawing/2014/main" id="{FFD7D381-7006-08B7-E5BF-C1CA8CB9AECA}"/>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23"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42CD6A56-6BCE-45B8-A409-801D17CC91D7}"/>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16559074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Solo el título">
    <p:spTree>
      <p:nvGrpSpPr>
        <p:cNvPr id="1" name=""/>
        <p:cNvGrpSpPr/>
        <p:nvPr/>
      </p:nvGrpSpPr>
      <p:grpSpPr>
        <a:xfrm>
          <a:off x="0" y="0"/>
          <a:ext cx="0" cy="0"/>
          <a:chOff x="0" y="0"/>
          <a:chExt cx="0" cy="0"/>
        </a:xfrm>
      </p:grpSpPr>
      <p:pic>
        <p:nvPicPr>
          <p:cNvPr id="24" name="Picture 23" descr="A map of the united kingdom&#10;&#10;Description automatically generated">
            <a:extLst>
              <a:ext uri="{FF2B5EF4-FFF2-40B4-BE49-F238E27FC236}">
                <a16:creationId xmlns:a16="http://schemas.microsoft.com/office/drawing/2014/main" id="{02DDD960-8D5C-E38F-0296-0438A819E0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FD7D381-7006-08B7-E5BF-C1CA8CB9AECA}"/>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25" name="TextBox 24">
            <a:extLst>
              <a:ext uri="{FF2B5EF4-FFF2-40B4-BE49-F238E27FC236}">
                <a16:creationId xmlns:a16="http://schemas.microsoft.com/office/drawing/2014/main" id="{4AFB85DB-7469-ECCE-44F5-D8ADE96859D6}"/>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
        <p:nvSpPr>
          <p:cNvPr id="26"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9A91D665-6DBE-B9D6-0E01-BC70BAA34D7E}"/>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grpSp>
        <p:nvGrpSpPr>
          <p:cNvPr id="27" name="Grupo 3">
            <a:extLst>
              <a:ext uri="{FF2B5EF4-FFF2-40B4-BE49-F238E27FC236}">
                <a16:creationId xmlns:a16="http://schemas.microsoft.com/office/drawing/2014/main" id="{74A0484A-ADBE-AF7F-E820-3F23B17B39DB}"/>
              </a:ext>
            </a:extLst>
          </p:cNvPr>
          <p:cNvGrpSpPr/>
          <p:nvPr userDrawn="1"/>
        </p:nvGrpSpPr>
        <p:grpSpPr>
          <a:xfrm>
            <a:off x="10242042" y="390759"/>
            <a:ext cx="1541628" cy="262784"/>
            <a:chOff x="858380" y="3171155"/>
            <a:chExt cx="4884170" cy="832550"/>
          </a:xfrm>
          <a:solidFill>
            <a:schemeClr val="bg1"/>
          </a:solidFill>
        </p:grpSpPr>
        <p:sp>
          <p:nvSpPr>
            <p:cNvPr id="28" name="Forma libre: forma 5">
              <a:extLst>
                <a:ext uri="{FF2B5EF4-FFF2-40B4-BE49-F238E27FC236}">
                  <a16:creationId xmlns:a16="http://schemas.microsoft.com/office/drawing/2014/main" id="{6C3CEA44-7411-E208-DB02-7773878B1EA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29" name="Forma libre: forma 8">
              <a:extLst>
                <a:ext uri="{FF2B5EF4-FFF2-40B4-BE49-F238E27FC236}">
                  <a16:creationId xmlns:a16="http://schemas.microsoft.com/office/drawing/2014/main" id="{423C9E65-BCBB-B81C-0A2F-86DA6326D71A}"/>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30" name="Forma libre: forma 9">
              <a:extLst>
                <a:ext uri="{FF2B5EF4-FFF2-40B4-BE49-F238E27FC236}">
                  <a16:creationId xmlns:a16="http://schemas.microsoft.com/office/drawing/2014/main" id="{1CBEE681-3F59-EE4E-8403-A8F00BE2AF13}"/>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31" name="Forma libre: forma 10">
              <a:extLst>
                <a:ext uri="{FF2B5EF4-FFF2-40B4-BE49-F238E27FC236}">
                  <a16:creationId xmlns:a16="http://schemas.microsoft.com/office/drawing/2014/main" id="{0CE049C4-71FF-A90E-8E3D-D2AB944252EC}"/>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32" name="Forma libre: forma 11">
              <a:extLst>
                <a:ext uri="{FF2B5EF4-FFF2-40B4-BE49-F238E27FC236}">
                  <a16:creationId xmlns:a16="http://schemas.microsoft.com/office/drawing/2014/main" id="{EFA0D1D2-28BA-7421-E670-569499B78B5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33" name="Forma libre: forma 12">
              <a:extLst>
                <a:ext uri="{FF2B5EF4-FFF2-40B4-BE49-F238E27FC236}">
                  <a16:creationId xmlns:a16="http://schemas.microsoft.com/office/drawing/2014/main" id="{99B19462-5508-A458-0B13-E0A9685B4DCF}"/>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34" name="Forma libre: forma 13">
              <a:extLst>
                <a:ext uri="{FF2B5EF4-FFF2-40B4-BE49-F238E27FC236}">
                  <a16:creationId xmlns:a16="http://schemas.microsoft.com/office/drawing/2014/main" id="{21B95801-63E8-F831-103D-AD215D2246CD}"/>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35" name="Forma libre: forma 14">
              <a:extLst>
                <a:ext uri="{FF2B5EF4-FFF2-40B4-BE49-F238E27FC236}">
                  <a16:creationId xmlns:a16="http://schemas.microsoft.com/office/drawing/2014/main" id="{DBA704F5-0D03-6C0D-0D1F-72BFB82C41B6}"/>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36" name="Forma libre: forma 15">
              <a:extLst>
                <a:ext uri="{FF2B5EF4-FFF2-40B4-BE49-F238E27FC236}">
                  <a16:creationId xmlns:a16="http://schemas.microsoft.com/office/drawing/2014/main" id="{93512A16-9ED3-D75D-FDB1-2E1944F20A8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37" name="Forma libre: forma 16">
              <a:extLst>
                <a:ext uri="{FF2B5EF4-FFF2-40B4-BE49-F238E27FC236}">
                  <a16:creationId xmlns:a16="http://schemas.microsoft.com/office/drawing/2014/main" id="{082D453F-FEC0-47FB-6F82-6879172831DB}"/>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38" name="Forma libre: forma 17">
              <a:extLst>
                <a:ext uri="{FF2B5EF4-FFF2-40B4-BE49-F238E27FC236}">
                  <a16:creationId xmlns:a16="http://schemas.microsoft.com/office/drawing/2014/main" id="{375F1C96-6DB3-96F4-A221-FD1B38AF8886}"/>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39" name="Forma libre: forma 18">
              <a:extLst>
                <a:ext uri="{FF2B5EF4-FFF2-40B4-BE49-F238E27FC236}">
                  <a16:creationId xmlns:a16="http://schemas.microsoft.com/office/drawing/2014/main" id="{CAA09CEF-756B-0973-4366-AAB348AEF17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40" name="Forma libre: forma 29">
              <a:extLst>
                <a:ext uri="{FF2B5EF4-FFF2-40B4-BE49-F238E27FC236}">
                  <a16:creationId xmlns:a16="http://schemas.microsoft.com/office/drawing/2014/main" id="{0A42E198-FDF7-DB68-B6E2-AD671A3AB5CD}"/>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41" name="Forma libre: forma 30">
              <a:extLst>
                <a:ext uri="{FF2B5EF4-FFF2-40B4-BE49-F238E27FC236}">
                  <a16:creationId xmlns:a16="http://schemas.microsoft.com/office/drawing/2014/main" id="{E98DD30A-A285-FA03-73EF-3D7D3FFC2519}"/>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42" name="Forma libre: forma 31">
              <a:extLst>
                <a:ext uri="{FF2B5EF4-FFF2-40B4-BE49-F238E27FC236}">
                  <a16:creationId xmlns:a16="http://schemas.microsoft.com/office/drawing/2014/main" id="{22C25B8E-6E3B-92C7-57F6-62573C9C45CB}"/>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43" name="Forma libre: forma 32">
              <a:extLst>
                <a:ext uri="{FF2B5EF4-FFF2-40B4-BE49-F238E27FC236}">
                  <a16:creationId xmlns:a16="http://schemas.microsoft.com/office/drawing/2014/main" id="{0B429778-5F19-277C-910E-8880ACD5CE4C}"/>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3211017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pic>
        <p:nvPicPr>
          <p:cNvPr id="22" name="Picture 21" descr="A person sitting at a computer&#10;&#10;Description automatically generated">
            <a:extLst>
              <a:ext uri="{FF2B5EF4-FFF2-40B4-BE49-F238E27FC236}">
                <a16:creationId xmlns:a16="http://schemas.microsoft.com/office/drawing/2014/main" id="{C829AAE0-A693-6784-4DCD-0F00DE6914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3" name="TextBox 22">
            <a:extLst>
              <a:ext uri="{FF2B5EF4-FFF2-40B4-BE49-F238E27FC236}">
                <a16:creationId xmlns:a16="http://schemas.microsoft.com/office/drawing/2014/main" id="{A3E98EAF-A63D-EEB4-472B-F5950D75CE4A}"/>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1C977D5D-7D8C-17AD-AD70-0E8970A4025A}"/>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126672017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Solo el título">
    <p:spTree>
      <p:nvGrpSpPr>
        <p:cNvPr id="1" name=""/>
        <p:cNvGrpSpPr/>
        <p:nvPr/>
      </p:nvGrpSpPr>
      <p:grpSpPr>
        <a:xfrm>
          <a:off x="0" y="0"/>
          <a:ext cx="0" cy="0"/>
          <a:chOff x="0" y="0"/>
          <a:chExt cx="0" cy="0"/>
        </a:xfrm>
      </p:grpSpPr>
      <p:pic>
        <p:nvPicPr>
          <p:cNvPr id="2" name="Picture 1" descr="A person in a white coat holding a computer&#10;&#10;Description automatically generated">
            <a:extLst>
              <a:ext uri="{FF2B5EF4-FFF2-40B4-BE49-F238E27FC236}">
                <a16:creationId xmlns:a16="http://schemas.microsoft.com/office/drawing/2014/main" id="{E1861DB3-B265-BB3B-1EDF-401BEF9322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3" name="TextBox 22">
            <a:extLst>
              <a:ext uri="{FF2B5EF4-FFF2-40B4-BE49-F238E27FC236}">
                <a16:creationId xmlns:a16="http://schemas.microsoft.com/office/drawing/2014/main" id="{A3E98EAF-A63D-EEB4-472B-F5950D75CE4A}"/>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1C977D5D-7D8C-17AD-AD70-0E8970A4025A}"/>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69717488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Solo el título">
    <p:spTree>
      <p:nvGrpSpPr>
        <p:cNvPr id="1" name=""/>
        <p:cNvGrpSpPr/>
        <p:nvPr/>
      </p:nvGrpSpPr>
      <p:grpSpPr>
        <a:xfrm>
          <a:off x="0" y="0"/>
          <a:ext cx="0" cy="0"/>
          <a:chOff x="0" y="0"/>
          <a:chExt cx="0" cy="0"/>
        </a:xfrm>
      </p:grpSpPr>
      <p:pic>
        <p:nvPicPr>
          <p:cNvPr id="26" name="Picture 25" descr="A person and person sitting at a table&#10;&#10;Description automatically generated">
            <a:extLst>
              <a:ext uri="{FF2B5EF4-FFF2-40B4-BE49-F238E27FC236}">
                <a16:creationId xmlns:a16="http://schemas.microsoft.com/office/drawing/2014/main" id="{4C4D36AD-9D88-E894-CA8B-B9A930BCBA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3" name="TextBox 22">
            <a:extLst>
              <a:ext uri="{FF2B5EF4-FFF2-40B4-BE49-F238E27FC236}">
                <a16:creationId xmlns:a16="http://schemas.microsoft.com/office/drawing/2014/main" id="{A3E98EAF-A63D-EEB4-472B-F5950D75CE4A}"/>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1C977D5D-7D8C-17AD-AD70-0E8970A4025A}"/>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189635466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Solo el título">
    <p:spTree>
      <p:nvGrpSpPr>
        <p:cNvPr id="1" name=""/>
        <p:cNvGrpSpPr/>
        <p:nvPr/>
      </p:nvGrpSpPr>
      <p:grpSpPr>
        <a:xfrm>
          <a:off x="0" y="0"/>
          <a:ext cx="0" cy="0"/>
          <a:chOff x="0" y="0"/>
          <a:chExt cx="0" cy="0"/>
        </a:xfrm>
      </p:grpSpPr>
      <p:pic>
        <p:nvPicPr>
          <p:cNvPr id="22" name="Picture 21" descr="A person and person sitting at a desk with a computer&#10;&#10;Description automatically generated">
            <a:extLst>
              <a:ext uri="{FF2B5EF4-FFF2-40B4-BE49-F238E27FC236}">
                <a16:creationId xmlns:a16="http://schemas.microsoft.com/office/drawing/2014/main" id="{0F64D3D2-187F-9530-CCBA-2D2829F5D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5" name="TextBox 24">
            <a:extLst>
              <a:ext uri="{FF2B5EF4-FFF2-40B4-BE49-F238E27FC236}">
                <a16:creationId xmlns:a16="http://schemas.microsoft.com/office/drawing/2014/main" id="{9CB247B1-7E5D-C1F8-239E-A92894FC4171}"/>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27"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ED7324F7-FB6B-A12B-E845-7152FB4837F6}"/>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372549721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Solo el título">
    <p:spTree>
      <p:nvGrpSpPr>
        <p:cNvPr id="1" name=""/>
        <p:cNvGrpSpPr/>
        <p:nvPr/>
      </p:nvGrpSpPr>
      <p:grpSpPr>
        <a:xfrm>
          <a:off x="0" y="0"/>
          <a:ext cx="0" cy="0"/>
          <a:chOff x="0" y="0"/>
          <a:chExt cx="0" cy="0"/>
        </a:xfrm>
      </p:grpSpPr>
      <p:pic>
        <p:nvPicPr>
          <p:cNvPr id="2" name="Picture 1" descr="A group of people sitting at a table&#10;&#10;Description automatically generated">
            <a:extLst>
              <a:ext uri="{FF2B5EF4-FFF2-40B4-BE49-F238E27FC236}">
                <a16:creationId xmlns:a16="http://schemas.microsoft.com/office/drawing/2014/main" id="{1F04F696-E43A-EBAD-44CC-EF04D18526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5" name="TextBox 24">
            <a:extLst>
              <a:ext uri="{FF2B5EF4-FFF2-40B4-BE49-F238E27FC236}">
                <a16:creationId xmlns:a16="http://schemas.microsoft.com/office/drawing/2014/main" id="{9CB247B1-7E5D-C1F8-239E-A92894FC4171}"/>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729649AF-44E8-8E35-8556-2A2CB23F06A2}"/>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Tree>
    <p:extLst>
      <p:ext uri="{BB962C8B-B14F-4D97-AF65-F5344CB8AC3E}">
        <p14:creationId xmlns:p14="http://schemas.microsoft.com/office/powerpoint/2010/main" val="38242582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Solo el título">
    <p:spTree>
      <p:nvGrpSpPr>
        <p:cNvPr id="1" name=""/>
        <p:cNvGrpSpPr/>
        <p:nvPr/>
      </p:nvGrpSpPr>
      <p:grpSpPr>
        <a:xfrm>
          <a:off x="0" y="0"/>
          <a:ext cx="0" cy="0"/>
          <a:chOff x="0" y="0"/>
          <a:chExt cx="0" cy="0"/>
        </a:xfrm>
      </p:grpSpPr>
      <p:pic>
        <p:nvPicPr>
          <p:cNvPr id="23" name="Picture 22" descr="A group of people sitting around a table&#10;&#10;Description automatically generated">
            <a:extLst>
              <a:ext uri="{FF2B5EF4-FFF2-40B4-BE49-F238E27FC236}">
                <a16:creationId xmlns:a16="http://schemas.microsoft.com/office/drawing/2014/main" id="{338CFA70-84C9-344E-0E44-D9526415C0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729649AF-44E8-8E35-8556-2A2CB23F06A2}"/>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
        <p:nvSpPr>
          <p:cNvPr id="26" name="TextBox 25">
            <a:extLst>
              <a:ext uri="{FF2B5EF4-FFF2-40B4-BE49-F238E27FC236}">
                <a16:creationId xmlns:a16="http://schemas.microsoft.com/office/drawing/2014/main" id="{3A637F99-60CE-C2C1-3FFB-47A6903F7078}"/>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Tree>
    <p:extLst>
      <p:ext uri="{BB962C8B-B14F-4D97-AF65-F5344CB8AC3E}">
        <p14:creationId xmlns:p14="http://schemas.microsoft.com/office/powerpoint/2010/main" val="1656667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Solo el título">
    <p:spTree>
      <p:nvGrpSpPr>
        <p:cNvPr id="1" name=""/>
        <p:cNvGrpSpPr/>
        <p:nvPr/>
      </p:nvGrpSpPr>
      <p:grpSpPr>
        <a:xfrm>
          <a:off x="0" y="0"/>
          <a:ext cx="0" cy="0"/>
          <a:chOff x="0" y="0"/>
          <a:chExt cx="0" cy="0"/>
        </a:xfrm>
      </p:grpSpPr>
      <p:pic>
        <p:nvPicPr>
          <p:cNvPr id="28" name="Picture 27" descr="A person standing next to a person&#10;&#10;Description automatically generated">
            <a:extLst>
              <a:ext uri="{FF2B5EF4-FFF2-40B4-BE49-F238E27FC236}">
                <a16:creationId xmlns:a16="http://schemas.microsoft.com/office/drawing/2014/main" id="{B0CD0ADC-2596-4D67-A80B-8E87A888AA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Placeholder 3">
            <a:extLst>
              <a:ext uri="{FF2B5EF4-FFF2-40B4-BE49-F238E27FC236}">
                <a16:creationId xmlns:a16="http://schemas.microsoft.com/office/drawing/2014/main" id="{A4B0BE04-B452-CED3-8F9F-5FA183876C62}"/>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F4717067-38EF-5AB6-8608-670C47A92CE9}"/>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E1A033F3-FDA4-1B9F-E3EB-0F5ECDDA6C6A}"/>
              </a:ext>
            </a:extLst>
          </p:cNvPr>
          <p:cNvGrpSpPr/>
          <p:nvPr userDrawn="1"/>
        </p:nvGrpSpPr>
        <p:grpSpPr>
          <a:xfrm>
            <a:off x="10242042" y="390759"/>
            <a:ext cx="1541628" cy="262784"/>
            <a:chOff x="858380" y="3171155"/>
            <a:chExt cx="4884170" cy="832550"/>
          </a:xfrm>
        </p:grpSpPr>
        <p:sp>
          <p:nvSpPr>
            <p:cNvPr id="6" name="Forma libre: forma 5">
              <a:extLst>
                <a:ext uri="{FF2B5EF4-FFF2-40B4-BE49-F238E27FC236}">
                  <a16:creationId xmlns:a16="http://schemas.microsoft.com/office/drawing/2014/main" id="{B29A6BDA-4070-0635-8608-4D6453CD73F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E33DDCF7-1D9C-E522-D242-875E8E595AB2}"/>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260D621E-EFE4-B111-8309-8B351D73BD3E}"/>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CA6CDD72-D794-6C08-9348-590AD05E522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BFA65732-FBC6-29D4-EEB8-DE850B8F20B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AE714FF-A45D-9FA7-4E45-EEB487633D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E5A5477D-BA1C-CED2-24BD-396EC69D3A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79AC6B8-30AF-638C-DD3F-25ED74F9E24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EB0CDD5B-7A1D-AFAD-B031-76A2D7D5D28F}"/>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0BB388D3-2B52-B81C-1EF0-801796B9FD6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DC2EA276-4E43-4CFB-B2BB-14BC4D291A3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CC86EED-EBAB-BF55-A171-4368ABC2F55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5F72C7A8-4D0C-0516-E446-E794B13783D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4F8811AA-DADB-A67F-D0C4-BE73A827D91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13FFAAEE-F341-4A8E-778C-7A9FF94E8FB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B84EDEA-8DA3-F3CF-5090-18D959656D2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2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729649AF-44E8-8E35-8556-2A2CB23F06A2}"/>
              </a:ext>
            </a:extLst>
          </p:cNvPr>
          <p:cNvSpPr txBox="1"/>
          <p:nvPr userDrawn="1"/>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chemeClr val="bg1"/>
                </a:solidFill>
                <a:latin typeface="Calibri" panose="020F0502020204030204" pitchFamily="34" charset="0"/>
                <a:ea typeface="IberPangea Text Light" panose="020B0404000000000000" pitchFamily="34" charset="0"/>
                <a:cs typeface="IberPangea Text Light" panose="020B0404000000000000" pitchFamily="34" charset="0"/>
              </a:rPr>
              <a:t>Internal Use</a:t>
            </a:r>
          </a:p>
        </p:txBody>
      </p:sp>
      <p:sp>
        <p:nvSpPr>
          <p:cNvPr id="26" name="TextBox 25">
            <a:extLst>
              <a:ext uri="{FF2B5EF4-FFF2-40B4-BE49-F238E27FC236}">
                <a16:creationId xmlns:a16="http://schemas.microsoft.com/office/drawing/2014/main" id="{3A637F99-60CE-C2C1-3FFB-47A6903F7078}"/>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spTree>
    <p:extLst>
      <p:ext uri="{BB962C8B-B14F-4D97-AF65-F5344CB8AC3E}">
        <p14:creationId xmlns:p14="http://schemas.microsoft.com/office/powerpoint/2010/main" val="350863364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 Column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hasCustomPrompt="1"/>
          </p:nvPr>
        </p:nvSpPr>
        <p:spPr>
          <a:xfrm>
            <a:off x="36358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5">
            <a:extLst>
              <a:ext uri="{FF2B5EF4-FFF2-40B4-BE49-F238E27FC236}">
                <a16:creationId xmlns:a16="http://schemas.microsoft.com/office/drawing/2014/main" id="{F4F073CB-A76A-70CA-0AD1-B67EDF2E4628}"/>
              </a:ext>
            </a:extLst>
          </p:cNvPr>
          <p:cNvSpPr>
            <a:spLocks noGrp="1"/>
          </p:cNvSpPr>
          <p:nvPr>
            <p:ph type="body" sz="quarter" idx="12" hasCustomPrompt="1"/>
          </p:nvPr>
        </p:nvSpPr>
        <p:spPr>
          <a:xfrm>
            <a:off x="68652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Placeholder 3">
            <a:extLst>
              <a:ext uri="{FF2B5EF4-FFF2-40B4-BE49-F238E27FC236}">
                <a16:creationId xmlns:a16="http://schemas.microsoft.com/office/drawing/2014/main" id="{C7838D39-8823-4468-258B-1B0C5CFC1BF8}"/>
              </a:ext>
            </a:extLst>
          </p:cNvPr>
          <p:cNvSpPr>
            <a:spLocks noGrp="1"/>
          </p:cNvSpPr>
          <p:nvPr>
            <p:ph type="title"/>
          </p:nvPr>
        </p:nvSpPr>
        <p:spPr>
          <a:xfrm>
            <a:off x="406797" y="177981"/>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7" name="Conector recto 17">
            <a:extLst>
              <a:ext uri="{FF2B5EF4-FFF2-40B4-BE49-F238E27FC236}">
                <a16:creationId xmlns:a16="http://schemas.microsoft.com/office/drawing/2014/main" id="{B32C2DFC-BA80-82DF-DDCE-E1FB8B7F2737}"/>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upo 7">
            <a:extLst>
              <a:ext uri="{FF2B5EF4-FFF2-40B4-BE49-F238E27FC236}">
                <a16:creationId xmlns:a16="http://schemas.microsoft.com/office/drawing/2014/main" id="{EE6DB3EA-DDCB-D677-E3D4-66C3C6C553E5}"/>
              </a:ext>
            </a:extLst>
          </p:cNvPr>
          <p:cNvGrpSpPr/>
          <p:nvPr userDrawn="1"/>
        </p:nvGrpSpPr>
        <p:grpSpPr>
          <a:xfrm>
            <a:off x="10242042" y="390759"/>
            <a:ext cx="1541628" cy="262784"/>
            <a:chOff x="858380" y="3171155"/>
            <a:chExt cx="4884170" cy="832550"/>
          </a:xfrm>
        </p:grpSpPr>
        <p:sp>
          <p:nvSpPr>
            <p:cNvPr id="9" name="Forma libre: forma 8">
              <a:extLst>
                <a:ext uri="{FF2B5EF4-FFF2-40B4-BE49-F238E27FC236}">
                  <a16:creationId xmlns:a16="http://schemas.microsoft.com/office/drawing/2014/main" id="{0C42C72C-12F3-8CFE-5256-8428D8613FEB}"/>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FE59031B-D06D-F51C-717D-6DD40281621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998ECD9E-6A2C-742C-A83D-EF0D6EC786F1}"/>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1797DF34-335A-9505-4202-4502F9F4183C}"/>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79EB28D2-6ED9-25BC-6741-4DCA0A5C667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860B3A03-9145-44B5-FEAB-CC7E0C47C303}"/>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474925F5-4C32-CD96-1564-37F8CC222D7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561907A7-9764-E164-2E98-3402DCC9D147}"/>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F2E1A59D-1472-94E2-D786-958A1A0C7C9E}"/>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D1EDC195-2E52-980B-433A-06C5AE96CCC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333E5399-17FA-02BE-89AA-F86218D0C27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7A15BD06-69C8-CF00-7760-7A924ADF3FF1}"/>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036B61E1-3D5F-5676-F2D1-F76BC8CA967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D509F99E-9CA3-085B-4B57-28678C933E1E}"/>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A8CA45D7-F8A6-AB1F-2C62-3B8C199CAFA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C282D792-F5C2-3A3A-713A-089E41C121ED}"/>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599364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Sand">
    <p:bg>
      <p:bgRef idx="1001">
        <a:schemeClr val="bg1"/>
      </p:bgRef>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4BB08633-C0B6-8A81-08D3-662550E78EB6}"/>
              </a:ext>
            </a:extLst>
          </p:cNvPr>
          <p:cNvSpPr>
            <a:spLocks noGrp="1"/>
          </p:cNvSpPr>
          <p:nvPr>
            <p:ph type="pic" sz="quarter" idx="18" hasCustomPrompt="1"/>
          </p:nvPr>
        </p:nvSpPr>
        <p:spPr>
          <a:xfrm>
            <a:off x="7752292" y="1628800"/>
            <a:ext cx="3006126" cy="4806910"/>
          </a:xfrm>
          <a:prstGeom prst="roundRect">
            <a:avLst>
              <a:gd name="adj" fmla="val 4173"/>
            </a:avLst>
          </a:prstGeom>
        </p:spPr>
        <p:txBody>
          <a:bodyPr/>
          <a:lstStyle/>
          <a:p>
            <a:r>
              <a:rPr lang="en-US" noProof="0"/>
              <a:t>Click on the icon to add an image</a:t>
            </a:r>
          </a:p>
        </p:txBody>
      </p:sp>
      <p:sp>
        <p:nvSpPr>
          <p:cNvPr id="5" name="Text Placeholder 6">
            <a:extLst>
              <a:ext uri="{FF2B5EF4-FFF2-40B4-BE49-F238E27FC236}">
                <a16:creationId xmlns:a16="http://schemas.microsoft.com/office/drawing/2014/main" id="{58BB3402-E7FB-3B3C-7679-80E2A129EDB4}"/>
              </a:ext>
            </a:extLst>
          </p:cNvPr>
          <p:cNvSpPr>
            <a:spLocks noGrp="1"/>
          </p:cNvSpPr>
          <p:nvPr>
            <p:ph type="body" sz="quarter" idx="20" hasCustomPrompt="1"/>
          </p:nvPr>
        </p:nvSpPr>
        <p:spPr>
          <a:xfrm>
            <a:off x="406998" y="3429000"/>
            <a:ext cx="5689176" cy="2880320"/>
          </a:xfrm>
          <a:prstGeom prst="rect">
            <a:avLst/>
          </a:prstGeom>
        </p:spPr>
        <p:txBody>
          <a:bodyPr anchor="t">
            <a:normAutofit/>
          </a:bodyPr>
          <a:lstStyle>
            <a:lvl1pPr>
              <a:lnSpc>
                <a:spcPct val="100000"/>
              </a:lnSpc>
              <a:defRPr sz="4800" b="1" i="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Section Holder</a:t>
            </a:r>
          </a:p>
        </p:txBody>
      </p:sp>
      <p:sp>
        <p:nvSpPr>
          <p:cNvPr id="3" name="Marcador de número de diapositiva 5">
            <a:extLst>
              <a:ext uri="{FF2B5EF4-FFF2-40B4-BE49-F238E27FC236}">
                <a16:creationId xmlns:a16="http://schemas.microsoft.com/office/drawing/2014/main" id="{7DD4BBEF-5908-B876-ACBA-8EC38B9FEC75}"/>
              </a:ext>
            </a:extLst>
          </p:cNvPr>
          <p:cNvSpPr>
            <a:spLocks noGrp="1"/>
          </p:cNvSpPr>
          <p:nvPr>
            <p:ph type="sldNum" sz="quarter" idx="4"/>
          </p:nvPr>
        </p:nvSpPr>
        <p:spPr>
          <a:xfrm>
            <a:off x="11164831" y="6453336"/>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n-US" smtClean="0"/>
              <a:pPr/>
              <a:t>‹#›</a:t>
            </a:fld>
            <a:endParaRPr lang="en-US"/>
          </a:p>
        </p:txBody>
      </p:sp>
      <p:grpSp>
        <p:nvGrpSpPr>
          <p:cNvPr id="18" name="Grupo 17">
            <a:extLst>
              <a:ext uri="{FF2B5EF4-FFF2-40B4-BE49-F238E27FC236}">
                <a16:creationId xmlns:a16="http://schemas.microsoft.com/office/drawing/2014/main" id="{460EDEA1-D5B1-D71B-7191-9D2374FB997B}"/>
              </a:ext>
            </a:extLst>
          </p:cNvPr>
          <p:cNvGrpSpPr/>
          <p:nvPr userDrawn="1"/>
        </p:nvGrpSpPr>
        <p:grpSpPr>
          <a:xfrm>
            <a:off x="10258342" y="368605"/>
            <a:ext cx="1552573" cy="264633"/>
            <a:chOff x="20515348" y="737210"/>
            <a:chExt cx="3104944" cy="529266"/>
          </a:xfrm>
        </p:grpSpPr>
        <p:sp>
          <p:nvSpPr>
            <p:cNvPr id="19" name="Forma libre: forma 18">
              <a:extLst>
                <a:ext uri="{FF2B5EF4-FFF2-40B4-BE49-F238E27FC236}">
                  <a16:creationId xmlns:a16="http://schemas.microsoft.com/office/drawing/2014/main" id="{C521BADC-6A71-1EDD-3973-CFD5FEEA32E4}"/>
                </a:ext>
              </a:extLst>
            </p:cNvPr>
            <p:cNvSpPr/>
            <p:nvPr/>
          </p:nvSpPr>
          <p:spPr>
            <a:xfrm>
              <a:off x="21187483" y="856967"/>
              <a:ext cx="221251" cy="289836"/>
            </a:xfrm>
            <a:custGeom>
              <a:avLst/>
              <a:gdLst>
                <a:gd name="connsiteX0" fmla="*/ 183895 w 221251"/>
                <a:gd name="connsiteY0" fmla="*/ 147165 h 289836"/>
                <a:gd name="connsiteX1" fmla="*/ 136703 w 221251"/>
                <a:gd name="connsiteY1" fmla="*/ 128093 h 289836"/>
                <a:gd name="connsiteX2" fmla="*/ 102183 w 221251"/>
                <a:gd name="connsiteY2" fmla="*/ 118854 h 289836"/>
                <a:gd name="connsiteX3" fmla="*/ 65226 w 221251"/>
                <a:gd name="connsiteY3" fmla="*/ 103003 h 289836"/>
                <a:gd name="connsiteX4" fmla="*/ 52384 w 221251"/>
                <a:gd name="connsiteY4" fmla="*/ 75900 h 289836"/>
                <a:gd name="connsiteX5" fmla="*/ 68256 w 221251"/>
                <a:gd name="connsiteY5" fmla="*/ 48203 h 289836"/>
                <a:gd name="connsiteX6" fmla="*/ 110638 w 221251"/>
                <a:gd name="connsiteY6" fmla="*/ 37756 h 289836"/>
                <a:gd name="connsiteX7" fmla="*/ 154186 w 221251"/>
                <a:gd name="connsiteY7" fmla="*/ 49199 h 289836"/>
                <a:gd name="connsiteX8" fmla="*/ 179615 w 221251"/>
                <a:gd name="connsiteY8" fmla="*/ 84736 h 289836"/>
                <a:gd name="connsiteX9" fmla="*/ 216148 w 221251"/>
                <a:gd name="connsiteY9" fmla="*/ 71089 h 289836"/>
                <a:gd name="connsiteX10" fmla="*/ 194470 w 221251"/>
                <a:gd name="connsiteY10" fmla="*/ 31929 h 289836"/>
                <a:gd name="connsiteX11" fmla="*/ 158445 w 221251"/>
                <a:gd name="connsiteY11" fmla="*/ 8258 h 289836"/>
                <a:gd name="connsiteX12" fmla="*/ 110066 w 221251"/>
                <a:gd name="connsiteY12" fmla="*/ 15 h 289836"/>
                <a:gd name="connsiteX13" fmla="*/ 57258 w 221251"/>
                <a:gd name="connsiteY13" fmla="*/ 10059 h 289836"/>
                <a:gd name="connsiteX14" fmla="*/ 21933 w 221251"/>
                <a:gd name="connsiteY14" fmla="*/ 37968 h 289836"/>
                <a:gd name="connsiteX15" fmla="*/ 9218 w 221251"/>
                <a:gd name="connsiteY15" fmla="*/ 79121 h 289836"/>
                <a:gd name="connsiteX16" fmla="*/ 42530 w 221251"/>
                <a:gd name="connsiteY16" fmla="*/ 139748 h 289836"/>
                <a:gd name="connsiteX17" fmla="*/ 83810 w 221251"/>
                <a:gd name="connsiteY17" fmla="*/ 157337 h 289836"/>
                <a:gd name="connsiteX18" fmla="*/ 118352 w 221251"/>
                <a:gd name="connsiteY18" fmla="*/ 166555 h 289836"/>
                <a:gd name="connsiteX19" fmla="*/ 153274 w 221251"/>
                <a:gd name="connsiteY19" fmla="*/ 178613 h 289836"/>
                <a:gd name="connsiteX20" fmla="*/ 172749 w 221251"/>
                <a:gd name="connsiteY20" fmla="*/ 193256 h 289836"/>
                <a:gd name="connsiteX21" fmla="*/ 178979 w 221251"/>
                <a:gd name="connsiteY21" fmla="*/ 212327 h 289836"/>
                <a:gd name="connsiteX22" fmla="*/ 161306 w 221251"/>
                <a:gd name="connsiteY22" fmla="*/ 241253 h 289836"/>
                <a:gd name="connsiteX23" fmla="*/ 113923 w 221251"/>
                <a:gd name="connsiteY23" fmla="*/ 252082 h 289836"/>
                <a:gd name="connsiteX24" fmla="*/ 63933 w 221251"/>
                <a:gd name="connsiteY24" fmla="*/ 237036 h 289836"/>
                <a:gd name="connsiteX25" fmla="*/ 36025 w 221251"/>
                <a:gd name="connsiteY25" fmla="*/ 198278 h 289836"/>
                <a:gd name="connsiteX26" fmla="*/ 0 w 221251"/>
                <a:gd name="connsiteY26" fmla="*/ 213535 h 289836"/>
                <a:gd name="connsiteX27" fmla="*/ 23480 w 221251"/>
                <a:gd name="connsiteY27" fmla="*/ 254095 h 289836"/>
                <a:gd name="connsiteX28" fmla="*/ 62429 w 221251"/>
                <a:gd name="connsiteY28" fmla="*/ 280584 h 289836"/>
                <a:gd name="connsiteX29" fmla="*/ 114029 w 221251"/>
                <a:gd name="connsiteY29" fmla="*/ 289823 h 289836"/>
                <a:gd name="connsiteX30" fmla="*/ 171054 w 221251"/>
                <a:gd name="connsiteY30" fmla="*/ 279588 h 289836"/>
                <a:gd name="connsiteX31" fmla="*/ 208201 w 221251"/>
                <a:gd name="connsiteY31" fmla="*/ 251276 h 289836"/>
                <a:gd name="connsiteX32" fmla="*/ 221234 w 221251"/>
                <a:gd name="connsiteY32" fmla="*/ 208725 h 289836"/>
                <a:gd name="connsiteX33" fmla="*/ 211995 w 221251"/>
                <a:gd name="connsiteY33" fmla="*/ 173781 h 289836"/>
                <a:gd name="connsiteX34" fmla="*/ 183895 w 221251"/>
                <a:gd name="connsiteY34" fmla="*/ 147165 h 28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251" h="289836">
                  <a:moveTo>
                    <a:pt x="183895" y="147165"/>
                  </a:moveTo>
                  <a:cubicBezTo>
                    <a:pt x="171435" y="139536"/>
                    <a:pt x="155705" y="133179"/>
                    <a:pt x="136703" y="128093"/>
                  </a:cubicBezTo>
                  <a:lnTo>
                    <a:pt x="102183" y="118854"/>
                  </a:lnTo>
                  <a:cubicBezTo>
                    <a:pt x="86120" y="114319"/>
                    <a:pt x="73802" y="109036"/>
                    <a:pt x="65226" y="103003"/>
                  </a:cubicBezTo>
                  <a:cubicBezTo>
                    <a:pt x="56650" y="96970"/>
                    <a:pt x="52369" y="87936"/>
                    <a:pt x="52384" y="75900"/>
                  </a:cubicBezTo>
                  <a:cubicBezTo>
                    <a:pt x="52384" y="64387"/>
                    <a:pt x="57675" y="55154"/>
                    <a:pt x="68256" y="48203"/>
                  </a:cubicBezTo>
                  <a:cubicBezTo>
                    <a:pt x="78837" y="41253"/>
                    <a:pt x="92965" y="37771"/>
                    <a:pt x="110638" y="37756"/>
                  </a:cubicBezTo>
                  <a:cubicBezTo>
                    <a:pt x="127491" y="37756"/>
                    <a:pt x="142007" y="41570"/>
                    <a:pt x="154186" y="49199"/>
                  </a:cubicBezTo>
                  <a:cubicBezTo>
                    <a:pt x="166364" y="56828"/>
                    <a:pt x="174840" y="68674"/>
                    <a:pt x="179615" y="84736"/>
                  </a:cubicBezTo>
                  <a:lnTo>
                    <a:pt x="216148" y="71089"/>
                  </a:lnTo>
                  <a:cubicBezTo>
                    <a:pt x="212018" y="56548"/>
                    <a:pt x="204601" y="43149"/>
                    <a:pt x="194470" y="31929"/>
                  </a:cubicBezTo>
                  <a:cubicBezTo>
                    <a:pt x="184440" y="21375"/>
                    <a:pt x="172113" y="13276"/>
                    <a:pt x="158445" y="8258"/>
                  </a:cubicBezTo>
                  <a:cubicBezTo>
                    <a:pt x="142961" y="2564"/>
                    <a:pt x="126561" y="-231"/>
                    <a:pt x="110066" y="15"/>
                  </a:cubicBezTo>
                  <a:cubicBezTo>
                    <a:pt x="89977" y="15"/>
                    <a:pt x="72374" y="3363"/>
                    <a:pt x="57258" y="10059"/>
                  </a:cubicBezTo>
                  <a:cubicBezTo>
                    <a:pt x="43147" y="15948"/>
                    <a:pt x="30928" y="25603"/>
                    <a:pt x="21933" y="37968"/>
                  </a:cubicBezTo>
                  <a:cubicBezTo>
                    <a:pt x="13437" y="49990"/>
                    <a:pt x="8985" y="64402"/>
                    <a:pt x="9218" y="79121"/>
                  </a:cubicBezTo>
                  <a:cubicBezTo>
                    <a:pt x="8491" y="103878"/>
                    <a:pt x="21242" y="127087"/>
                    <a:pt x="42530" y="139748"/>
                  </a:cubicBezTo>
                  <a:cubicBezTo>
                    <a:pt x="55349" y="147614"/>
                    <a:pt x="69258" y="153539"/>
                    <a:pt x="83810" y="157337"/>
                  </a:cubicBezTo>
                  <a:lnTo>
                    <a:pt x="118352" y="166555"/>
                  </a:lnTo>
                  <a:cubicBezTo>
                    <a:pt x="130350" y="169450"/>
                    <a:pt x="142045" y="173489"/>
                    <a:pt x="153274" y="178613"/>
                  </a:cubicBezTo>
                  <a:cubicBezTo>
                    <a:pt x="160818" y="181910"/>
                    <a:pt x="167487" y="186924"/>
                    <a:pt x="172749" y="193256"/>
                  </a:cubicBezTo>
                  <a:cubicBezTo>
                    <a:pt x="176900" y="198738"/>
                    <a:pt x="179096" y="205453"/>
                    <a:pt x="178979" y="212327"/>
                  </a:cubicBezTo>
                  <a:cubicBezTo>
                    <a:pt x="178979" y="224379"/>
                    <a:pt x="173088" y="234021"/>
                    <a:pt x="161306" y="241253"/>
                  </a:cubicBezTo>
                  <a:cubicBezTo>
                    <a:pt x="149524" y="248486"/>
                    <a:pt x="133730" y="252097"/>
                    <a:pt x="113923" y="252082"/>
                  </a:cubicBezTo>
                  <a:cubicBezTo>
                    <a:pt x="93848" y="252082"/>
                    <a:pt x="77184" y="247066"/>
                    <a:pt x="63933" y="237036"/>
                  </a:cubicBezTo>
                  <a:cubicBezTo>
                    <a:pt x="50888" y="227273"/>
                    <a:pt x="41147" y="213747"/>
                    <a:pt x="36025" y="198278"/>
                  </a:cubicBezTo>
                  <a:lnTo>
                    <a:pt x="0" y="213535"/>
                  </a:lnTo>
                  <a:cubicBezTo>
                    <a:pt x="4806" y="228591"/>
                    <a:pt x="12816" y="242429"/>
                    <a:pt x="23480" y="254095"/>
                  </a:cubicBezTo>
                  <a:cubicBezTo>
                    <a:pt x="34287" y="265763"/>
                    <a:pt x="47606" y="274820"/>
                    <a:pt x="62429" y="280584"/>
                  </a:cubicBezTo>
                  <a:cubicBezTo>
                    <a:pt x="78879" y="286939"/>
                    <a:pt x="96396" y="290075"/>
                    <a:pt x="114029" y="289823"/>
                  </a:cubicBezTo>
                  <a:cubicBezTo>
                    <a:pt x="135982" y="289823"/>
                    <a:pt x="154991" y="286411"/>
                    <a:pt x="171054" y="279588"/>
                  </a:cubicBezTo>
                  <a:cubicBezTo>
                    <a:pt x="187116" y="272764"/>
                    <a:pt x="199498" y="263328"/>
                    <a:pt x="208201" y="251276"/>
                  </a:cubicBezTo>
                  <a:cubicBezTo>
                    <a:pt x="217006" y="238863"/>
                    <a:pt x="221577" y="223940"/>
                    <a:pt x="221234" y="208725"/>
                  </a:cubicBezTo>
                  <a:cubicBezTo>
                    <a:pt x="221463" y="196445"/>
                    <a:pt x="218263" y="184345"/>
                    <a:pt x="211995" y="173781"/>
                  </a:cubicBezTo>
                  <a:cubicBezTo>
                    <a:pt x="204910" y="162774"/>
                    <a:pt x="195271" y="153643"/>
                    <a:pt x="183895" y="147165"/>
                  </a:cubicBezTo>
                  <a:close/>
                </a:path>
              </a:pathLst>
            </a:custGeom>
            <a:solidFill>
              <a:srgbClr val="00A443"/>
            </a:solidFill>
            <a:ln w="2119"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B570037C-5B21-05D1-47F1-C09C08D02971}"/>
                </a:ext>
              </a:extLst>
            </p:cNvPr>
            <p:cNvSpPr/>
            <p:nvPr/>
          </p:nvSpPr>
          <p:spPr>
            <a:xfrm>
              <a:off x="21423710" y="934471"/>
              <a:ext cx="193611" cy="211949"/>
            </a:xfrm>
            <a:custGeom>
              <a:avLst/>
              <a:gdLst>
                <a:gd name="connsiteX0" fmla="*/ 58222 w 193611"/>
                <a:gd name="connsiteY0" fmla="*/ 53407 h 211949"/>
                <a:gd name="connsiteX1" fmla="*/ 77697 w 193611"/>
                <a:gd name="connsiteY1" fmla="*/ 39951 h 211949"/>
                <a:gd name="connsiteX2" fmla="*/ 100795 w 193611"/>
                <a:gd name="connsiteY2" fmla="*/ 35331 h 211949"/>
                <a:gd name="connsiteX3" fmla="*/ 135781 w 193611"/>
                <a:gd name="connsiteY3" fmla="*/ 44782 h 211949"/>
                <a:gd name="connsiteX4" fmla="*/ 159875 w 193611"/>
                <a:gd name="connsiteY4" fmla="*/ 77099 h 211949"/>
                <a:gd name="connsiteX5" fmla="*/ 193611 w 193611"/>
                <a:gd name="connsiteY5" fmla="*/ 61036 h 211949"/>
                <a:gd name="connsiteX6" fmla="*/ 170916 w 193611"/>
                <a:gd name="connsiteY6" fmla="*/ 25499 h 211949"/>
                <a:gd name="connsiteX7" fmla="*/ 138387 w 193611"/>
                <a:gd name="connsiteY7" fmla="*/ 6024 h 211949"/>
                <a:gd name="connsiteX8" fmla="*/ 100858 w 193611"/>
                <a:gd name="connsiteY8" fmla="*/ 6 h 211949"/>
                <a:gd name="connsiteX9" fmla="*/ 60892 w 193611"/>
                <a:gd name="connsiteY9" fmla="*/ 7635 h 211949"/>
                <a:gd name="connsiteX10" fmla="*/ 28788 w 193611"/>
                <a:gd name="connsiteY10" fmla="*/ 29313 h 211949"/>
                <a:gd name="connsiteX11" fmla="*/ 7427 w 193611"/>
                <a:gd name="connsiteY11" fmla="*/ 62880 h 211949"/>
                <a:gd name="connsiteX12" fmla="*/ 10 w 193611"/>
                <a:gd name="connsiteY12" fmla="*/ 106046 h 211949"/>
                <a:gd name="connsiteX13" fmla="*/ 13064 w 193611"/>
                <a:gd name="connsiteY13" fmla="*/ 161269 h 211949"/>
                <a:gd name="connsiteX14" fmla="*/ 48898 w 193611"/>
                <a:gd name="connsiteY14" fmla="*/ 198502 h 211949"/>
                <a:gd name="connsiteX15" fmla="*/ 100710 w 193611"/>
                <a:gd name="connsiteY15" fmla="*/ 211937 h 211949"/>
                <a:gd name="connsiteX16" fmla="*/ 138239 w 193611"/>
                <a:gd name="connsiteY16" fmla="*/ 205919 h 211949"/>
                <a:gd name="connsiteX17" fmla="*/ 170767 w 193611"/>
                <a:gd name="connsiteY17" fmla="*/ 186253 h 211949"/>
                <a:gd name="connsiteX18" fmla="*/ 193463 w 193611"/>
                <a:gd name="connsiteY18" fmla="*/ 150907 h 211949"/>
                <a:gd name="connsiteX19" fmla="*/ 159812 w 193611"/>
                <a:gd name="connsiteY19" fmla="*/ 134929 h 211949"/>
                <a:gd name="connsiteX20" fmla="*/ 135717 w 193611"/>
                <a:gd name="connsiteY20" fmla="*/ 167054 h 211949"/>
                <a:gd name="connsiteX21" fmla="*/ 100795 w 193611"/>
                <a:gd name="connsiteY21" fmla="*/ 176696 h 211949"/>
                <a:gd name="connsiteX22" fmla="*/ 70470 w 193611"/>
                <a:gd name="connsiteY22" fmla="*/ 168665 h 211949"/>
                <a:gd name="connsiteX23" fmla="*/ 48389 w 193611"/>
                <a:gd name="connsiteY23" fmla="*/ 144783 h 211949"/>
                <a:gd name="connsiteX24" fmla="*/ 40167 w 193611"/>
                <a:gd name="connsiteY24" fmla="*/ 106024 h 211949"/>
                <a:gd name="connsiteX25" fmla="*/ 44978 w 193611"/>
                <a:gd name="connsiteY25" fmla="*/ 75509 h 211949"/>
                <a:gd name="connsiteX26" fmla="*/ 58222 w 193611"/>
                <a:gd name="connsiteY26" fmla="*/ 53407 h 21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3611" h="211949">
                  <a:moveTo>
                    <a:pt x="58222" y="53407"/>
                  </a:moveTo>
                  <a:cubicBezTo>
                    <a:pt x="63708" y="47618"/>
                    <a:pt x="70341" y="43034"/>
                    <a:pt x="77697" y="39951"/>
                  </a:cubicBezTo>
                  <a:cubicBezTo>
                    <a:pt x="85010" y="36882"/>
                    <a:pt x="92863" y="35312"/>
                    <a:pt x="100795" y="35331"/>
                  </a:cubicBezTo>
                  <a:cubicBezTo>
                    <a:pt x="113117" y="35102"/>
                    <a:pt x="125249" y="38381"/>
                    <a:pt x="135781" y="44782"/>
                  </a:cubicBezTo>
                  <a:cubicBezTo>
                    <a:pt x="145953" y="51082"/>
                    <a:pt x="153984" y="61856"/>
                    <a:pt x="159875" y="77099"/>
                  </a:cubicBezTo>
                  <a:lnTo>
                    <a:pt x="193611" y="61036"/>
                  </a:lnTo>
                  <a:cubicBezTo>
                    <a:pt x="189030" y="47529"/>
                    <a:pt x="181242" y="35335"/>
                    <a:pt x="170916" y="25499"/>
                  </a:cubicBezTo>
                  <a:cubicBezTo>
                    <a:pt x="161564" y="16789"/>
                    <a:pt x="150479" y="10154"/>
                    <a:pt x="138387" y="6024"/>
                  </a:cubicBezTo>
                  <a:cubicBezTo>
                    <a:pt x="126289" y="1987"/>
                    <a:pt x="113613" y="-47"/>
                    <a:pt x="100858" y="6"/>
                  </a:cubicBezTo>
                  <a:cubicBezTo>
                    <a:pt x="87160" y="-140"/>
                    <a:pt x="73573" y="2453"/>
                    <a:pt x="60892" y="7635"/>
                  </a:cubicBezTo>
                  <a:cubicBezTo>
                    <a:pt x="48843" y="12629"/>
                    <a:pt x="37923" y="20002"/>
                    <a:pt x="28788" y="29313"/>
                  </a:cubicBezTo>
                  <a:cubicBezTo>
                    <a:pt x="19398" y="38885"/>
                    <a:pt x="12121" y="50320"/>
                    <a:pt x="7427" y="62880"/>
                  </a:cubicBezTo>
                  <a:cubicBezTo>
                    <a:pt x="2331" y="76692"/>
                    <a:pt x="-183" y="91324"/>
                    <a:pt x="10" y="106046"/>
                  </a:cubicBezTo>
                  <a:cubicBezTo>
                    <a:pt x="10" y="126925"/>
                    <a:pt x="4361" y="145334"/>
                    <a:pt x="13064" y="161269"/>
                  </a:cubicBezTo>
                  <a:cubicBezTo>
                    <a:pt x="21365" y="176734"/>
                    <a:pt x="33761" y="189616"/>
                    <a:pt x="48898" y="198502"/>
                  </a:cubicBezTo>
                  <a:cubicBezTo>
                    <a:pt x="64634" y="207586"/>
                    <a:pt x="82541" y="212229"/>
                    <a:pt x="100710" y="211937"/>
                  </a:cubicBezTo>
                  <a:cubicBezTo>
                    <a:pt x="113465" y="212000"/>
                    <a:pt x="126143" y="209966"/>
                    <a:pt x="138239" y="205919"/>
                  </a:cubicBezTo>
                  <a:cubicBezTo>
                    <a:pt x="150369" y="201776"/>
                    <a:pt x="161462" y="195069"/>
                    <a:pt x="170767" y="186253"/>
                  </a:cubicBezTo>
                  <a:cubicBezTo>
                    <a:pt x="181007" y="176419"/>
                    <a:pt x="188782" y="164310"/>
                    <a:pt x="193463" y="150907"/>
                  </a:cubicBezTo>
                  <a:lnTo>
                    <a:pt x="159812" y="134929"/>
                  </a:lnTo>
                  <a:cubicBezTo>
                    <a:pt x="153920" y="149932"/>
                    <a:pt x="145889" y="160640"/>
                    <a:pt x="135717" y="167054"/>
                  </a:cubicBezTo>
                  <a:cubicBezTo>
                    <a:pt x="125247" y="173562"/>
                    <a:pt x="113121" y="176910"/>
                    <a:pt x="100795" y="176696"/>
                  </a:cubicBezTo>
                  <a:cubicBezTo>
                    <a:pt x="90148" y="176787"/>
                    <a:pt x="79676" y="174014"/>
                    <a:pt x="70470" y="168665"/>
                  </a:cubicBezTo>
                  <a:cubicBezTo>
                    <a:pt x="60956" y="163007"/>
                    <a:pt x="53284" y="154713"/>
                    <a:pt x="48389" y="144783"/>
                  </a:cubicBezTo>
                  <a:cubicBezTo>
                    <a:pt x="42907" y="134215"/>
                    <a:pt x="40167" y="121297"/>
                    <a:pt x="40167" y="106024"/>
                  </a:cubicBezTo>
                  <a:cubicBezTo>
                    <a:pt x="39976" y="95649"/>
                    <a:pt x="41604" y="85323"/>
                    <a:pt x="44978" y="75509"/>
                  </a:cubicBezTo>
                  <a:cubicBezTo>
                    <a:pt x="47800" y="67298"/>
                    <a:pt x="52312" y="59769"/>
                    <a:pt x="58222" y="53407"/>
                  </a:cubicBezTo>
                  <a:close/>
                </a:path>
              </a:pathLst>
            </a:custGeom>
            <a:solidFill>
              <a:srgbClr val="00A443"/>
            </a:solidFill>
            <a:ln w="2119"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B8621245-68CE-65ED-6F24-D911F6844F64}"/>
                </a:ext>
              </a:extLst>
            </p:cNvPr>
            <p:cNvSpPr/>
            <p:nvPr/>
          </p:nvSpPr>
          <p:spPr>
            <a:xfrm>
              <a:off x="21627655" y="934458"/>
              <a:ext cx="206798" cy="212416"/>
            </a:xfrm>
            <a:custGeom>
              <a:avLst/>
              <a:gdLst>
                <a:gd name="connsiteX0" fmla="*/ 156566 w 206798"/>
                <a:gd name="connsiteY0" fmla="*/ 13264 h 212416"/>
                <a:gd name="connsiteX1" fmla="*/ 103165 w 206798"/>
                <a:gd name="connsiteY1" fmla="*/ 20 h 212416"/>
                <a:gd name="connsiteX2" fmla="*/ 62203 w 206798"/>
                <a:gd name="connsiteY2" fmla="*/ 7648 h 212416"/>
                <a:gd name="connsiteX3" fmla="*/ 29314 w 206798"/>
                <a:gd name="connsiteY3" fmla="*/ 29539 h 212416"/>
                <a:gd name="connsiteX4" fmla="*/ 7636 w 206798"/>
                <a:gd name="connsiteY4" fmla="*/ 63253 h 212416"/>
                <a:gd name="connsiteX5" fmla="*/ 7 w 206798"/>
                <a:gd name="connsiteY5" fmla="*/ 106017 h 212416"/>
                <a:gd name="connsiteX6" fmla="*/ 13464 w 206798"/>
                <a:gd name="connsiteY6" fmla="*/ 161431 h 212416"/>
                <a:gd name="connsiteX7" fmla="*/ 50399 w 206798"/>
                <a:gd name="connsiteY7" fmla="*/ 198982 h 212416"/>
                <a:gd name="connsiteX8" fmla="*/ 144551 w 206798"/>
                <a:gd name="connsiteY8" fmla="*/ 204597 h 212416"/>
                <a:gd name="connsiteX9" fmla="*/ 177482 w 206798"/>
                <a:gd name="connsiteY9" fmla="*/ 182707 h 212416"/>
                <a:gd name="connsiteX10" fmla="*/ 199160 w 206798"/>
                <a:gd name="connsiteY10" fmla="*/ 149183 h 212416"/>
                <a:gd name="connsiteX11" fmla="*/ 206789 w 206798"/>
                <a:gd name="connsiteY11" fmla="*/ 106017 h 212416"/>
                <a:gd name="connsiteX12" fmla="*/ 193354 w 206798"/>
                <a:gd name="connsiteY12" fmla="*/ 50412 h 212416"/>
                <a:gd name="connsiteX13" fmla="*/ 156566 w 206798"/>
                <a:gd name="connsiteY13" fmla="*/ 13264 h 212416"/>
                <a:gd name="connsiteX14" fmla="*/ 161779 w 206798"/>
                <a:gd name="connsiteY14" fmla="*/ 135727 h 212416"/>
                <a:gd name="connsiteX15" fmla="*/ 148535 w 206798"/>
                <a:gd name="connsiteY15" fmla="*/ 158020 h 212416"/>
                <a:gd name="connsiteX16" fmla="*/ 128467 w 206798"/>
                <a:gd name="connsiteY16" fmla="*/ 171857 h 212416"/>
                <a:gd name="connsiteX17" fmla="*/ 103165 w 206798"/>
                <a:gd name="connsiteY17" fmla="*/ 176689 h 212416"/>
                <a:gd name="connsiteX18" fmla="*/ 71230 w 206798"/>
                <a:gd name="connsiteY18" fmla="*/ 168212 h 212416"/>
                <a:gd name="connsiteX19" fmla="*/ 48747 w 206798"/>
                <a:gd name="connsiteY19" fmla="*/ 143928 h 212416"/>
                <a:gd name="connsiteX20" fmla="*/ 40524 w 206798"/>
                <a:gd name="connsiteY20" fmla="*/ 105974 h 212416"/>
                <a:gd name="connsiteX21" fmla="*/ 45144 w 206798"/>
                <a:gd name="connsiteY21" fmla="*/ 76307 h 212416"/>
                <a:gd name="connsiteX22" fmla="*/ 58198 w 206798"/>
                <a:gd name="connsiteY22" fmla="*/ 54226 h 212416"/>
                <a:gd name="connsiteX23" fmla="*/ 78266 w 206798"/>
                <a:gd name="connsiteY23" fmla="*/ 40367 h 212416"/>
                <a:gd name="connsiteX24" fmla="*/ 103165 w 206798"/>
                <a:gd name="connsiteY24" fmla="*/ 35748 h 212416"/>
                <a:gd name="connsiteX25" fmla="*/ 135884 w 206798"/>
                <a:gd name="connsiteY25" fmla="*/ 44224 h 212416"/>
                <a:gd name="connsiteX26" fmla="*/ 158368 w 206798"/>
                <a:gd name="connsiteY26" fmla="*/ 68318 h 212416"/>
                <a:gd name="connsiteX27" fmla="*/ 166590 w 206798"/>
                <a:gd name="connsiteY27" fmla="*/ 106059 h 212416"/>
                <a:gd name="connsiteX28" fmla="*/ 161779 w 206798"/>
                <a:gd name="connsiteY28" fmla="*/ 135727 h 21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6798" h="212416">
                  <a:moveTo>
                    <a:pt x="156566" y="13264"/>
                  </a:moveTo>
                  <a:cubicBezTo>
                    <a:pt x="140241" y="4230"/>
                    <a:pt x="121819" y="-339"/>
                    <a:pt x="103165" y="20"/>
                  </a:cubicBezTo>
                  <a:cubicBezTo>
                    <a:pt x="89145" y="-114"/>
                    <a:pt x="75233" y="2478"/>
                    <a:pt x="62203" y="7648"/>
                  </a:cubicBezTo>
                  <a:cubicBezTo>
                    <a:pt x="49844" y="12594"/>
                    <a:pt x="38647" y="20047"/>
                    <a:pt x="29314" y="29539"/>
                  </a:cubicBezTo>
                  <a:cubicBezTo>
                    <a:pt x="19859" y="39176"/>
                    <a:pt x="12480" y="50651"/>
                    <a:pt x="7636" y="63253"/>
                  </a:cubicBezTo>
                  <a:cubicBezTo>
                    <a:pt x="2432" y="76903"/>
                    <a:pt x="-156" y="91410"/>
                    <a:pt x="7" y="106017"/>
                  </a:cubicBezTo>
                  <a:cubicBezTo>
                    <a:pt x="7" y="126896"/>
                    <a:pt x="4493" y="145369"/>
                    <a:pt x="13464" y="161431"/>
                  </a:cubicBezTo>
                  <a:cubicBezTo>
                    <a:pt x="22067" y="177121"/>
                    <a:pt x="34854" y="190120"/>
                    <a:pt x="50399" y="198982"/>
                  </a:cubicBezTo>
                  <a:cubicBezTo>
                    <a:pt x="79414" y="214667"/>
                    <a:pt x="113879" y="216723"/>
                    <a:pt x="144551" y="204597"/>
                  </a:cubicBezTo>
                  <a:cubicBezTo>
                    <a:pt x="156874" y="199562"/>
                    <a:pt x="168071" y="192122"/>
                    <a:pt x="177482" y="182707"/>
                  </a:cubicBezTo>
                  <a:cubicBezTo>
                    <a:pt x="186965" y="173165"/>
                    <a:pt x="194348" y="161745"/>
                    <a:pt x="199160" y="149183"/>
                  </a:cubicBezTo>
                  <a:cubicBezTo>
                    <a:pt x="204390" y="135400"/>
                    <a:pt x="206977" y="120757"/>
                    <a:pt x="206789" y="106017"/>
                  </a:cubicBezTo>
                  <a:cubicBezTo>
                    <a:pt x="206789" y="84826"/>
                    <a:pt x="202311" y="66290"/>
                    <a:pt x="193354" y="50412"/>
                  </a:cubicBezTo>
                  <a:cubicBezTo>
                    <a:pt x="184746" y="34877"/>
                    <a:pt x="172017" y="22022"/>
                    <a:pt x="156566" y="13264"/>
                  </a:cubicBezTo>
                  <a:close/>
                  <a:moveTo>
                    <a:pt x="161779" y="135727"/>
                  </a:moveTo>
                  <a:cubicBezTo>
                    <a:pt x="158914" y="143976"/>
                    <a:pt x="154409" y="151558"/>
                    <a:pt x="148535" y="158020"/>
                  </a:cubicBezTo>
                  <a:cubicBezTo>
                    <a:pt x="142924" y="164027"/>
                    <a:pt x="136079" y="168749"/>
                    <a:pt x="128467" y="171857"/>
                  </a:cubicBezTo>
                  <a:cubicBezTo>
                    <a:pt x="120436" y="175127"/>
                    <a:pt x="111836" y="176769"/>
                    <a:pt x="103165" y="176689"/>
                  </a:cubicBezTo>
                  <a:cubicBezTo>
                    <a:pt x="91947" y="176822"/>
                    <a:pt x="80906" y="173892"/>
                    <a:pt x="71230" y="168212"/>
                  </a:cubicBezTo>
                  <a:cubicBezTo>
                    <a:pt x="61573" y="162427"/>
                    <a:pt x="53773" y="154000"/>
                    <a:pt x="48747" y="143928"/>
                  </a:cubicBezTo>
                  <a:cubicBezTo>
                    <a:pt x="43264" y="133360"/>
                    <a:pt x="40524" y="120709"/>
                    <a:pt x="40524" y="105974"/>
                  </a:cubicBezTo>
                  <a:cubicBezTo>
                    <a:pt x="40340" y="95892"/>
                    <a:pt x="41902" y="85856"/>
                    <a:pt x="45144" y="76307"/>
                  </a:cubicBezTo>
                  <a:cubicBezTo>
                    <a:pt x="47977" y="68149"/>
                    <a:pt x="52415" y="60641"/>
                    <a:pt x="58198" y="54226"/>
                  </a:cubicBezTo>
                  <a:cubicBezTo>
                    <a:pt x="63724" y="48117"/>
                    <a:pt x="70594" y="43372"/>
                    <a:pt x="78266" y="40367"/>
                  </a:cubicBezTo>
                  <a:cubicBezTo>
                    <a:pt x="86195" y="37258"/>
                    <a:pt x="94646" y="35690"/>
                    <a:pt x="103165" y="35748"/>
                  </a:cubicBezTo>
                  <a:cubicBezTo>
                    <a:pt x="114638" y="35546"/>
                    <a:pt x="125950" y="38477"/>
                    <a:pt x="135884" y="44224"/>
                  </a:cubicBezTo>
                  <a:cubicBezTo>
                    <a:pt x="145502" y="49971"/>
                    <a:pt x="153299" y="58324"/>
                    <a:pt x="158368" y="68318"/>
                  </a:cubicBezTo>
                  <a:cubicBezTo>
                    <a:pt x="163862" y="78772"/>
                    <a:pt x="166604" y="91353"/>
                    <a:pt x="166590" y="106059"/>
                  </a:cubicBezTo>
                  <a:cubicBezTo>
                    <a:pt x="166734" y="116155"/>
                    <a:pt x="165106" y="126195"/>
                    <a:pt x="161779" y="135727"/>
                  </a:cubicBezTo>
                  <a:close/>
                </a:path>
              </a:pathLst>
            </a:custGeom>
            <a:solidFill>
              <a:srgbClr val="00A443"/>
            </a:solidFill>
            <a:ln w="2119"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E4F59A47-0FF4-A544-D848-8E4B45DE023F}"/>
                </a:ext>
              </a:extLst>
            </p:cNvPr>
            <p:cNvSpPr/>
            <p:nvPr/>
          </p:nvSpPr>
          <p:spPr>
            <a:xfrm>
              <a:off x="21833829" y="871434"/>
              <a:ext cx="247341" cy="271202"/>
            </a:xfrm>
            <a:custGeom>
              <a:avLst/>
              <a:gdLst>
                <a:gd name="connsiteX0" fmla="*/ 200339 w 247341"/>
                <a:gd name="connsiteY0" fmla="*/ 0 h 271202"/>
                <a:gd name="connsiteX1" fmla="*/ 160606 w 247341"/>
                <a:gd name="connsiteY1" fmla="*/ 24200 h 271202"/>
                <a:gd name="connsiteX2" fmla="*/ 160606 w 247341"/>
                <a:gd name="connsiteY2" fmla="*/ 67154 h 271202"/>
                <a:gd name="connsiteX3" fmla="*/ 77432 w 247341"/>
                <a:gd name="connsiteY3" fmla="*/ 67154 h 271202"/>
                <a:gd name="connsiteX4" fmla="*/ 77432 w 247341"/>
                <a:gd name="connsiteY4" fmla="*/ 0 h 271202"/>
                <a:gd name="connsiteX5" fmla="*/ 37741 w 247341"/>
                <a:gd name="connsiteY5" fmla="*/ 24200 h 271202"/>
                <a:gd name="connsiteX6" fmla="*/ 37741 w 247341"/>
                <a:gd name="connsiteY6" fmla="*/ 67154 h 271202"/>
                <a:gd name="connsiteX7" fmla="*/ 0 w 247341"/>
                <a:gd name="connsiteY7" fmla="*/ 67154 h 271202"/>
                <a:gd name="connsiteX8" fmla="*/ 0 w 247341"/>
                <a:gd name="connsiteY8" fmla="*/ 100085 h 271202"/>
                <a:gd name="connsiteX9" fmla="*/ 37741 w 247341"/>
                <a:gd name="connsiteY9" fmla="*/ 100085 h 271202"/>
                <a:gd name="connsiteX10" fmla="*/ 37741 w 247341"/>
                <a:gd name="connsiteY10" fmla="*/ 208159 h 271202"/>
                <a:gd name="connsiteX11" fmla="*/ 44777 w 247341"/>
                <a:gd name="connsiteY11" fmla="*/ 241090 h 271202"/>
                <a:gd name="connsiteX12" fmla="*/ 65459 w 247341"/>
                <a:gd name="connsiteY12" fmla="*/ 263362 h 271202"/>
                <a:gd name="connsiteX13" fmla="*/ 99174 w 247341"/>
                <a:gd name="connsiteY13" fmla="*/ 271202 h 271202"/>
                <a:gd name="connsiteX14" fmla="*/ 124476 w 247341"/>
                <a:gd name="connsiteY14" fmla="*/ 271202 h 271202"/>
                <a:gd name="connsiteX15" fmla="*/ 124476 w 247341"/>
                <a:gd name="connsiteY15" fmla="*/ 236661 h 271202"/>
                <a:gd name="connsiteX16" fmla="*/ 103603 w 247341"/>
                <a:gd name="connsiteY16" fmla="*/ 236661 h 271202"/>
                <a:gd name="connsiteX17" fmla="*/ 83725 w 247341"/>
                <a:gd name="connsiteY17" fmla="*/ 228630 h 271202"/>
                <a:gd name="connsiteX18" fmla="*/ 77495 w 247341"/>
                <a:gd name="connsiteY18" fmla="*/ 205319 h 271202"/>
                <a:gd name="connsiteX19" fmla="*/ 77495 w 247341"/>
                <a:gd name="connsiteY19" fmla="*/ 99979 h 271202"/>
                <a:gd name="connsiteX20" fmla="*/ 160606 w 247341"/>
                <a:gd name="connsiteY20" fmla="*/ 99979 h 271202"/>
                <a:gd name="connsiteX21" fmla="*/ 160606 w 247341"/>
                <a:gd name="connsiteY21" fmla="*/ 208053 h 271202"/>
                <a:gd name="connsiteX22" fmla="*/ 167642 w 247341"/>
                <a:gd name="connsiteY22" fmla="*/ 240984 h 271202"/>
                <a:gd name="connsiteX23" fmla="*/ 188324 w 247341"/>
                <a:gd name="connsiteY23" fmla="*/ 263256 h 271202"/>
                <a:gd name="connsiteX24" fmla="*/ 222039 w 247341"/>
                <a:gd name="connsiteY24" fmla="*/ 271096 h 271202"/>
                <a:gd name="connsiteX25" fmla="*/ 247341 w 247341"/>
                <a:gd name="connsiteY25" fmla="*/ 271096 h 271202"/>
                <a:gd name="connsiteX26" fmla="*/ 247341 w 247341"/>
                <a:gd name="connsiteY26" fmla="*/ 236555 h 271202"/>
                <a:gd name="connsiteX27" fmla="*/ 226468 w 247341"/>
                <a:gd name="connsiteY27" fmla="*/ 236555 h 271202"/>
                <a:gd name="connsiteX28" fmla="*/ 206591 w 247341"/>
                <a:gd name="connsiteY28" fmla="*/ 228524 h 271202"/>
                <a:gd name="connsiteX29" fmla="*/ 200361 w 247341"/>
                <a:gd name="connsiteY29" fmla="*/ 205214 h 271202"/>
                <a:gd name="connsiteX30" fmla="*/ 200361 w 247341"/>
                <a:gd name="connsiteY30" fmla="*/ 99979 h 271202"/>
                <a:gd name="connsiteX31" fmla="*/ 247341 w 247341"/>
                <a:gd name="connsiteY31" fmla="*/ 99979 h 271202"/>
                <a:gd name="connsiteX32" fmla="*/ 247341 w 247341"/>
                <a:gd name="connsiteY32" fmla="*/ 67048 h 271202"/>
                <a:gd name="connsiteX33" fmla="*/ 200339 w 247341"/>
                <a:gd name="connsiteY33" fmla="*/ 67048 h 2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7341" h="271202">
                  <a:moveTo>
                    <a:pt x="200339" y="0"/>
                  </a:moveTo>
                  <a:lnTo>
                    <a:pt x="160606" y="24200"/>
                  </a:lnTo>
                  <a:lnTo>
                    <a:pt x="160606" y="67154"/>
                  </a:lnTo>
                  <a:lnTo>
                    <a:pt x="77432" y="67154"/>
                  </a:lnTo>
                  <a:lnTo>
                    <a:pt x="77432" y="0"/>
                  </a:lnTo>
                  <a:lnTo>
                    <a:pt x="37741" y="24200"/>
                  </a:lnTo>
                  <a:lnTo>
                    <a:pt x="37741" y="67154"/>
                  </a:lnTo>
                  <a:lnTo>
                    <a:pt x="0" y="67154"/>
                  </a:lnTo>
                  <a:lnTo>
                    <a:pt x="0" y="100085"/>
                  </a:lnTo>
                  <a:lnTo>
                    <a:pt x="37741" y="100085"/>
                  </a:lnTo>
                  <a:lnTo>
                    <a:pt x="37741" y="208159"/>
                  </a:lnTo>
                  <a:cubicBezTo>
                    <a:pt x="37540" y="219530"/>
                    <a:pt x="39947" y="230795"/>
                    <a:pt x="44777" y="241090"/>
                  </a:cubicBezTo>
                  <a:cubicBezTo>
                    <a:pt x="49218" y="250463"/>
                    <a:pt x="56440" y="258240"/>
                    <a:pt x="65459" y="263362"/>
                  </a:cubicBezTo>
                  <a:cubicBezTo>
                    <a:pt x="74544" y="268602"/>
                    <a:pt x="85781" y="271217"/>
                    <a:pt x="99174" y="271202"/>
                  </a:cubicBezTo>
                  <a:lnTo>
                    <a:pt x="124476" y="271202"/>
                  </a:lnTo>
                  <a:lnTo>
                    <a:pt x="124476" y="236661"/>
                  </a:lnTo>
                  <a:lnTo>
                    <a:pt x="103603" y="236661"/>
                  </a:lnTo>
                  <a:cubicBezTo>
                    <a:pt x="94491" y="236661"/>
                    <a:pt x="87864" y="233985"/>
                    <a:pt x="83725" y="228630"/>
                  </a:cubicBezTo>
                  <a:cubicBezTo>
                    <a:pt x="79587" y="223275"/>
                    <a:pt x="77510" y="215506"/>
                    <a:pt x="77495" y="205319"/>
                  </a:cubicBezTo>
                  <a:lnTo>
                    <a:pt x="77495" y="99979"/>
                  </a:lnTo>
                  <a:lnTo>
                    <a:pt x="160606" y="99979"/>
                  </a:lnTo>
                  <a:lnTo>
                    <a:pt x="160606" y="208053"/>
                  </a:lnTo>
                  <a:cubicBezTo>
                    <a:pt x="160405" y="219424"/>
                    <a:pt x="162812" y="230689"/>
                    <a:pt x="167642" y="240984"/>
                  </a:cubicBezTo>
                  <a:cubicBezTo>
                    <a:pt x="172083" y="250357"/>
                    <a:pt x="179305" y="258134"/>
                    <a:pt x="188324" y="263256"/>
                  </a:cubicBezTo>
                  <a:cubicBezTo>
                    <a:pt x="197409" y="268496"/>
                    <a:pt x="208646" y="271111"/>
                    <a:pt x="222039" y="271096"/>
                  </a:cubicBezTo>
                  <a:lnTo>
                    <a:pt x="247341" y="271096"/>
                  </a:lnTo>
                  <a:lnTo>
                    <a:pt x="247341" y="236555"/>
                  </a:lnTo>
                  <a:lnTo>
                    <a:pt x="226468" y="236555"/>
                  </a:lnTo>
                  <a:cubicBezTo>
                    <a:pt x="217356" y="236555"/>
                    <a:pt x="210729" y="233879"/>
                    <a:pt x="206591" y="228524"/>
                  </a:cubicBezTo>
                  <a:cubicBezTo>
                    <a:pt x="202452" y="223169"/>
                    <a:pt x="200376" y="215400"/>
                    <a:pt x="200361" y="205214"/>
                  </a:cubicBezTo>
                  <a:lnTo>
                    <a:pt x="200361" y="99979"/>
                  </a:lnTo>
                  <a:lnTo>
                    <a:pt x="247341" y="99979"/>
                  </a:lnTo>
                  <a:lnTo>
                    <a:pt x="247341" y="67048"/>
                  </a:lnTo>
                  <a:lnTo>
                    <a:pt x="200339" y="67048"/>
                  </a:lnTo>
                  <a:close/>
                </a:path>
              </a:pathLst>
            </a:custGeom>
            <a:solidFill>
              <a:srgbClr val="00A443"/>
            </a:solidFill>
            <a:ln w="2119"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696CBE15-20F4-737E-D7AB-B9D44BFAB67C}"/>
                </a:ext>
              </a:extLst>
            </p:cNvPr>
            <p:cNvSpPr/>
            <p:nvPr/>
          </p:nvSpPr>
          <p:spPr>
            <a:xfrm>
              <a:off x="22108062" y="938482"/>
              <a:ext cx="39351" cy="203963"/>
            </a:xfrm>
            <a:custGeom>
              <a:avLst/>
              <a:gdLst>
                <a:gd name="connsiteX0" fmla="*/ 0 w 39351"/>
                <a:gd name="connsiteY0" fmla="*/ 0 h 203963"/>
                <a:gd name="connsiteX1" fmla="*/ 39352 w 39351"/>
                <a:gd name="connsiteY1" fmla="*/ 0 h 203963"/>
                <a:gd name="connsiteX2" fmla="*/ 39352 w 39351"/>
                <a:gd name="connsiteY2" fmla="*/ 203963 h 203963"/>
                <a:gd name="connsiteX3" fmla="*/ 0 w 39351"/>
                <a:gd name="connsiteY3" fmla="*/ 203963 h 203963"/>
              </a:gdLst>
              <a:ahLst/>
              <a:cxnLst>
                <a:cxn ang="0">
                  <a:pos x="connsiteX0" y="connsiteY0"/>
                </a:cxn>
                <a:cxn ang="0">
                  <a:pos x="connsiteX1" y="connsiteY1"/>
                </a:cxn>
                <a:cxn ang="0">
                  <a:pos x="connsiteX2" y="connsiteY2"/>
                </a:cxn>
                <a:cxn ang="0">
                  <a:pos x="connsiteX3" y="connsiteY3"/>
                </a:cxn>
              </a:cxnLst>
              <a:rect l="l" t="t" r="r" b="b"/>
              <a:pathLst>
                <a:path w="39351" h="203963">
                  <a:moveTo>
                    <a:pt x="0" y="0"/>
                  </a:moveTo>
                  <a:lnTo>
                    <a:pt x="39352" y="0"/>
                  </a:lnTo>
                  <a:lnTo>
                    <a:pt x="39352" y="203963"/>
                  </a:lnTo>
                  <a:lnTo>
                    <a:pt x="0" y="203963"/>
                  </a:lnTo>
                  <a:close/>
                </a:path>
              </a:pathLst>
            </a:custGeom>
            <a:solidFill>
              <a:srgbClr val="00A443"/>
            </a:solidFill>
            <a:ln w="2119"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566C63AA-2724-5A2B-F82C-F3ADE03CCA3E}"/>
                </a:ext>
              </a:extLst>
            </p:cNvPr>
            <p:cNvSpPr/>
            <p:nvPr/>
          </p:nvSpPr>
          <p:spPr>
            <a:xfrm>
              <a:off x="22100808" y="852163"/>
              <a:ext cx="54177" cy="51807"/>
            </a:xfrm>
            <a:custGeom>
              <a:avLst/>
              <a:gdLst>
                <a:gd name="connsiteX0" fmla="*/ 46203 w 54177"/>
                <a:gd name="connsiteY0" fmla="*/ 7023 h 51807"/>
                <a:gd name="connsiteX1" fmla="*/ 26919 w 54177"/>
                <a:gd name="connsiteY1" fmla="*/ 9 h 51807"/>
                <a:gd name="connsiteX2" fmla="*/ 7847 w 54177"/>
                <a:gd name="connsiteY2" fmla="*/ 7023 h 51807"/>
                <a:gd name="connsiteX3" fmla="*/ 28 w 54177"/>
                <a:gd name="connsiteY3" fmla="*/ 26095 h 51807"/>
                <a:gd name="connsiteX4" fmla="*/ 7847 w 54177"/>
                <a:gd name="connsiteY4" fmla="*/ 44764 h 51807"/>
                <a:gd name="connsiteX5" fmla="*/ 26919 w 54177"/>
                <a:gd name="connsiteY5" fmla="*/ 51800 h 51807"/>
                <a:gd name="connsiteX6" fmla="*/ 46203 w 54177"/>
                <a:gd name="connsiteY6" fmla="*/ 44764 h 51807"/>
                <a:gd name="connsiteX7" fmla="*/ 54150 w 54177"/>
                <a:gd name="connsiteY7" fmla="*/ 26095 h 51807"/>
                <a:gd name="connsiteX8" fmla="*/ 46203 w 54177"/>
                <a:gd name="connsiteY8" fmla="*/ 7023 h 5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77" h="51807">
                  <a:moveTo>
                    <a:pt x="46203" y="7023"/>
                  </a:moveTo>
                  <a:cubicBezTo>
                    <a:pt x="40878" y="2357"/>
                    <a:pt x="33999" y="-146"/>
                    <a:pt x="26919" y="9"/>
                  </a:cubicBezTo>
                  <a:cubicBezTo>
                    <a:pt x="19901" y="-169"/>
                    <a:pt x="13080" y="2340"/>
                    <a:pt x="7847" y="7023"/>
                  </a:cubicBezTo>
                  <a:cubicBezTo>
                    <a:pt x="2545" y="11910"/>
                    <a:pt x="-317" y="18894"/>
                    <a:pt x="28" y="26095"/>
                  </a:cubicBezTo>
                  <a:cubicBezTo>
                    <a:pt x="-264" y="33171"/>
                    <a:pt x="2601" y="40009"/>
                    <a:pt x="7847" y="44764"/>
                  </a:cubicBezTo>
                  <a:cubicBezTo>
                    <a:pt x="13075" y="49456"/>
                    <a:pt x="19897" y="51971"/>
                    <a:pt x="26919" y="51800"/>
                  </a:cubicBezTo>
                  <a:cubicBezTo>
                    <a:pt x="34001" y="51950"/>
                    <a:pt x="40882" y="49439"/>
                    <a:pt x="46203" y="44764"/>
                  </a:cubicBezTo>
                  <a:cubicBezTo>
                    <a:pt x="51528" y="40056"/>
                    <a:pt x="54446" y="33196"/>
                    <a:pt x="54150" y="26095"/>
                  </a:cubicBezTo>
                  <a:cubicBezTo>
                    <a:pt x="54499" y="18867"/>
                    <a:pt x="51581" y="11865"/>
                    <a:pt x="46203" y="7023"/>
                  </a:cubicBezTo>
                  <a:close/>
                </a:path>
              </a:pathLst>
            </a:custGeom>
            <a:solidFill>
              <a:srgbClr val="00A443"/>
            </a:solidFill>
            <a:ln w="2119"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17292F6A-3539-ACF9-1B85-AE8F7EB48B10}"/>
                </a:ext>
              </a:extLst>
            </p:cNvPr>
            <p:cNvSpPr/>
            <p:nvPr/>
          </p:nvSpPr>
          <p:spPr>
            <a:xfrm>
              <a:off x="22174029" y="934523"/>
              <a:ext cx="171013" cy="212270"/>
            </a:xfrm>
            <a:custGeom>
              <a:avLst/>
              <a:gdLst>
                <a:gd name="connsiteX0" fmla="*/ 155542 w 171013"/>
                <a:gd name="connsiteY0" fmla="*/ 114174 h 212270"/>
                <a:gd name="connsiteX1" fmla="*/ 107968 w 171013"/>
                <a:gd name="connsiteY1" fmla="*/ 91500 h 212270"/>
                <a:gd name="connsiteX2" fmla="*/ 87900 w 171013"/>
                <a:gd name="connsiteY2" fmla="*/ 86689 h 212270"/>
                <a:gd name="connsiteX3" fmla="*/ 66603 w 171013"/>
                <a:gd name="connsiteY3" fmla="*/ 79781 h 212270"/>
                <a:gd name="connsiteX4" fmla="*/ 51770 w 171013"/>
                <a:gd name="connsiteY4" fmla="*/ 70944 h 212270"/>
                <a:gd name="connsiteX5" fmla="*/ 46154 w 171013"/>
                <a:gd name="connsiteY5" fmla="*/ 57297 h 212270"/>
                <a:gd name="connsiteX6" fmla="*/ 56750 w 171013"/>
                <a:gd name="connsiteY6" fmla="*/ 40217 h 212270"/>
                <a:gd name="connsiteX7" fmla="*/ 84764 w 171013"/>
                <a:gd name="connsiteY7" fmla="*/ 33669 h 212270"/>
                <a:gd name="connsiteX8" fmla="*/ 116275 w 171013"/>
                <a:gd name="connsiteY8" fmla="*/ 41510 h 212270"/>
                <a:gd name="connsiteX9" fmla="*/ 135749 w 171013"/>
                <a:gd name="connsiteY9" fmla="*/ 68211 h 212270"/>
                <a:gd name="connsiteX10" fmla="*/ 168680 w 171013"/>
                <a:gd name="connsiteY10" fmla="*/ 56174 h 212270"/>
                <a:gd name="connsiteX11" fmla="*/ 151410 w 171013"/>
                <a:gd name="connsiteY11" fmla="*/ 25257 h 212270"/>
                <a:gd name="connsiteX12" fmla="*/ 122293 w 171013"/>
                <a:gd name="connsiteY12" fmla="*/ 6375 h 212270"/>
                <a:gd name="connsiteX13" fmla="*/ 84764 w 171013"/>
                <a:gd name="connsiteY13" fmla="*/ 18 h 212270"/>
                <a:gd name="connsiteX14" fmla="*/ 44501 w 171013"/>
                <a:gd name="connsiteY14" fmla="*/ 7435 h 212270"/>
                <a:gd name="connsiteX15" fmla="*/ 16953 w 171013"/>
                <a:gd name="connsiteY15" fmla="*/ 27863 h 212270"/>
                <a:gd name="connsiteX16" fmla="*/ 7120 w 171013"/>
                <a:gd name="connsiteY16" fmla="*/ 57763 h 212270"/>
                <a:gd name="connsiteX17" fmla="*/ 21954 w 171013"/>
                <a:gd name="connsiteY17" fmla="*/ 95717 h 212270"/>
                <a:gd name="connsiteX18" fmla="*/ 69739 w 171013"/>
                <a:gd name="connsiteY18" fmla="*/ 119217 h 212270"/>
                <a:gd name="connsiteX19" fmla="*/ 90210 w 171013"/>
                <a:gd name="connsiteY19" fmla="*/ 124430 h 212270"/>
                <a:gd name="connsiteX20" fmla="*/ 122124 w 171013"/>
                <a:gd name="connsiteY20" fmla="*/ 135471 h 212270"/>
                <a:gd name="connsiteX21" fmla="*/ 132380 w 171013"/>
                <a:gd name="connsiteY21" fmla="*/ 152932 h 212270"/>
                <a:gd name="connsiteX22" fmla="*/ 120322 w 171013"/>
                <a:gd name="connsiteY22" fmla="*/ 171601 h 212270"/>
                <a:gd name="connsiteX23" fmla="*/ 87010 w 171013"/>
                <a:gd name="connsiteY23" fmla="*/ 179039 h 212270"/>
                <a:gd name="connsiteX24" fmla="*/ 63700 w 171013"/>
                <a:gd name="connsiteY24" fmla="*/ 175013 h 212270"/>
                <a:gd name="connsiteX25" fmla="*/ 44226 w 171013"/>
                <a:gd name="connsiteY25" fmla="*/ 162765 h 212270"/>
                <a:gd name="connsiteX26" fmla="*/ 31977 w 171013"/>
                <a:gd name="connsiteY26" fmla="*/ 142082 h 212270"/>
                <a:gd name="connsiteX27" fmla="*/ 0 w 171013"/>
                <a:gd name="connsiteY27" fmla="*/ 156068 h 212270"/>
                <a:gd name="connsiteX28" fmla="*/ 50180 w 171013"/>
                <a:gd name="connsiteY28" fmla="*/ 206249 h 212270"/>
                <a:gd name="connsiteX29" fmla="*/ 87137 w 171013"/>
                <a:gd name="connsiteY29" fmla="*/ 212267 h 212270"/>
                <a:gd name="connsiteX30" fmla="*/ 131638 w 171013"/>
                <a:gd name="connsiteY30" fmla="*/ 204447 h 212270"/>
                <a:gd name="connsiteX31" fmla="*/ 160755 w 171013"/>
                <a:gd name="connsiteY31" fmla="*/ 182960 h 212270"/>
                <a:gd name="connsiteX32" fmla="*/ 171011 w 171013"/>
                <a:gd name="connsiteY32" fmla="*/ 151830 h 212270"/>
                <a:gd name="connsiteX33" fmla="*/ 155542 w 171013"/>
                <a:gd name="connsiteY33" fmla="*/ 114174 h 212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013" h="212270">
                  <a:moveTo>
                    <a:pt x="155542" y="114174"/>
                  </a:moveTo>
                  <a:cubicBezTo>
                    <a:pt x="145243" y="104426"/>
                    <a:pt x="129386" y="96867"/>
                    <a:pt x="107968" y="91500"/>
                  </a:cubicBezTo>
                  <a:lnTo>
                    <a:pt x="87900" y="86689"/>
                  </a:lnTo>
                  <a:cubicBezTo>
                    <a:pt x="80680" y="84776"/>
                    <a:pt x="73571" y="82470"/>
                    <a:pt x="66603" y="79781"/>
                  </a:cubicBezTo>
                  <a:cubicBezTo>
                    <a:pt x="61153" y="77780"/>
                    <a:pt x="56124" y="74784"/>
                    <a:pt x="51770" y="70944"/>
                  </a:cubicBezTo>
                  <a:cubicBezTo>
                    <a:pt x="48004" y="67427"/>
                    <a:pt x="45955" y="62447"/>
                    <a:pt x="46154" y="57297"/>
                  </a:cubicBezTo>
                  <a:cubicBezTo>
                    <a:pt x="46154" y="50319"/>
                    <a:pt x="49687" y="44625"/>
                    <a:pt x="56750" y="40217"/>
                  </a:cubicBezTo>
                  <a:cubicBezTo>
                    <a:pt x="63812" y="35810"/>
                    <a:pt x="73151" y="33627"/>
                    <a:pt x="84764" y="33669"/>
                  </a:cubicBezTo>
                  <a:cubicBezTo>
                    <a:pt x="95773" y="33481"/>
                    <a:pt x="106637" y="36185"/>
                    <a:pt x="116275" y="41510"/>
                  </a:cubicBezTo>
                  <a:cubicBezTo>
                    <a:pt x="125514" y="46723"/>
                    <a:pt x="132005" y="55623"/>
                    <a:pt x="135749" y="68211"/>
                  </a:cubicBezTo>
                  <a:lnTo>
                    <a:pt x="168680" y="56174"/>
                  </a:lnTo>
                  <a:cubicBezTo>
                    <a:pt x="165610" y="44583"/>
                    <a:pt x="159670" y="33949"/>
                    <a:pt x="151410" y="25257"/>
                  </a:cubicBezTo>
                  <a:cubicBezTo>
                    <a:pt x="143243" y="16861"/>
                    <a:pt x="133291" y="10408"/>
                    <a:pt x="122293" y="6375"/>
                  </a:cubicBezTo>
                  <a:cubicBezTo>
                    <a:pt x="110271" y="2004"/>
                    <a:pt x="97555" y="-152"/>
                    <a:pt x="84764" y="18"/>
                  </a:cubicBezTo>
                  <a:cubicBezTo>
                    <a:pt x="70981" y="-240"/>
                    <a:pt x="57288" y="2283"/>
                    <a:pt x="44501" y="7435"/>
                  </a:cubicBezTo>
                  <a:cubicBezTo>
                    <a:pt x="33662" y="11667"/>
                    <a:pt x="24149" y="18719"/>
                    <a:pt x="16953" y="27863"/>
                  </a:cubicBezTo>
                  <a:cubicBezTo>
                    <a:pt x="10434" y="36456"/>
                    <a:pt x="6974" y="46979"/>
                    <a:pt x="7120" y="57763"/>
                  </a:cubicBezTo>
                  <a:cubicBezTo>
                    <a:pt x="6777" y="71891"/>
                    <a:pt x="12121" y="85566"/>
                    <a:pt x="21954" y="95717"/>
                  </a:cubicBezTo>
                  <a:cubicBezTo>
                    <a:pt x="31844" y="106015"/>
                    <a:pt x="47771" y="113850"/>
                    <a:pt x="69739" y="119217"/>
                  </a:cubicBezTo>
                  <a:lnTo>
                    <a:pt x="90210" y="124430"/>
                  </a:lnTo>
                  <a:cubicBezTo>
                    <a:pt x="104662" y="127636"/>
                    <a:pt x="115300" y="131317"/>
                    <a:pt x="122124" y="135471"/>
                  </a:cubicBezTo>
                  <a:cubicBezTo>
                    <a:pt x="128544" y="138910"/>
                    <a:pt x="132503" y="145649"/>
                    <a:pt x="132380" y="152932"/>
                  </a:cubicBezTo>
                  <a:cubicBezTo>
                    <a:pt x="132380" y="160434"/>
                    <a:pt x="128360" y="166658"/>
                    <a:pt x="120322" y="171601"/>
                  </a:cubicBezTo>
                  <a:cubicBezTo>
                    <a:pt x="112285" y="176545"/>
                    <a:pt x="101181" y="179025"/>
                    <a:pt x="87010" y="179039"/>
                  </a:cubicBezTo>
                  <a:cubicBezTo>
                    <a:pt x="79066" y="179063"/>
                    <a:pt x="71176" y="177700"/>
                    <a:pt x="63700" y="175013"/>
                  </a:cubicBezTo>
                  <a:cubicBezTo>
                    <a:pt x="56370" y="172447"/>
                    <a:pt x="49714" y="168260"/>
                    <a:pt x="44226" y="162765"/>
                  </a:cubicBezTo>
                  <a:cubicBezTo>
                    <a:pt x="38540" y="156956"/>
                    <a:pt x="34338" y="149862"/>
                    <a:pt x="31977" y="142082"/>
                  </a:cubicBezTo>
                  <a:lnTo>
                    <a:pt x="0" y="156068"/>
                  </a:lnTo>
                  <a:cubicBezTo>
                    <a:pt x="7885" y="179768"/>
                    <a:pt x="26480" y="198364"/>
                    <a:pt x="50180" y="206249"/>
                  </a:cubicBezTo>
                  <a:cubicBezTo>
                    <a:pt x="62071" y="210330"/>
                    <a:pt x="74567" y="212364"/>
                    <a:pt x="87137" y="212267"/>
                  </a:cubicBezTo>
                  <a:cubicBezTo>
                    <a:pt x="104260" y="212267"/>
                    <a:pt x="119093" y="209660"/>
                    <a:pt x="131638" y="204447"/>
                  </a:cubicBezTo>
                  <a:cubicBezTo>
                    <a:pt x="143115" y="200063"/>
                    <a:pt x="153181" y="192634"/>
                    <a:pt x="160755" y="182960"/>
                  </a:cubicBezTo>
                  <a:cubicBezTo>
                    <a:pt x="167515" y="174000"/>
                    <a:pt x="171121" y="163055"/>
                    <a:pt x="171011" y="151830"/>
                  </a:cubicBezTo>
                  <a:cubicBezTo>
                    <a:pt x="171011" y="136503"/>
                    <a:pt x="165856" y="123949"/>
                    <a:pt x="155542" y="114174"/>
                  </a:cubicBezTo>
                  <a:close/>
                </a:path>
              </a:pathLst>
            </a:custGeom>
            <a:solidFill>
              <a:srgbClr val="00A443"/>
            </a:solidFill>
            <a:ln w="2119"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EAB5D418-1392-B562-FC05-D493ED81E871}"/>
                </a:ext>
              </a:extLst>
            </p:cNvPr>
            <p:cNvSpPr/>
            <p:nvPr/>
          </p:nvSpPr>
          <p:spPr>
            <a:xfrm>
              <a:off x="22371211" y="861389"/>
              <a:ext cx="175082" cy="281161"/>
            </a:xfrm>
            <a:custGeom>
              <a:avLst/>
              <a:gdLst>
                <a:gd name="connsiteX0" fmla="*/ 138526 w 175082"/>
                <a:gd name="connsiteY0" fmla="*/ 82730 h 281161"/>
                <a:gd name="connsiteX1" fmla="*/ 99576 w 175082"/>
                <a:gd name="connsiteY1" fmla="*/ 73088 h 281161"/>
                <a:gd name="connsiteX2" fmla="*/ 60416 w 175082"/>
                <a:gd name="connsiteY2" fmla="*/ 84128 h 281161"/>
                <a:gd name="connsiteX3" fmla="*/ 39352 w 175082"/>
                <a:gd name="connsiteY3" fmla="*/ 107269 h 281161"/>
                <a:gd name="connsiteX4" fmla="*/ 39352 w 175082"/>
                <a:gd name="connsiteY4" fmla="*/ 0 h 281161"/>
                <a:gd name="connsiteX5" fmla="*/ 0 w 175082"/>
                <a:gd name="connsiteY5" fmla="*/ 0 h 281161"/>
                <a:gd name="connsiteX6" fmla="*/ 0 w 175082"/>
                <a:gd name="connsiteY6" fmla="*/ 281077 h 281161"/>
                <a:gd name="connsiteX7" fmla="*/ 39352 w 175082"/>
                <a:gd name="connsiteY7" fmla="*/ 281077 h 281161"/>
                <a:gd name="connsiteX8" fmla="*/ 39352 w 175082"/>
                <a:gd name="connsiteY8" fmla="*/ 160289 h 281161"/>
                <a:gd name="connsiteX9" fmla="*/ 53592 w 175082"/>
                <a:gd name="connsiteY9" fmla="*/ 121954 h 281161"/>
                <a:gd name="connsiteX10" fmla="*/ 90337 w 175082"/>
                <a:gd name="connsiteY10" fmla="*/ 108095 h 281161"/>
                <a:gd name="connsiteX11" fmla="*/ 122865 w 175082"/>
                <a:gd name="connsiteY11" fmla="*/ 121763 h 281161"/>
                <a:gd name="connsiteX12" fmla="*/ 135304 w 175082"/>
                <a:gd name="connsiteY12" fmla="*/ 158699 h 281161"/>
                <a:gd name="connsiteX13" fmla="*/ 135304 w 175082"/>
                <a:gd name="connsiteY13" fmla="*/ 281162 h 281161"/>
                <a:gd name="connsiteX14" fmla="*/ 175059 w 175082"/>
                <a:gd name="connsiteY14" fmla="*/ 281162 h 281161"/>
                <a:gd name="connsiteX15" fmla="*/ 175059 w 175082"/>
                <a:gd name="connsiteY15" fmla="*/ 152194 h 281161"/>
                <a:gd name="connsiteX16" fmla="*/ 165226 w 175082"/>
                <a:gd name="connsiteY16" fmla="*/ 110236 h 281161"/>
                <a:gd name="connsiteX17" fmla="*/ 138526 w 175082"/>
                <a:gd name="connsiteY17" fmla="*/ 82730 h 28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082" h="281161">
                  <a:moveTo>
                    <a:pt x="138526" y="82730"/>
                  </a:moveTo>
                  <a:cubicBezTo>
                    <a:pt x="126616" y="76131"/>
                    <a:pt x="113181" y="72804"/>
                    <a:pt x="99576" y="73088"/>
                  </a:cubicBezTo>
                  <a:cubicBezTo>
                    <a:pt x="85751" y="73064"/>
                    <a:pt x="72191" y="76885"/>
                    <a:pt x="60416" y="84128"/>
                  </a:cubicBezTo>
                  <a:cubicBezTo>
                    <a:pt x="51397" y="89754"/>
                    <a:pt x="44107" y="97763"/>
                    <a:pt x="39352" y="107269"/>
                  </a:cubicBezTo>
                  <a:lnTo>
                    <a:pt x="39352" y="0"/>
                  </a:lnTo>
                  <a:lnTo>
                    <a:pt x="0" y="0"/>
                  </a:lnTo>
                  <a:lnTo>
                    <a:pt x="0" y="281077"/>
                  </a:lnTo>
                  <a:lnTo>
                    <a:pt x="39352" y="281077"/>
                  </a:lnTo>
                  <a:lnTo>
                    <a:pt x="39352" y="160289"/>
                  </a:lnTo>
                  <a:cubicBezTo>
                    <a:pt x="39352" y="143972"/>
                    <a:pt x="44098" y="131193"/>
                    <a:pt x="53592" y="121954"/>
                  </a:cubicBezTo>
                  <a:cubicBezTo>
                    <a:pt x="63086" y="112715"/>
                    <a:pt x="75334" y="108095"/>
                    <a:pt x="90337" y="108095"/>
                  </a:cubicBezTo>
                  <a:cubicBezTo>
                    <a:pt x="103709" y="108095"/>
                    <a:pt x="114558" y="112651"/>
                    <a:pt x="122865" y="121763"/>
                  </a:cubicBezTo>
                  <a:cubicBezTo>
                    <a:pt x="131172" y="130876"/>
                    <a:pt x="135326" y="143188"/>
                    <a:pt x="135304" y="158699"/>
                  </a:cubicBezTo>
                  <a:lnTo>
                    <a:pt x="135304" y="281162"/>
                  </a:lnTo>
                  <a:lnTo>
                    <a:pt x="175059" y="281162"/>
                  </a:lnTo>
                  <a:lnTo>
                    <a:pt x="175059" y="152194"/>
                  </a:lnTo>
                  <a:cubicBezTo>
                    <a:pt x="175398" y="137599"/>
                    <a:pt x="172028" y="123156"/>
                    <a:pt x="165226" y="110236"/>
                  </a:cubicBezTo>
                  <a:cubicBezTo>
                    <a:pt x="159081" y="98750"/>
                    <a:pt x="149820" y="89220"/>
                    <a:pt x="138526" y="82730"/>
                  </a:cubicBezTo>
                  <a:close/>
                </a:path>
              </a:pathLst>
            </a:custGeom>
            <a:solidFill>
              <a:srgbClr val="00A443"/>
            </a:solidFill>
            <a:ln w="2119"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BDD19D78-F0A8-865E-701C-61EF388F1515}"/>
                </a:ext>
              </a:extLst>
            </p:cNvPr>
            <p:cNvSpPr/>
            <p:nvPr/>
          </p:nvSpPr>
          <p:spPr>
            <a:xfrm>
              <a:off x="22583270" y="861389"/>
              <a:ext cx="207650" cy="281077"/>
            </a:xfrm>
            <a:custGeom>
              <a:avLst/>
              <a:gdLst>
                <a:gd name="connsiteX0" fmla="*/ 179869 w 207650"/>
                <a:gd name="connsiteY0" fmla="*/ 24306 h 281077"/>
                <a:gd name="connsiteX1" fmla="*/ 103582 w 207650"/>
                <a:gd name="connsiteY1" fmla="*/ 0 h 281077"/>
                <a:gd name="connsiteX2" fmla="*/ 0 w 207650"/>
                <a:gd name="connsiteY2" fmla="*/ 0 h 281077"/>
                <a:gd name="connsiteX3" fmla="*/ 0 w 207650"/>
                <a:gd name="connsiteY3" fmla="*/ 281077 h 281077"/>
                <a:gd name="connsiteX4" fmla="*/ 41344 w 207650"/>
                <a:gd name="connsiteY4" fmla="*/ 281077 h 281077"/>
                <a:gd name="connsiteX5" fmla="*/ 41344 w 207650"/>
                <a:gd name="connsiteY5" fmla="*/ 181480 h 281077"/>
                <a:gd name="connsiteX6" fmla="*/ 103984 w 207650"/>
                <a:gd name="connsiteY6" fmla="*/ 181480 h 281077"/>
                <a:gd name="connsiteX7" fmla="*/ 159208 w 207650"/>
                <a:gd name="connsiteY7" fmla="*/ 170630 h 281077"/>
                <a:gd name="connsiteX8" fmla="*/ 194936 w 207650"/>
                <a:gd name="connsiteY8" fmla="*/ 139310 h 281077"/>
                <a:gd name="connsiteX9" fmla="*/ 207650 w 207650"/>
                <a:gd name="connsiteY9" fmla="*/ 91142 h 281077"/>
                <a:gd name="connsiteX10" fmla="*/ 179869 w 207650"/>
                <a:gd name="connsiteY10" fmla="*/ 24306 h 281077"/>
                <a:gd name="connsiteX11" fmla="*/ 147362 w 207650"/>
                <a:gd name="connsiteY11" fmla="*/ 131299 h 281077"/>
                <a:gd name="connsiteX12" fmla="*/ 100382 w 207650"/>
                <a:gd name="connsiteY12" fmla="*/ 144968 h 281077"/>
                <a:gd name="connsiteX13" fmla="*/ 41280 w 207650"/>
                <a:gd name="connsiteY13" fmla="*/ 144968 h 281077"/>
                <a:gd name="connsiteX14" fmla="*/ 41280 w 207650"/>
                <a:gd name="connsiteY14" fmla="*/ 37360 h 281077"/>
                <a:gd name="connsiteX15" fmla="*/ 100318 w 207650"/>
                <a:gd name="connsiteY15" fmla="*/ 37360 h 281077"/>
                <a:gd name="connsiteX16" fmla="*/ 147299 w 207650"/>
                <a:gd name="connsiteY16" fmla="*/ 50795 h 281077"/>
                <a:gd name="connsiteX17" fmla="*/ 164145 w 207650"/>
                <a:gd name="connsiteY17" fmla="*/ 91164 h 281077"/>
                <a:gd name="connsiteX18" fmla="*/ 147299 w 207650"/>
                <a:gd name="connsiteY18" fmla="*/ 131299 h 28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7650" h="281077">
                  <a:moveTo>
                    <a:pt x="179869" y="24306"/>
                  </a:moveTo>
                  <a:cubicBezTo>
                    <a:pt x="161412" y="8116"/>
                    <a:pt x="135983" y="15"/>
                    <a:pt x="103582" y="0"/>
                  </a:cubicBezTo>
                  <a:lnTo>
                    <a:pt x="0" y="0"/>
                  </a:lnTo>
                  <a:lnTo>
                    <a:pt x="0" y="281077"/>
                  </a:lnTo>
                  <a:lnTo>
                    <a:pt x="41344" y="281077"/>
                  </a:lnTo>
                  <a:lnTo>
                    <a:pt x="41344" y="181480"/>
                  </a:lnTo>
                  <a:lnTo>
                    <a:pt x="103984" y="181480"/>
                  </a:lnTo>
                  <a:cubicBezTo>
                    <a:pt x="125408" y="181480"/>
                    <a:pt x="143802" y="177862"/>
                    <a:pt x="159208" y="170630"/>
                  </a:cubicBezTo>
                  <a:cubicBezTo>
                    <a:pt x="173957" y="163965"/>
                    <a:pt x="186396" y="153063"/>
                    <a:pt x="194936" y="139310"/>
                  </a:cubicBezTo>
                  <a:cubicBezTo>
                    <a:pt x="203412" y="125663"/>
                    <a:pt x="207650" y="109606"/>
                    <a:pt x="207650" y="91142"/>
                  </a:cubicBezTo>
                  <a:cubicBezTo>
                    <a:pt x="207566" y="62774"/>
                    <a:pt x="198305" y="40496"/>
                    <a:pt x="179869" y="24306"/>
                  </a:cubicBezTo>
                  <a:close/>
                  <a:moveTo>
                    <a:pt x="147362" y="131299"/>
                  </a:moveTo>
                  <a:cubicBezTo>
                    <a:pt x="136067" y="140411"/>
                    <a:pt x="120407" y="144968"/>
                    <a:pt x="100382" y="144968"/>
                  </a:cubicBezTo>
                  <a:lnTo>
                    <a:pt x="41280" y="144968"/>
                  </a:lnTo>
                  <a:lnTo>
                    <a:pt x="41280" y="37360"/>
                  </a:lnTo>
                  <a:lnTo>
                    <a:pt x="100318" y="37360"/>
                  </a:lnTo>
                  <a:cubicBezTo>
                    <a:pt x="120386" y="37360"/>
                    <a:pt x="136046" y="41837"/>
                    <a:pt x="147299" y="50795"/>
                  </a:cubicBezTo>
                  <a:cubicBezTo>
                    <a:pt x="158551" y="59752"/>
                    <a:pt x="164166" y="73208"/>
                    <a:pt x="164145" y="91164"/>
                  </a:cubicBezTo>
                  <a:cubicBezTo>
                    <a:pt x="164145" y="108822"/>
                    <a:pt x="158530" y="122202"/>
                    <a:pt x="147299" y="131299"/>
                  </a:cubicBezTo>
                  <a:close/>
                </a:path>
              </a:pathLst>
            </a:custGeom>
            <a:solidFill>
              <a:srgbClr val="00A443"/>
            </a:solidFill>
            <a:ln w="2119"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9AF54062-BC90-BE3B-2A62-90243D478C24}"/>
                </a:ext>
              </a:extLst>
            </p:cNvPr>
            <p:cNvSpPr/>
            <p:nvPr/>
          </p:nvSpPr>
          <p:spPr>
            <a:xfrm>
              <a:off x="22794197" y="934458"/>
              <a:ext cx="206799" cy="212416"/>
            </a:xfrm>
            <a:custGeom>
              <a:avLst/>
              <a:gdLst>
                <a:gd name="connsiteX0" fmla="*/ 156609 w 206799"/>
                <a:gd name="connsiteY0" fmla="*/ 13264 h 212416"/>
                <a:gd name="connsiteX1" fmla="*/ 103208 w 206799"/>
                <a:gd name="connsiteY1" fmla="*/ 20 h 212416"/>
                <a:gd name="connsiteX2" fmla="*/ 62246 w 206799"/>
                <a:gd name="connsiteY2" fmla="*/ 7648 h 212416"/>
                <a:gd name="connsiteX3" fmla="*/ 29315 w 206799"/>
                <a:gd name="connsiteY3" fmla="*/ 29539 h 212416"/>
                <a:gd name="connsiteX4" fmla="*/ 7637 w 206799"/>
                <a:gd name="connsiteY4" fmla="*/ 63253 h 212416"/>
                <a:gd name="connsiteX5" fmla="*/ 8 w 206799"/>
                <a:gd name="connsiteY5" fmla="*/ 106017 h 212416"/>
                <a:gd name="connsiteX6" fmla="*/ 13464 w 206799"/>
                <a:gd name="connsiteY6" fmla="*/ 161431 h 212416"/>
                <a:gd name="connsiteX7" fmla="*/ 50400 w 206799"/>
                <a:gd name="connsiteY7" fmla="*/ 198982 h 212416"/>
                <a:gd name="connsiteX8" fmla="*/ 144551 w 206799"/>
                <a:gd name="connsiteY8" fmla="*/ 204597 h 212416"/>
                <a:gd name="connsiteX9" fmla="*/ 177482 w 206799"/>
                <a:gd name="connsiteY9" fmla="*/ 182707 h 212416"/>
                <a:gd name="connsiteX10" fmla="*/ 199161 w 206799"/>
                <a:gd name="connsiteY10" fmla="*/ 149183 h 212416"/>
                <a:gd name="connsiteX11" fmla="*/ 206789 w 206799"/>
                <a:gd name="connsiteY11" fmla="*/ 106017 h 212416"/>
                <a:gd name="connsiteX12" fmla="*/ 193354 w 206799"/>
                <a:gd name="connsiteY12" fmla="*/ 50412 h 212416"/>
                <a:gd name="connsiteX13" fmla="*/ 156609 w 206799"/>
                <a:gd name="connsiteY13" fmla="*/ 13264 h 212416"/>
                <a:gd name="connsiteX14" fmla="*/ 161822 w 206799"/>
                <a:gd name="connsiteY14" fmla="*/ 135727 h 212416"/>
                <a:gd name="connsiteX15" fmla="*/ 148578 w 206799"/>
                <a:gd name="connsiteY15" fmla="*/ 158020 h 212416"/>
                <a:gd name="connsiteX16" fmla="*/ 128489 w 206799"/>
                <a:gd name="connsiteY16" fmla="*/ 171857 h 212416"/>
                <a:gd name="connsiteX17" fmla="*/ 103208 w 206799"/>
                <a:gd name="connsiteY17" fmla="*/ 176689 h 212416"/>
                <a:gd name="connsiteX18" fmla="*/ 71273 w 206799"/>
                <a:gd name="connsiteY18" fmla="*/ 168212 h 212416"/>
                <a:gd name="connsiteX19" fmla="*/ 48790 w 206799"/>
                <a:gd name="connsiteY19" fmla="*/ 143928 h 212416"/>
                <a:gd name="connsiteX20" fmla="*/ 40567 w 206799"/>
                <a:gd name="connsiteY20" fmla="*/ 105974 h 212416"/>
                <a:gd name="connsiteX21" fmla="*/ 45187 w 206799"/>
                <a:gd name="connsiteY21" fmla="*/ 76307 h 212416"/>
                <a:gd name="connsiteX22" fmla="*/ 58241 w 206799"/>
                <a:gd name="connsiteY22" fmla="*/ 54226 h 212416"/>
                <a:gd name="connsiteX23" fmla="*/ 78308 w 206799"/>
                <a:gd name="connsiteY23" fmla="*/ 40367 h 212416"/>
                <a:gd name="connsiteX24" fmla="*/ 103208 w 206799"/>
                <a:gd name="connsiteY24" fmla="*/ 35748 h 212416"/>
                <a:gd name="connsiteX25" fmla="*/ 135927 w 206799"/>
                <a:gd name="connsiteY25" fmla="*/ 44224 h 212416"/>
                <a:gd name="connsiteX26" fmla="*/ 158410 w 206799"/>
                <a:gd name="connsiteY26" fmla="*/ 68318 h 212416"/>
                <a:gd name="connsiteX27" fmla="*/ 166633 w 206799"/>
                <a:gd name="connsiteY27" fmla="*/ 106059 h 212416"/>
                <a:gd name="connsiteX28" fmla="*/ 161780 w 206799"/>
                <a:gd name="connsiteY28" fmla="*/ 135727 h 21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6799" h="212416">
                  <a:moveTo>
                    <a:pt x="156609" y="13264"/>
                  </a:moveTo>
                  <a:cubicBezTo>
                    <a:pt x="140292" y="4230"/>
                    <a:pt x="121856" y="-339"/>
                    <a:pt x="103208" y="20"/>
                  </a:cubicBezTo>
                  <a:cubicBezTo>
                    <a:pt x="89179" y="-114"/>
                    <a:pt x="75278" y="2476"/>
                    <a:pt x="62246" y="7648"/>
                  </a:cubicBezTo>
                  <a:cubicBezTo>
                    <a:pt x="49870" y="12588"/>
                    <a:pt x="38660" y="20043"/>
                    <a:pt x="29315" y="29539"/>
                  </a:cubicBezTo>
                  <a:cubicBezTo>
                    <a:pt x="19864" y="39176"/>
                    <a:pt x="12489" y="50651"/>
                    <a:pt x="7637" y="63253"/>
                  </a:cubicBezTo>
                  <a:cubicBezTo>
                    <a:pt x="2424" y="76903"/>
                    <a:pt x="-162" y="91410"/>
                    <a:pt x="8" y="106017"/>
                  </a:cubicBezTo>
                  <a:cubicBezTo>
                    <a:pt x="8" y="126896"/>
                    <a:pt x="4500" y="145369"/>
                    <a:pt x="13464" y="161431"/>
                  </a:cubicBezTo>
                  <a:cubicBezTo>
                    <a:pt x="22067" y="177121"/>
                    <a:pt x="34846" y="190120"/>
                    <a:pt x="50400" y="198982"/>
                  </a:cubicBezTo>
                  <a:cubicBezTo>
                    <a:pt x="79410" y="214667"/>
                    <a:pt x="113888" y="216723"/>
                    <a:pt x="144551" y="204597"/>
                  </a:cubicBezTo>
                  <a:cubicBezTo>
                    <a:pt x="156884" y="199562"/>
                    <a:pt x="168073" y="192122"/>
                    <a:pt x="177482" y="182707"/>
                  </a:cubicBezTo>
                  <a:cubicBezTo>
                    <a:pt x="186976" y="173165"/>
                    <a:pt x="194350" y="161745"/>
                    <a:pt x="199161" y="149183"/>
                  </a:cubicBezTo>
                  <a:cubicBezTo>
                    <a:pt x="204395" y="135400"/>
                    <a:pt x="206980" y="120757"/>
                    <a:pt x="206789" y="106017"/>
                  </a:cubicBezTo>
                  <a:cubicBezTo>
                    <a:pt x="206789" y="84826"/>
                    <a:pt x="202318" y="66290"/>
                    <a:pt x="193354" y="50412"/>
                  </a:cubicBezTo>
                  <a:cubicBezTo>
                    <a:pt x="184751" y="34883"/>
                    <a:pt x="172036" y="22029"/>
                    <a:pt x="156609" y="13264"/>
                  </a:cubicBezTo>
                  <a:close/>
                  <a:moveTo>
                    <a:pt x="161822" y="135727"/>
                  </a:moveTo>
                  <a:cubicBezTo>
                    <a:pt x="158961" y="143976"/>
                    <a:pt x="154448" y="151558"/>
                    <a:pt x="148578" y="158020"/>
                  </a:cubicBezTo>
                  <a:cubicBezTo>
                    <a:pt x="142962" y="164034"/>
                    <a:pt x="136117" y="168755"/>
                    <a:pt x="128489" y="171857"/>
                  </a:cubicBezTo>
                  <a:cubicBezTo>
                    <a:pt x="120457" y="175129"/>
                    <a:pt x="111875" y="176771"/>
                    <a:pt x="103208" y="176689"/>
                  </a:cubicBezTo>
                  <a:cubicBezTo>
                    <a:pt x="91998" y="176824"/>
                    <a:pt x="80957" y="173894"/>
                    <a:pt x="71273" y="168212"/>
                  </a:cubicBezTo>
                  <a:cubicBezTo>
                    <a:pt x="61610" y="162427"/>
                    <a:pt x="53812" y="154000"/>
                    <a:pt x="48790" y="143928"/>
                  </a:cubicBezTo>
                  <a:cubicBezTo>
                    <a:pt x="43301" y="133360"/>
                    <a:pt x="40546" y="120709"/>
                    <a:pt x="40567" y="105974"/>
                  </a:cubicBezTo>
                  <a:cubicBezTo>
                    <a:pt x="40377" y="95892"/>
                    <a:pt x="41945" y="85856"/>
                    <a:pt x="45187" y="76307"/>
                  </a:cubicBezTo>
                  <a:cubicBezTo>
                    <a:pt x="48026" y="68149"/>
                    <a:pt x="52456" y="60641"/>
                    <a:pt x="58241" y="54226"/>
                  </a:cubicBezTo>
                  <a:cubicBezTo>
                    <a:pt x="63771" y="48117"/>
                    <a:pt x="70637" y="43372"/>
                    <a:pt x="78308" y="40367"/>
                  </a:cubicBezTo>
                  <a:cubicBezTo>
                    <a:pt x="86234" y="37258"/>
                    <a:pt x="94689" y="35690"/>
                    <a:pt x="103208" y="35748"/>
                  </a:cubicBezTo>
                  <a:cubicBezTo>
                    <a:pt x="114672" y="35548"/>
                    <a:pt x="125988" y="38479"/>
                    <a:pt x="135927" y="44224"/>
                  </a:cubicBezTo>
                  <a:cubicBezTo>
                    <a:pt x="145547" y="49971"/>
                    <a:pt x="153346" y="58324"/>
                    <a:pt x="158410" y="68318"/>
                  </a:cubicBezTo>
                  <a:cubicBezTo>
                    <a:pt x="163899" y="78772"/>
                    <a:pt x="166633" y="91353"/>
                    <a:pt x="166633" y="106059"/>
                  </a:cubicBezTo>
                  <a:cubicBezTo>
                    <a:pt x="166760" y="116157"/>
                    <a:pt x="165128" y="126197"/>
                    <a:pt x="161780" y="135727"/>
                  </a:cubicBezTo>
                  <a:close/>
                </a:path>
              </a:pathLst>
            </a:custGeom>
            <a:solidFill>
              <a:srgbClr val="00A443"/>
            </a:solidFill>
            <a:ln w="2119"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02D3399A-1E65-496D-1963-21EA1AF9B2F9}"/>
                </a:ext>
              </a:extLst>
            </p:cNvPr>
            <p:cNvSpPr/>
            <p:nvPr/>
          </p:nvSpPr>
          <p:spPr>
            <a:xfrm>
              <a:off x="23000817" y="938482"/>
              <a:ext cx="295529" cy="204090"/>
            </a:xfrm>
            <a:custGeom>
              <a:avLst/>
              <a:gdLst>
                <a:gd name="connsiteX0" fmla="*/ 222039 w 295529"/>
                <a:gd name="connsiteY0" fmla="*/ 109727 h 204090"/>
                <a:gd name="connsiteX1" fmla="*/ 216826 w 295529"/>
                <a:gd name="connsiteY1" fmla="*/ 127188 h 204090"/>
                <a:gd name="connsiteX2" fmla="*/ 211613 w 295529"/>
                <a:gd name="connsiteY2" fmla="*/ 146260 h 204090"/>
                <a:gd name="connsiteX3" fmla="*/ 199958 w 295529"/>
                <a:gd name="connsiteY3" fmla="*/ 110108 h 204090"/>
                <a:gd name="connsiteX4" fmla="*/ 164951 w 295529"/>
                <a:gd name="connsiteY4" fmla="*/ 0 h 204090"/>
                <a:gd name="connsiteX5" fmla="*/ 130812 w 295529"/>
                <a:gd name="connsiteY5" fmla="*/ 0 h 204090"/>
                <a:gd name="connsiteX6" fmla="*/ 96377 w 295529"/>
                <a:gd name="connsiteY6" fmla="*/ 109727 h 204090"/>
                <a:gd name="connsiteX7" fmla="*/ 90952 w 295529"/>
                <a:gd name="connsiteY7" fmla="*/ 127591 h 204090"/>
                <a:gd name="connsiteX8" fmla="*/ 85124 w 295529"/>
                <a:gd name="connsiteY8" fmla="*/ 146663 h 204090"/>
                <a:gd name="connsiteX9" fmla="*/ 79509 w 295529"/>
                <a:gd name="connsiteY9" fmla="*/ 127591 h 204090"/>
                <a:gd name="connsiteX10" fmla="*/ 74274 w 295529"/>
                <a:gd name="connsiteY10" fmla="*/ 109727 h 204090"/>
                <a:gd name="connsiteX11" fmla="*/ 41767 w 295529"/>
                <a:gd name="connsiteY11" fmla="*/ 106 h 204090"/>
                <a:gd name="connsiteX12" fmla="*/ 0 w 295529"/>
                <a:gd name="connsiteY12" fmla="*/ 106 h 204090"/>
                <a:gd name="connsiteX13" fmla="*/ 64654 w 295529"/>
                <a:gd name="connsiteY13" fmla="*/ 204090 h 204090"/>
                <a:gd name="connsiteX14" fmla="*/ 101992 w 295529"/>
                <a:gd name="connsiteY14" fmla="*/ 204090 h 204090"/>
                <a:gd name="connsiteX15" fmla="*/ 136512 w 295529"/>
                <a:gd name="connsiteY15" fmla="*/ 94469 h 204090"/>
                <a:gd name="connsiteX16" fmla="*/ 147362 w 295529"/>
                <a:gd name="connsiteY16" fmla="*/ 58741 h 204090"/>
                <a:gd name="connsiteX17" fmla="*/ 158996 w 295529"/>
                <a:gd name="connsiteY17" fmla="*/ 94469 h 204090"/>
                <a:gd name="connsiteX18" fmla="*/ 193537 w 295529"/>
                <a:gd name="connsiteY18" fmla="*/ 204090 h 204090"/>
                <a:gd name="connsiteX19" fmla="*/ 231278 w 295529"/>
                <a:gd name="connsiteY19" fmla="*/ 204090 h 204090"/>
                <a:gd name="connsiteX20" fmla="*/ 295529 w 295529"/>
                <a:gd name="connsiteY20" fmla="*/ 106 h 204090"/>
                <a:gd name="connsiteX21" fmla="*/ 254567 w 295529"/>
                <a:gd name="connsiteY21" fmla="*/ 106 h 20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5529" h="204090">
                  <a:moveTo>
                    <a:pt x="222039" y="109727"/>
                  </a:moveTo>
                  <a:cubicBezTo>
                    <a:pt x="220174" y="115618"/>
                    <a:pt x="218437" y="121439"/>
                    <a:pt x="216826" y="127188"/>
                  </a:cubicBezTo>
                  <a:cubicBezTo>
                    <a:pt x="215215" y="132937"/>
                    <a:pt x="213478" y="139295"/>
                    <a:pt x="211613" y="146260"/>
                  </a:cubicBezTo>
                  <a:cubicBezTo>
                    <a:pt x="206782" y="131257"/>
                    <a:pt x="202904" y="119206"/>
                    <a:pt x="199958" y="110108"/>
                  </a:cubicBezTo>
                  <a:lnTo>
                    <a:pt x="164951" y="0"/>
                  </a:lnTo>
                  <a:lnTo>
                    <a:pt x="130812" y="0"/>
                  </a:lnTo>
                  <a:lnTo>
                    <a:pt x="96377" y="109727"/>
                  </a:lnTo>
                  <a:cubicBezTo>
                    <a:pt x="94491" y="115900"/>
                    <a:pt x="92668" y="121855"/>
                    <a:pt x="90952" y="127591"/>
                  </a:cubicBezTo>
                  <a:cubicBezTo>
                    <a:pt x="89193" y="133355"/>
                    <a:pt x="87264" y="139712"/>
                    <a:pt x="85124" y="146663"/>
                  </a:cubicBezTo>
                  <a:cubicBezTo>
                    <a:pt x="83005" y="139712"/>
                    <a:pt x="81098" y="133355"/>
                    <a:pt x="79509" y="127591"/>
                  </a:cubicBezTo>
                  <a:cubicBezTo>
                    <a:pt x="77919" y="121827"/>
                    <a:pt x="76160" y="115894"/>
                    <a:pt x="74274" y="109727"/>
                  </a:cubicBezTo>
                  <a:lnTo>
                    <a:pt x="41767" y="106"/>
                  </a:lnTo>
                  <a:lnTo>
                    <a:pt x="0" y="106"/>
                  </a:lnTo>
                  <a:lnTo>
                    <a:pt x="64654" y="204090"/>
                  </a:lnTo>
                  <a:lnTo>
                    <a:pt x="101992" y="204090"/>
                  </a:lnTo>
                  <a:lnTo>
                    <a:pt x="136512" y="94469"/>
                  </a:lnTo>
                  <a:cubicBezTo>
                    <a:pt x="139458" y="85639"/>
                    <a:pt x="143082" y="73730"/>
                    <a:pt x="147362" y="58741"/>
                  </a:cubicBezTo>
                  <a:cubicBezTo>
                    <a:pt x="152448" y="73730"/>
                    <a:pt x="156326" y="85639"/>
                    <a:pt x="158996" y="94469"/>
                  </a:cubicBezTo>
                  <a:lnTo>
                    <a:pt x="193537" y="204090"/>
                  </a:lnTo>
                  <a:lnTo>
                    <a:pt x="231278" y="204090"/>
                  </a:lnTo>
                  <a:lnTo>
                    <a:pt x="295529" y="106"/>
                  </a:lnTo>
                  <a:lnTo>
                    <a:pt x="254567" y="106"/>
                  </a:lnTo>
                  <a:close/>
                </a:path>
              </a:pathLst>
            </a:custGeom>
            <a:solidFill>
              <a:srgbClr val="00A443"/>
            </a:solidFill>
            <a:ln w="2119"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1CB3FF2E-7BE4-DB9B-FE43-93692DFB289A}"/>
                </a:ext>
              </a:extLst>
            </p:cNvPr>
            <p:cNvSpPr/>
            <p:nvPr/>
          </p:nvSpPr>
          <p:spPr>
            <a:xfrm>
              <a:off x="23296333" y="934464"/>
              <a:ext cx="192321" cy="212494"/>
            </a:xfrm>
            <a:custGeom>
              <a:avLst/>
              <a:gdLst>
                <a:gd name="connsiteX0" fmla="*/ 146570 w 192321"/>
                <a:gd name="connsiteY0" fmla="*/ 13067 h 212494"/>
                <a:gd name="connsiteX1" fmla="*/ 97979 w 192321"/>
                <a:gd name="connsiteY1" fmla="*/ 14 h 212494"/>
                <a:gd name="connsiteX2" fmla="*/ 58415 w 192321"/>
                <a:gd name="connsiteY2" fmla="*/ 7430 h 212494"/>
                <a:gd name="connsiteX3" fmla="*/ 27307 w 192321"/>
                <a:gd name="connsiteY3" fmla="*/ 28982 h 212494"/>
                <a:gd name="connsiteX4" fmla="*/ 7027 w 192321"/>
                <a:gd name="connsiteY4" fmla="*/ 62506 h 212494"/>
                <a:gd name="connsiteX5" fmla="*/ 13 w 192321"/>
                <a:gd name="connsiteY5" fmla="*/ 106074 h 212494"/>
                <a:gd name="connsiteX6" fmla="*/ 12855 w 192321"/>
                <a:gd name="connsiteY6" fmla="*/ 161680 h 212494"/>
                <a:gd name="connsiteX7" fmla="*/ 48180 w 192321"/>
                <a:gd name="connsiteY7" fmla="*/ 199039 h 212494"/>
                <a:gd name="connsiteX8" fmla="*/ 99992 w 192321"/>
                <a:gd name="connsiteY8" fmla="*/ 212474 h 212494"/>
                <a:gd name="connsiteX9" fmla="*/ 134300 w 192321"/>
                <a:gd name="connsiteY9" fmla="*/ 207452 h 212494"/>
                <a:gd name="connsiteX10" fmla="*/ 164837 w 192321"/>
                <a:gd name="connsiteY10" fmla="*/ 191008 h 212494"/>
                <a:gd name="connsiteX11" fmla="*/ 188719 w 192321"/>
                <a:gd name="connsiteY11" fmla="*/ 161489 h 212494"/>
                <a:gd name="connsiteX12" fmla="*/ 158204 w 192321"/>
                <a:gd name="connsiteY12" fmla="*/ 142608 h 212494"/>
                <a:gd name="connsiteX13" fmla="*/ 142946 w 192321"/>
                <a:gd name="connsiteY13" fmla="*/ 162887 h 212494"/>
                <a:gd name="connsiteX14" fmla="*/ 123260 w 192321"/>
                <a:gd name="connsiteY14" fmla="*/ 174140 h 212494"/>
                <a:gd name="connsiteX15" fmla="*/ 99950 w 192321"/>
                <a:gd name="connsiteY15" fmla="*/ 177552 h 212494"/>
                <a:gd name="connsiteX16" fmla="*/ 69032 w 192321"/>
                <a:gd name="connsiteY16" fmla="*/ 169520 h 212494"/>
                <a:gd name="connsiteX17" fmla="*/ 47587 w 192321"/>
                <a:gd name="connsiteY17" fmla="*/ 145532 h 212494"/>
                <a:gd name="connsiteX18" fmla="*/ 40106 w 192321"/>
                <a:gd name="connsiteY18" fmla="*/ 115229 h 212494"/>
                <a:gd name="connsiteX19" fmla="*/ 191940 w 192321"/>
                <a:gd name="connsiteY19" fmla="*/ 115229 h 212494"/>
                <a:gd name="connsiteX20" fmla="*/ 192321 w 192321"/>
                <a:gd name="connsiteY20" fmla="*/ 109613 h 212494"/>
                <a:gd name="connsiteX21" fmla="*/ 192321 w 192321"/>
                <a:gd name="connsiteY21" fmla="*/ 104379 h 212494"/>
                <a:gd name="connsiteX22" fmla="*/ 180094 w 192321"/>
                <a:gd name="connsiteY22" fmla="*/ 49579 h 212494"/>
                <a:gd name="connsiteX23" fmla="*/ 146570 w 192321"/>
                <a:gd name="connsiteY23" fmla="*/ 13067 h 212494"/>
                <a:gd name="connsiteX24" fmla="*/ 55216 w 192321"/>
                <a:gd name="connsiteY24" fmla="*/ 52016 h 212494"/>
                <a:gd name="connsiteX25" fmla="*/ 73482 w 192321"/>
                <a:gd name="connsiteY25" fmla="*/ 37967 h 212494"/>
                <a:gd name="connsiteX26" fmla="*/ 97576 w 192321"/>
                <a:gd name="connsiteY26" fmla="*/ 33347 h 212494"/>
                <a:gd name="connsiteX27" fmla="*/ 137119 w 192321"/>
                <a:gd name="connsiteY27" fmla="*/ 50999 h 212494"/>
                <a:gd name="connsiteX28" fmla="*/ 151317 w 192321"/>
                <a:gd name="connsiteY28" fmla="*/ 85943 h 212494"/>
                <a:gd name="connsiteX29" fmla="*/ 41272 w 192321"/>
                <a:gd name="connsiteY29" fmla="*/ 85943 h 212494"/>
                <a:gd name="connsiteX30" fmla="*/ 43772 w 192321"/>
                <a:gd name="connsiteY30" fmla="*/ 74902 h 212494"/>
                <a:gd name="connsiteX31" fmla="*/ 55216 w 192321"/>
                <a:gd name="connsiteY31" fmla="*/ 52016 h 2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2321" h="212494">
                  <a:moveTo>
                    <a:pt x="146570" y="13067"/>
                  </a:moveTo>
                  <a:cubicBezTo>
                    <a:pt x="131927" y="4241"/>
                    <a:pt x="115080" y="-281"/>
                    <a:pt x="97979" y="14"/>
                  </a:cubicBezTo>
                  <a:cubicBezTo>
                    <a:pt x="84438" y="-156"/>
                    <a:pt x="70982" y="2366"/>
                    <a:pt x="58415" y="7430"/>
                  </a:cubicBezTo>
                  <a:cubicBezTo>
                    <a:pt x="46633" y="12319"/>
                    <a:pt x="36016" y="19666"/>
                    <a:pt x="27307" y="28982"/>
                  </a:cubicBezTo>
                  <a:cubicBezTo>
                    <a:pt x="18301" y="38632"/>
                    <a:pt x="11393" y="50048"/>
                    <a:pt x="7027" y="62506"/>
                  </a:cubicBezTo>
                  <a:cubicBezTo>
                    <a:pt x="2175" y="76511"/>
                    <a:pt x="-199" y="91256"/>
                    <a:pt x="13" y="106074"/>
                  </a:cubicBezTo>
                  <a:cubicBezTo>
                    <a:pt x="13" y="127265"/>
                    <a:pt x="4294" y="145801"/>
                    <a:pt x="12855" y="161680"/>
                  </a:cubicBezTo>
                  <a:cubicBezTo>
                    <a:pt x="20971" y="177140"/>
                    <a:pt x="33198" y="190065"/>
                    <a:pt x="48180" y="199039"/>
                  </a:cubicBezTo>
                  <a:cubicBezTo>
                    <a:pt x="63883" y="208190"/>
                    <a:pt x="81810" y="212839"/>
                    <a:pt x="99992" y="212474"/>
                  </a:cubicBezTo>
                  <a:cubicBezTo>
                    <a:pt x="111605" y="212496"/>
                    <a:pt x="123175" y="210802"/>
                    <a:pt x="134300" y="207452"/>
                  </a:cubicBezTo>
                  <a:cubicBezTo>
                    <a:pt x="145489" y="204078"/>
                    <a:pt x="155873" y="198486"/>
                    <a:pt x="164837" y="191008"/>
                  </a:cubicBezTo>
                  <a:cubicBezTo>
                    <a:pt x="174563" y="182739"/>
                    <a:pt x="182658" y="172729"/>
                    <a:pt x="188719" y="161489"/>
                  </a:cubicBezTo>
                  <a:lnTo>
                    <a:pt x="158204" y="142608"/>
                  </a:lnTo>
                  <a:cubicBezTo>
                    <a:pt x="154432" y="150258"/>
                    <a:pt x="149240" y="157134"/>
                    <a:pt x="142946" y="162887"/>
                  </a:cubicBezTo>
                  <a:cubicBezTo>
                    <a:pt x="137267" y="168005"/>
                    <a:pt x="130549" y="171843"/>
                    <a:pt x="123260" y="174140"/>
                  </a:cubicBezTo>
                  <a:cubicBezTo>
                    <a:pt x="115716" y="176460"/>
                    <a:pt x="107854" y="177611"/>
                    <a:pt x="99950" y="177552"/>
                  </a:cubicBezTo>
                  <a:cubicBezTo>
                    <a:pt x="89100" y="177734"/>
                    <a:pt x="78420" y="174958"/>
                    <a:pt x="69032" y="169520"/>
                  </a:cubicBezTo>
                  <a:cubicBezTo>
                    <a:pt x="59644" y="163843"/>
                    <a:pt x="52185" y="155488"/>
                    <a:pt x="47587" y="145532"/>
                  </a:cubicBezTo>
                  <a:cubicBezTo>
                    <a:pt x="43158" y="136011"/>
                    <a:pt x="40615" y="125718"/>
                    <a:pt x="40106" y="115229"/>
                  </a:cubicBezTo>
                  <a:lnTo>
                    <a:pt x="191940" y="115229"/>
                  </a:lnTo>
                  <a:cubicBezTo>
                    <a:pt x="192194" y="113368"/>
                    <a:pt x="192321" y="111491"/>
                    <a:pt x="192321" y="109613"/>
                  </a:cubicBezTo>
                  <a:lnTo>
                    <a:pt x="192321" y="104379"/>
                  </a:lnTo>
                  <a:cubicBezTo>
                    <a:pt x="192321" y="83500"/>
                    <a:pt x="188252" y="65233"/>
                    <a:pt x="180094" y="49579"/>
                  </a:cubicBezTo>
                  <a:cubicBezTo>
                    <a:pt x="172486" y="34553"/>
                    <a:pt x="160895" y="21919"/>
                    <a:pt x="146570" y="13067"/>
                  </a:cubicBezTo>
                  <a:close/>
                  <a:moveTo>
                    <a:pt x="55216" y="52016"/>
                  </a:moveTo>
                  <a:cubicBezTo>
                    <a:pt x="60005" y="45845"/>
                    <a:pt x="66298" y="41007"/>
                    <a:pt x="73482" y="37967"/>
                  </a:cubicBezTo>
                  <a:cubicBezTo>
                    <a:pt x="81111" y="34801"/>
                    <a:pt x="89312" y="33228"/>
                    <a:pt x="97576" y="33347"/>
                  </a:cubicBezTo>
                  <a:cubicBezTo>
                    <a:pt x="112749" y="32951"/>
                    <a:pt x="127286" y="39439"/>
                    <a:pt x="137119" y="50999"/>
                  </a:cubicBezTo>
                  <a:cubicBezTo>
                    <a:pt x="144493" y="59475"/>
                    <a:pt x="149219" y="71124"/>
                    <a:pt x="151317" y="85943"/>
                  </a:cubicBezTo>
                  <a:lnTo>
                    <a:pt x="41272" y="85943"/>
                  </a:lnTo>
                  <a:cubicBezTo>
                    <a:pt x="41865" y="82213"/>
                    <a:pt x="42692" y="78524"/>
                    <a:pt x="43772" y="74902"/>
                  </a:cubicBezTo>
                  <a:cubicBezTo>
                    <a:pt x="46103" y="66615"/>
                    <a:pt x="49981" y="58848"/>
                    <a:pt x="55216" y="52016"/>
                  </a:cubicBezTo>
                  <a:close/>
                </a:path>
              </a:pathLst>
            </a:custGeom>
            <a:solidFill>
              <a:srgbClr val="00A443"/>
            </a:solidFill>
            <a:ln w="2119"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B472AC28-7AF9-4B31-ADF9-9665DBCA7520}"/>
                </a:ext>
              </a:extLst>
            </p:cNvPr>
            <p:cNvSpPr/>
            <p:nvPr/>
          </p:nvSpPr>
          <p:spPr>
            <a:xfrm>
              <a:off x="23513893" y="934470"/>
              <a:ext cx="106399" cy="207996"/>
            </a:xfrm>
            <a:custGeom>
              <a:avLst/>
              <a:gdLst>
                <a:gd name="connsiteX0" fmla="*/ 94766 w 106399"/>
                <a:gd name="connsiteY0" fmla="*/ 7 h 207996"/>
                <a:gd name="connsiteX1" fmla="*/ 62429 w 106399"/>
                <a:gd name="connsiteY1" fmla="*/ 9246 h 207996"/>
                <a:gd name="connsiteX2" fmla="*/ 39352 w 106399"/>
                <a:gd name="connsiteY2" fmla="*/ 37346 h 207996"/>
                <a:gd name="connsiteX3" fmla="*/ 39352 w 106399"/>
                <a:gd name="connsiteY3" fmla="*/ 4012 h 207996"/>
                <a:gd name="connsiteX4" fmla="*/ 0 w 106399"/>
                <a:gd name="connsiteY4" fmla="*/ 4012 h 207996"/>
                <a:gd name="connsiteX5" fmla="*/ 0 w 106399"/>
                <a:gd name="connsiteY5" fmla="*/ 207997 h 207996"/>
                <a:gd name="connsiteX6" fmla="*/ 39352 w 106399"/>
                <a:gd name="connsiteY6" fmla="*/ 207997 h 207996"/>
                <a:gd name="connsiteX7" fmla="*/ 39352 w 106399"/>
                <a:gd name="connsiteY7" fmla="*/ 99181 h 207996"/>
                <a:gd name="connsiteX8" fmla="*/ 52596 w 106399"/>
                <a:gd name="connsiteY8" fmla="*/ 57435 h 207996"/>
                <a:gd name="connsiteX9" fmla="*/ 86332 w 106399"/>
                <a:gd name="connsiteY9" fmla="*/ 41774 h 207996"/>
                <a:gd name="connsiteX10" fmla="*/ 106400 w 106399"/>
                <a:gd name="connsiteY10" fmla="*/ 41774 h 207996"/>
                <a:gd name="connsiteX11" fmla="*/ 106400 w 106399"/>
                <a:gd name="connsiteY11" fmla="*/ 7 h 20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99" h="207996">
                  <a:moveTo>
                    <a:pt x="94766" y="7"/>
                  </a:moveTo>
                  <a:cubicBezTo>
                    <a:pt x="83302" y="-171"/>
                    <a:pt x="72071" y="3044"/>
                    <a:pt x="62429" y="9246"/>
                  </a:cubicBezTo>
                  <a:cubicBezTo>
                    <a:pt x="52935" y="15392"/>
                    <a:pt x="45243" y="24758"/>
                    <a:pt x="39352" y="37346"/>
                  </a:cubicBezTo>
                  <a:lnTo>
                    <a:pt x="39352" y="4012"/>
                  </a:lnTo>
                  <a:lnTo>
                    <a:pt x="0" y="4012"/>
                  </a:lnTo>
                  <a:lnTo>
                    <a:pt x="0" y="207997"/>
                  </a:lnTo>
                  <a:lnTo>
                    <a:pt x="39352" y="207997"/>
                  </a:lnTo>
                  <a:lnTo>
                    <a:pt x="39352" y="99181"/>
                  </a:lnTo>
                  <a:cubicBezTo>
                    <a:pt x="39352" y="81789"/>
                    <a:pt x="43759" y="67875"/>
                    <a:pt x="52596" y="57435"/>
                  </a:cubicBezTo>
                  <a:cubicBezTo>
                    <a:pt x="60818" y="47276"/>
                    <a:pt x="73278" y="41493"/>
                    <a:pt x="86332" y="41774"/>
                  </a:cubicBezTo>
                  <a:lnTo>
                    <a:pt x="106400" y="41774"/>
                  </a:lnTo>
                  <a:lnTo>
                    <a:pt x="106400" y="7"/>
                  </a:lnTo>
                  <a:close/>
                </a:path>
              </a:pathLst>
            </a:custGeom>
            <a:solidFill>
              <a:srgbClr val="00A443"/>
            </a:solidFill>
            <a:ln w="2119"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447BF7E2-537D-D2C0-F5AC-81C58CA6543A}"/>
                </a:ext>
              </a:extLst>
            </p:cNvPr>
            <p:cNvSpPr/>
            <p:nvPr/>
          </p:nvSpPr>
          <p:spPr>
            <a:xfrm>
              <a:off x="20826516" y="737210"/>
              <a:ext cx="267147" cy="428326"/>
            </a:xfrm>
            <a:custGeom>
              <a:avLst/>
              <a:gdLst>
                <a:gd name="connsiteX0" fmla="*/ 0 w 267147"/>
                <a:gd name="connsiteY0" fmla="*/ 305362 h 428326"/>
                <a:gd name="connsiteX1" fmla="*/ 35453 w 267147"/>
                <a:gd name="connsiteY1" fmla="*/ 391737 h 428326"/>
                <a:gd name="connsiteX2" fmla="*/ 176966 w 267147"/>
                <a:gd name="connsiteY2" fmla="*/ 414920 h 428326"/>
                <a:gd name="connsiteX3" fmla="*/ 219475 w 267147"/>
                <a:gd name="connsiteY3" fmla="*/ 0 h 428326"/>
                <a:gd name="connsiteX4" fmla="*/ 0 w 267147"/>
                <a:gd name="connsiteY4" fmla="*/ 305362 h 42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47" h="428326">
                  <a:moveTo>
                    <a:pt x="0" y="305362"/>
                  </a:moveTo>
                  <a:cubicBezTo>
                    <a:pt x="-49" y="337704"/>
                    <a:pt x="12696" y="368753"/>
                    <a:pt x="35453" y="391737"/>
                  </a:cubicBezTo>
                  <a:cubicBezTo>
                    <a:pt x="79360" y="435644"/>
                    <a:pt x="138971" y="435560"/>
                    <a:pt x="176966" y="414920"/>
                  </a:cubicBezTo>
                  <a:cubicBezTo>
                    <a:pt x="223480" y="389681"/>
                    <a:pt x="328121" y="313987"/>
                    <a:pt x="219475" y="0"/>
                  </a:cubicBezTo>
                  <a:cubicBezTo>
                    <a:pt x="219475" y="148210"/>
                    <a:pt x="0" y="163277"/>
                    <a:pt x="0" y="305362"/>
                  </a:cubicBezTo>
                  <a:close/>
                </a:path>
              </a:pathLst>
            </a:custGeom>
            <a:solidFill>
              <a:srgbClr val="FF9C1A"/>
            </a:solidFill>
            <a:ln w="2119"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F73DBD17-553C-01B2-E17D-F98EFA1B937A}"/>
                </a:ext>
              </a:extLst>
            </p:cNvPr>
            <p:cNvSpPr/>
            <p:nvPr/>
          </p:nvSpPr>
          <p:spPr>
            <a:xfrm>
              <a:off x="20670932" y="737210"/>
              <a:ext cx="255520" cy="428307"/>
            </a:xfrm>
            <a:custGeom>
              <a:avLst/>
              <a:gdLst>
                <a:gd name="connsiteX0" fmla="*/ 255521 w 255520"/>
                <a:gd name="connsiteY0" fmla="*/ 129752 h 428307"/>
                <a:gd name="connsiteX1" fmla="*/ 219496 w 255520"/>
                <a:gd name="connsiteY1" fmla="*/ 0 h 428307"/>
                <a:gd name="connsiteX2" fmla="*/ 0 w 255520"/>
                <a:gd name="connsiteY2" fmla="*/ 305362 h 428307"/>
                <a:gd name="connsiteX3" fmla="*/ 35410 w 255520"/>
                <a:gd name="connsiteY3" fmla="*/ 391737 h 428307"/>
                <a:gd name="connsiteX4" fmla="*/ 176924 w 255520"/>
                <a:gd name="connsiteY4" fmla="*/ 414920 h 428307"/>
                <a:gd name="connsiteX5" fmla="*/ 255521 w 255520"/>
                <a:gd name="connsiteY5" fmla="*/ 129752 h 42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520" h="428307">
                  <a:moveTo>
                    <a:pt x="255521" y="129752"/>
                  </a:moveTo>
                  <a:cubicBezTo>
                    <a:pt x="248316" y="90909"/>
                    <a:pt x="236767" y="51134"/>
                    <a:pt x="219496" y="0"/>
                  </a:cubicBezTo>
                  <a:cubicBezTo>
                    <a:pt x="219496" y="148210"/>
                    <a:pt x="0" y="163277"/>
                    <a:pt x="0" y="305362"/>
                  </a:cubicBezTo>
                  <a:cubicBezTo>
                    <a:pt x="-49" y="337697"/>
                    <a:pt x="12677" y="368742"/>
                    <a:pt x="35410" y="391737"/>
                  </a:cubicBezTo>
                  <a:cubicBezTo>
                    <a:pt x="79318" y="435644"/>
                    <a:pt x="139394" y="435517"/>
                    <a:pt x="176924" y="414920"/>
                  </a:cubicBezTo>
                  <a:cubicBezTo>
                    <a:pt x="89659" y="321870"/>
                    <a:pt x="120386" y="214156"/>
                    <a:pt x="255521" y="129752"/>
                  </a:cubicBezTo>
                  <a:close/>
                </a:path>
              </a:pathLst>
            </a:custGeom>
            <a:solidFill>
              <a:srgbClr val="0DA9FF"/>
            </a:solidFill>
            <a:ln w="2119"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99266816-03BE-A997-2449-9D96AD698691}"/>
                </a:ext>
              </a:extLst>
            </p:cNvPr>
            <p:cNvSpPr/>
            <p:nvPr/>
          </p:nvSpPr>
          <p:spPr>
            <a:xfrm>
              <a:off x="20515348" y="737210"/>
              <a:ext cx="255520" cy="529266"/>
            </a:xfrm>
            <a:custGeom>
              <a:avLst/>
              <a:gdLst>
                <a:gd name="connsiteX0" fmla="*/ 255521 w 255520"/>
                <a:gd name="connsiteY0" fmla="*/ 129752 h 529266"/>
                <a:gd name="connsiteX1" fmla="*/ 219496 w 255520"/>
                <a:gd name="connsiteY1" fmla="*/ 0 h 529266"/>
                <a:gd name="connsiteX2" fmla="*/ 0 w 255520"/>
                <a:gd name="connsiteY2" fmla="*/ 305362 h 529266"/>
                <a:gd name="connsiteX3" fmla="*/ 59038 w 255520"/>
                <a:gd name="connsiteY3" fmla="*/ 410321 h 529266"/>
                <a:gd name="connsiteX4" fmla="*/ 53380 w 255520"/>
                <a:gd name="connsiteY4" fmla="*/ 529266 h 529266"/>
                <a:gd name="connsiteX5" fmla="*/ 81543 w 255520"/>
                <a:gd name="connsiteY5" fmla="*/ 524583 h 529266"/>
                <a:gd name="connsiteX6" fmla="*/ 77093 w 255520"/>
                <a:gd name="connsiteY6" fmla="*/ 419433 h 529266"/>
                <a:gd name="connsiteX7" fmla="*/ 176923 w 255520"/>
                <a:gd name="connsiteY7" fmla="*/ 414962 h 529266"/>
                <a:gd name="connsiteX8" fmla="*/ 255521 w 255520"/>
                <a:gd name="connsiteY8" fmla="*/ 129752 h 52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5520" h="529266">
                  <a:moveTo>
                    <a:pt x="255521" y="129752"/>
                  </a:moveTo>
                  <a:cubicBezTo>
                    <a:pt x="248316" y="90909"/>
                    <a:pt x="236746" y="51134"/>
                    <a:pt x="219496" y="0"/>
                  </a:cubicBezTo>
                  <a:cubicBezTo>
                    <a:pt x="219496" y="148210"/>
                    <a:pt x="0" y="163277"/>
                    <a:pt x="0" y="305362"/>
                  </a:cubicBezTo>
                  <a:cubicBezTo>
                    <a:pt x="0" y="378238"/>
                    <a:pt x="59038" y="410321"/>
                    <a:pt x="59038" y="410321"/>
                  </a:cubicBezTo>
                  <a:cubicBezTo>
                    <a:pt x="49865" y="449285"/>
                    <a:pt x="47947" y="489607"/>
                    <a:pt x="53380" y="529266"/>
                  </a:cubicBezTo>
                  <a:lnTo>
                    <a:pt x="81543" y="524583"/>
                  </a:lnTo>
                  <a:cubicBezTo>
                    <a:pt x="67769" y="476691"/>
                    <a:pt x="76224" y="424540"/>
                    <a:pt x="77093" y="419433"/>
                  </a:cubicBezTo>
                  <a:cubicBezTo>
                    <a:pt x="113117" y="433864"/>
                    <a:pt x="150265" y="429584"/>
                    <a:pt x="176923" y="414962"/>
                  </a:cubicBezTo>
                  <a:cubicBezTo>
                    <a:pt x="89532" y="321870"/>
                    <a:pt x="120386" y="214177"/>
                    <a:pt x="255521" y="129752"/>
                  </a:cubicBezTo>
                  <a:close/>
                </a:path>
              </a:pathLst>
            </a:custGeom>
            <a:solidFill>
              <a:srgbClr val="00A443"/>
            </a:solidFill>
            <a:ln w="2119" cap="flat">
              <a:noFill/>
              <a:prstDash val="solid"/>
              <a:miter/>
            </a:ln>
          </p:spPr>
          <p:txBody>
            <a:bodyPr rtlCol="0" anchor="ctr"/>
            <a:lstStyle/>
            <a:p>
              <a:endParaRPr lang="es-ES"/>
            </a:p>
          </p:txBody>
        </p:sp>
      </p:grpSp>
    </p:spTree>
    <p:extLst>
      <p:ext uri="{BB962C8B-B14F-4D97-AF65-F5344CB8AC3E}">
        <p14:creationId xmlns:p14="http://schemas.microsoft.com/office/powerpoint/2010/main" val="24760231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ECCA-F846-54CB-7192-72A015E369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B67C91-B904-D31B-22C6-8E8A1EDC78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6C488B6-580D-60EE-9EFF-E63CE79E9F0D}"/>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767A3A53-73B1-6484-F6B9-AC8AD15EFE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8C6EC8-C6CF-3C2F-E9D9-60C29BF01E09}"/>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4051719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61"/>
        <p:cNvGrpSpPr/>
        <p:nvPr/>
      </p:nvGrpSpPr>
      <p:grpSpPr>
        <a:xfrm>
          <a:off x="0" y="0"/>
          <a:ext cx="0" cy="0"/>
          <a:chOff x="0" y="0"/>
          <a:chExt cx="0" cy="0"/>
        </a:xfrm>
      </p:grpSpPr>
      <p:sp>
        <p:nvSpPr>
          <p:cNvPr id="262" name="Google Shape;262;p27"/>
          <p:cNvSpPr txBox="1">
            <a:spLocks noGrp="1"/>
          </p:cNvSpPr>
          <p:nvPr>
            <p:ph type="body" idx="1"/>
          </p:nvPr>
        </p:nvSpPr>
        <p:spPr>
          <a:xfrm>
            <a:off x="406400" y="1137600"/>
            <a:ext cx="3006000" cy="5173200"/>
          </a:xfrm>
          <a:prstGeom prst="rect">
            <a:avLst/>
          </a:prstGeom>
          <a:noFill/>
          <a:ln>
            <a:noFill/>
          </a:ln>
        </p:spPr>
        <p:txBody>
          <a:bodyPr spcFirstLastPara="1" wrap="square" lIns="0" tIns="45700" rIns="91425" bIns="45700" anchor="t" anchorCtr="0">
            <a:noAutofit/>
          </a:bodyPr>
          <a:lstStyle>
            <a:lvl1pPr marL="457200" marR="0" lvl="0" indent="-22860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00" marR="0" lvl="2" indent="-298450"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2100"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63" name="Google Shape;263;p27"/>
          <p:cNvSpPr txBox="1">
            <a:spLocks noGrp="1"/>
          </p:cNvSpPr>
          <p:nvPr>
            <p:ph type="title"/>
          </p:nvPr>
        </p:nvSpPr>
        <p:spPr>
          <a:xfrm>
            <a:off x="406797" y="177981"/>
            <a:ext cx="9666643" cy="607923"/>
          </a:xfrm>
          <a:prstGeom prst="rect">
            <a:avLst/>
          </a:prstGeom>
          <a:noFill/>
          <a:ln>
            <a:noFill/>
          </a:ln>
        </p:spPr>
        <p:txBody>
          <a:bodyPr spcFirstLastPara="1" wrap="square" lIns="0" tIns="0" rIns="0" bIns="0" anchor="ctr"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cxnSp>
        <p:nvCxnSpPr>
          <p:cNvPr id="264" name="Google Shape;264;p27"/>
          <p:cNvCxnSpPr/>
          <p:nvPr/>
        </p:nvCxnSpPr>
        <p:spPr>
          <a:xfrm>
            <a:off x="405372" y="789690"/>
            <a:ext cx="11380228" cy="0"/>
          </a:xfrm>
          <a:prstGeom prst="straightConnector1">
            <a:avLst/>
          </a:prstGeom>
          <a:noFill/>
          <a:ln w="12700" cap="flat" cmpd="sng">
            <a:solidFill>
              <a:schemeClr val="accent1"/>
            </a:solidFill>
            <a:prstDash val="solid"/>
            <a:miter lim="800000"/>
            <a:headEnd type="none" w="sm" len="sm"/>
            <a:tailEnd type="none" w="sm" len="sm"/>
          </a:ln>
        </p:spPr>
      </p:cxnSp>
      <p:grpSp>
        <p:nvGrpSpPr>
          <p:cNvPr id="265" name="Google Shape;265;p27"/>
          <p:cNvGrpSpPr/>
          <p:nvPr/>
        </p:nvGrpSpPr>
        <p:grpSpPr>
          <a:xfrm>
            <a:off x="10242042" y="390759"/>
            <a:ext cx="1541628" cy="262784"/>
            <a:chOff x="858380" y="3171155"/>
            <a:chExt cx="4884170" cy="832550"/>
          </a:xfrm>
        </p:grpSpPr>
        <p:sp>
          <p:nvSpPr>
            <p:cNvPr id="266" name="Google Shape;266;p27"/>
            <p:cNvSpPr/>
            <p:nvPr/>
          </p:nvSpPr>
          <p:spPr>
            <a:xfrm>
              <a:off x="1915669" y="3359536"/>
              <a:ext cx="348035" cy="455921"/>
            </a:xfrm>
            <a:custGeom>
              <a:avLst/>
              <a:gdLst/>
              <a:ahLst/>
              <a:cxnLst/>
              <a:rect l="l" t="t" r="r" b="b"/>
              <a:pathLst>
                <a:path w="348035" h="455921" extrusionOk="0">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67" name="Google Shape;267;p27"/>
            <p:cNvSpPr/>
            <p:nvPr/>
          </p:nvSpPr>
          <p:spPr>
            <a:xfrm>
              <a:off x="2287261" y="3481452"/>
              <a:ext cx="304555" cy="333403"/>
            </a:xfrm>
            <a:custGeom>
              <a:avLst/>
              <a:gdLst/>
              <a:ahLst/>
              <a:cxnLst/>
              <a:rect l="l" t="t" r="r" b="b"/>
              <a:pathLst>
                <a:path w="304555" h="333403" extrusionOk="0">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68" name="Google Shape;268;p27"/>
            <p:cNvSpPr/>
            <p:nvPr/>
          </p:nvSpPr>
          <p:spPr>
            <a:xfrm>
              <a:off x="2608072" y="3481431"/>
              <a:ext cx="325300" cy="334137"/>
            </a:xfrm>
            <a:custGeom>
              <a:avLst/>
              <a:gdLst/>
              <a:ahLst/>
              <a:cxnLst/>
              <a:rect l="l" t="t" r="r" b="b"/>
              <a:pathLst>
                <a:path w="325300" h="334137" extrusionOk="0">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69" name="Google Shape;269;p27"/>
            <p:cNvSpPr/>
            <p:nvPr/>
          </p:nvSpPr>
          <p:spPr>
            <a:xfrm>
              <a:off x="2932391" y="3382293"/>
              <a:ext cx="389074" cy="426609"/>
            </a:xfrm>
            <a:custGeom>
              <a:avLst/>
              <a:gdLst/>
              <a:ahLst/>
              <a:cxnLst/>
              <a:rect l="l" t="t" r="r" b="b"/>
              <a:pathLst>
                <a:path w="389074" h="426609" extrusionOk="0">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0" name="Google Shape;270;p27"/>
            <p:cNvSpPr/>
            <p:nvPr/>
          </p:nvSpPr>
          <p:spPr>
            <a:xfrm>
              <a:off x="3363766" y="3487762"/>
              <a:ext cx="61901" cy="320840"/>
            </a:xfrm>
            <a:custGeom>
              <a:avLst/>
              <a:gdLst/>
              <a:ahLst/>
              <a:cxnLst/>
              <a:rect l="l" t="t" r="r" b="b"/>
              <a:pathLst>
                <a:path w="61901" h="320840" extrusionOk="0">
                  <a:moveTo>
                    <a:pt x="0" y="0"/>
                  </a:moveTo>
                  <a:lnTo>
                    <a:pt x="61901" y="0"/>
                  </a:lnTo>
                  <a:lnTo>
                    <a:pt x="61901" y="320840"/>
                  </a:lnTo>
                  <a:lnTo>
                    <a:pt x="0" y="320840"/>
                  </a:ln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1" name="Google Shape;271;p27"/>
            <p:cNvSpPr/>
            <p:nvPr/>
          </p:nvSpPr>
          <p:spPr>
            <a:xfrm>
              <a:off x="3352355" y="3351978"/>
              <a:ext cx="85223" cy="81495"/>
            </a:xfrm>
            <a:custGeom>
              <a:avLst/>
              <a:gdLst/>
              <a:ahLst/>
              <a:cxnLst/>
              <a:rect l="l" t="t" r="r" b="b"/>
              <a:pathLst>
                <a:path w="85223" h="81495" extrusionOk="0">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2" name="Google Shape;272;p27"/>
            <p:cNvSpPr/>
            <p:nvPr/>
          </p:nvSpPr>
          <p:spPr>
            <a:xfrm>
              <a:off x="3467535" y="3481533"/>
              <a:ext cx="269009" cy="333907"/>
            </a:xfrm>
            <a:custGeom>
              <a:avLst/>
              <a:gdLst/>
              <a:ahLst/>
              <a:cxnLst/>
              <a:rect l="l" t="t" r="r" b="b"/>
              <a:pathLst>
                <a:path w="269009" h="333907" extrusionOk="0">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3" name="Google Shape;273;p27"/>
            <p:cNvSpPr/>
            <p:nvPr/>
          </p:nvSpPr>
          <p:spPr>
            <a:xfrm>
              <a:off x="3777708" y="3366492"/>
              <a:ext cx="275409" cy="442275"/>
            </a:xfrm>
            <a:custGeom>
              <a:avLst/>
              <a:gdLst/>
              <a:ahLst/>
              <a:cxnLst/>
              <a:rect l="l" t="t" r="r" b="b"/>
              <a:pathLst>
                <a:path w="275409" h="442275" extrusionOk="0">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4" name="Google Shape;274;p27"/>
            <p:cNvSpPr/>
            <p:nvPr/>
          </p:nvSpPr>
          <p:spPr>
            <a:xfrm>
              <a:off x="4111282" y="3366492"/>
              <a:ext cx="326640" cy="442142"/>
            </a:xfrm>
            <a:custGeom>
              <a:avLst/>
              <a:gdLst/>
              <a:ahLst/>
              <a:cxnLst/>
              <a:rect l="l" t="t" r="r" b="b"/>
              <a:pathLst>
                <a:path w="326640" h="442142" extrusionOk="0">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5" name="Google Shape;275;p27"/>
            <p:cNvSpPr/>
            <p:nvPr/>
          </p:nvSpPr>
          <p:spPr>
            <a:xfrm>
              <a:off x="4443077" y="3481431"/>
              <a:ext cx="325301" cy="334137"/>
            </a:xfrm>
            <a:custGeom>
              <a:avLst/>
              <a:gdLst/>
              <a:ahLst/>
              <a:cxnLst/>
              <a:rect l="l" t="t" r="r" b="b"/>
              <a:pathLst>
                <a:path w="325301" h="334137" extrusionOk="0">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6" name="Google Shape;276;p27"/>
            <p:cNvSpPr/>
            <p:nvPr/>
          </p:nvSpPr>
          <p:spPr>
            <a:xfrm>
              <a:off x="4768096" y="3487762"/>
              <a:ext cx="464876" cy="321040"/>
            </a:xfrm>
            <a:custGeom>
              <a:avLst/>
              <a:gdLst/>
              <a:ahLst/>
              <a:cxnLst/>
              <a:rect l="l" t="t" r="r" b="b"/>
              <a:pathLst>
                <a:path w="464876" h="321040" extrusionOk="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7" name="Google Shape;277;p27"/>
            <p:cNvSpPr/>
            <p:nvPr/>
          </p:nvSpPr>
          <p:spPr>
            <a:xfrm>
              <a:off x="5232952" y="3481440"/>
              <a:ext cx="302526" cy="334259"/>
            </a:xfrm>
            <a:custGeom>
              <a:avLst/>
              <a:gdLst/>
              <a:ahLst/>
              <a:cxnLst/>
              <a:rect l="l" t="t" r="r" b="b"/>
              <a:pathLst>
                <a:path w="302526" h="334259" extrusionOk="0">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8" name="Google Shape;278;p27"/>
            <p:cNvSpPr/>
            <p:nvPr/>
          </p:nvSpPr>
          <p:spPr>
            <a:xfrm>
              <a:off x="5575180" y="3481451"/>
              <a:ext cx="167370" cy="327184"/>
            </a:xfrm>
            <a:custGeom>
              <a:avLst/>
              <a:gdLst/>
              <a:ahLst/>
              <a:cxnLst/>
              <a:rect l="l" t="t" r="r" b="b"/>
              <a:pathLst>
                <a:path w="167370" h="327184" extrusionOk="0">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79" name="Google Shape;279;p27"/>
            <p:cNvSpPr/>
            <p:nvPr/>
          </p:nvSpPr>
          <p:spPr>
            <a:xfrm>
              <a:off x="1347857" y="3171155"/>
              <a:ext cx="420230" cy="673769"/>
            </a:xfrm>
            <a:custGeom>
              <a:avLst/>
              <a:gdLst/>
              <a:ahLst/>
              <a:cxnLst/>
              <a:rect l="l" t="t" r="r" b="b"/>
              <a:pathLst>
                <a:path w="420230" h="673769" extrusionOk="0">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80" name="Google Shape;280;p27"/>
            <p:cNvSpPr/>
            <p:nvPr/>
          </p:nvSpPr>
          <p:spPr>
            <a:xfrm>
              <a:off x="1103118" y="3171155"/>
              <a:ext cx="401942" cy="673740"/>
            </a:xfrm>
            <a:custGeom>
              <a:avLst/>
              <a:gdLst/>
              <a:ahLst/>
              <a:cxnLst/>
              <a:rect l="l" t="t" r="r" b="b"/>
              <a:pathLst>
                <a:path w="401942" h="673740" extrusionOk="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sp>
          <p:nvSpPr>
            <p:cNvPr id="281" name="Google Shape;281;p27"/>
            <p:cNvSpPr/>
            <p:nvPr/>
          </p:nvSpPr>
          <p:spPr>
            <a:xfrm>
              <a:off x="858380" y="3171155"/>
              <a:ext cx="401941" cy="832550"/>
            </a:xfrm>
            <a:custGeom>
              <a:avLst/>
              <a:gdLst/>
              <a:ahLst/>
              <a:cxnLst/>
              <a:rect l="l" t="t" r="r" b="b"/>
              <a:pathLst>
                <a:path w="401941" h="832550" extrusionOk="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A3734"/>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436287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ECCA-F846-54CB-7192-72A015E369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B67C91-B904-D31B-22C6-8E8A1EDC78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6C488B6-580D-60EE-9EFF-E63CE79E9F0D}"/>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767A3A53-73B1-6484-F6B9-AC8AD15EFE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8C6EC8-C6CF-3C2F-E9D9-60C29BF01E09}"/>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26801482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4BFA2-E06E-5078-C094-7B2811C3C40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3AE8BBE-0A39-50E1-43C5-684EF3C2A3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2AB353-7158-F037-5CD5-84AD26719718}"/>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B96E38E4-2377-510E-6A2B-16E9F26B05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E16E33-533E-2667-BD70-DC95F415FDD9}"/>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26962671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4DA11-2811-586B-90CA-5D1419F39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196F18F-39D5-AE46-D75A-4E7D09E59E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937318-4CE0-15D9-E6CD-4AB5D7B33E17}"/>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A311CB4A-39EC-5DEA-BE96-55C3D8C74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6CF321-6F2E-770C-FDA9-038A24901228}"/>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25476300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F0836-3466-D257-E7AD-5859D0A4E6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88B273-966B-0233-060A-81CCD871AD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ECD390-7313-1FA8-1A8D-7C6B43621C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182A7B3-EF3A-43CD-9167-EB8C78E83F20}"/>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DAED5D4-31D0-9E07-159E-E526E07C8C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BEACB6-D371-6676-BA9B-EFE8F6929BC6}"/>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5119911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25BE7-D90C-1CC2-7EF8-225B896EE5E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1B31B73-D40D-245E-2B2E-5515EFEE71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3355B6-5841-0D15-5F8B-4881A4542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576927-04FE-4BC9-7D66-62EFC1293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32607-0A87-FEE8-2BAA-BB532A1720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B853BE0-CE37-A026-FD5C-622B86783462}"/>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8D0C4EE9-BC79-81B9-642D-6EFCDC3FBB7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083B46-417F-3EFB-6CD1-1B479435BC9E}"/>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3310038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90757-4CC1-B4D9-71DA-0F3DBE39FDE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3E99B1-65DE-577D-3C53-E06038183A7B}"/>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93398AB8-2E27-3B23-B815-AF1A9061240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9260DC8-81B1-1485-11B6-42D04F0501FB}"/>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2633304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68D477-3846-9736-FD2E-E93FDFEEE8CA}"/>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F4D108F3-B19C-4170-E5D4-99F2B9141BF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127959-B1C2-41F5-D10A-C20036011DED}"/>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3169261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4FB1-354E-84DA-74F2-5E98F40F8E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48CF099-9DAB-9429-9FCB-2DC93791A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CE04803-263E-73EE-530B-CBD8833236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F753CB-4102-6DF9-904C-E6897E43DE5B}"/>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A26A2635-FAA4-16F3-8EF2-96E52C1F687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54BBCF-2541-0406-7055-52A1E70E9963}"/>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35069396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F1B71-4B69-D7FA-3624-80E86247E2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9783E36-3B50-D570-2A2C-7E52B7CD46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49A5323-3B7A-057A-F375-7CAD87B80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10A1D2-4ADB-B048-1978-B9639DB3E76E}"/>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230B3A5E-AAB4-D1F7-60C7-0F4E0EAF243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BD12BB4-8A9E-BC4E-D92F-5DADF221CEAD}"/>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33511526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69F7-2112-C21D-960F-4AF1E436016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8E73406-B57C-6B98-1155-E1240069B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90205F-9882-9F0B-DB79-FE25DCC07BC3}"/>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B0D39B43-9E22-0DE7-B3A1-5FD322237F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CA695A-A7BF-C240-C19F-33D5664036C1}"/>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41574702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C04D72-5C40-CF5E-A798-4B5243B306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BB472A0-F25B-3717-69CC-BED9887F2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9F2067-B6B5-A89A-91D5-E4D228FDCA00}"/>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05A09622-BB55-01BE-E080-A3AD6ACBBA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891E58-FC1C-A6C9-534F-E1214A78176A}"/>
              </a:ext>
            </a:extLst>
          </p:cNvPr>
          <p:cNvSpPr>
            <a:spLocks noGrp="1"/>
          </p:cNvSpPr>
          <p:nvPr>
            <p:ph type="sldNum" sz="quarter" idx="12"/>
          </p:nvPr>
        </p:nvSpPr>
        <p:spPr/>
        <p:txBody>
          <a:bodyPr/>
          <a:lstStyle/>
          <a:p>
            <a:fld id="{D5846E91-796F-48DB-9F0D-7C10E74BFCFD}" type="slidenum">
              <a:rPr lang="en-GB" smtClean="0"/>
              <a:t>‹#›</a:t>
            </a:fld>
            <a:endParaRPr lang="en-GB"/>
          </a:p>
        </p:txBody>
      </p:sp>
    </p:spTree>
    <p:extLst>
      <p:ext uri="{BB962C8B-B14F-4D97-AF65-F5344CB8AC3E}">
        <p14:creationId xmlns:p14="http://schemas.microsoft.com/office/powerpoint/2010/main" val="13758825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rgbClr val="FF9C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10885229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23242645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13520006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tx2"/>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2" y="438866"/>
            <a:ext cx="9289413" cy="3016075"/>
          </a:xfrm>
          <a:prstGeom prst="rect">
            <a:avLst/>
          </a:prstGeom>
        </p:spPr>
        <p:txBody>
          <a:bodyPr anchor="t">
            <a:normAutofit/>
          </a:bodyPr>
          <a:lstStyle>
            <a:lvl1pPr>
              <a:lnSpc>
                <a:spcPct val="80000"/>
              </a:lnSpc>
              <a:defRPr sz="7000" b="1" i="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4" name="Marcador de número de diapositiva 2">
            <a:extLst>
              <a:ext uri="{FF2B5EF4-FFF2-40B4-BE49-F238E27FC236}">
                <a16:creationId xmlns:a16="http://schemas.microsoft.com/office/drawing/2014/main" id="{3ED489D6-131A-3CD4-5081-ADD1132C322E}"/>
              </a:ext>
            </a:extLst>
          </p:cNvPr>
          <p:cNvSpPr>
            <a:spLocks noGrp="1"/>
          </p:cNvSpPr>
          <p:nvPr>
            <p:ph type="sldNum" sz="quarter" idx="4"/>
          </p:nvPr>
        </p:nvSpPr>
        <p:spPr>
          <a:xfrm>
            <a:off x="11164832" y="6453339"/>
            <a:ext cx="619949" cy="240554"/>
          </a:xfrm>
          <a:prstGeom prst="rect">
            <a:avLst/>
          </a:prstGeom>
        </p:spPr>
        <p:txBody>
          <a:bodyPr/>
          <a:lstStyle>
            <a:lvl1pPr algn="r">
              <a:defRPr>
                <a:solidFill>
                  <a:schemeClr val="bg1"/>
                </a:solidFill>
                <a:latin typeface="+mn-lt"/>
              </a:defRPr>
            </a:lvl1pPr>
          </a:lstStyle>
          <a:p>
            <a:fld id="{92A49E42-579D-0A4D-A382-D64C66A04E33}" type="slidenum">
              <a:rPr lang="es-ES" smtClean="0"/>
              <a:pPr/>
              <a:t>‹#›</a:t>
            </a:fld>
            <a:endParaRPr lang="es-ES"/>
          </a:p>
        </p:txBody>
      </p:sp>
      <p:grpSp>
        <p:nvGrpSpPr>
          <p:cNvPr id="3" name="Grupo 2">
            <a:extLst>
              <a:ext uri="{FF2B5EF4-FFF2-40B4-BE49-F238E27FC236}">
                <a16:creationId xmlns:a16="http://schemas.microsoft.com/office/drawing/2014/main" id="{758A2A80-6789-F427-EC39-6C7C9A7C273D}"/>
              </a:ext>
            </a:extLst>
          </p:cNvPr>
          <p:cNvGrpSpPr/>
          <p:nvPr userDrawn="1"/>
        </p:nvGrpSpPr>
        <p:grpSpPr>
          <a:xfrm>
            <a:off x="10242043"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D40C0476-0163-BCFB-B0E2-56C57EDEFFC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D3FDF14B-FAED-D657-9715-4264C23C63A1}"/>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ED80135B-9B3D-C0B0-592E-76614844FA0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EE28A361-FEA6-782A-7C55-CA078FA226E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24FBA5A1-A068-6F2D-89E0-857F72F4B4ED}"/>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F622509E-05A4-59E0-86A1-99E1DA99D80D}"/>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6C8B03D9-958E-F1B2-A618-66FB0CC3E12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FA983D89-85B4-5245-B384-9F639885E7F0}"/>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BFE4B7D9-7638-1734-EF93-65CB7D6A6AF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CB07835-3670-E61E-4607-C62AD5ECFC77}"/>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10D9D516-6E4A-648F-4AAF-453F10C0E8F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9B71F43F-3FD9-24A5-C8F6-04E9EFA40A2E}"/>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4618552B-E665-11B1-9586-95D106C7A51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62C6624B-41F2-2BCC-09F9-1BFFBD7EE34F}"/>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sz="1092"/>
            </a:p>
          </p:txBody>
        </p:sp>
        <p:sp>
          <p:nvSpPr>
            <p:cNvPr id="32" name="Forma libre: forma 31">
              <a:extLst>
                <a:ext uri="{FF2B5EF4-FFF2-40B4-BE49-F238E27FC236}">
                  <a16:creationId xmlns:a16="http://schemas.microsoft.com/office/drawing/2014/main" id="{3F04FE24-9614-D04F-AE96-C370413514A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sz="1092"/>
            </a:p>
          </p:txBody>
        </p:sp>
        <p:sp>
          <p:nvSpPr>
            <p:cNvPr id="33" name="Forma libre: forma 32">
              <a:extLst>
                <a:ext uri="{FF2B5EF4-FFF2-40B4-BE49-F238E27FC236}">
                  <a16:creationId xmlns:a16="http://schemas.microsoft.com/office/drawing/2014/main" id="{6689BD66-5E00-4F61-E927-2A54BD00523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3526710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p:bg>
      <p:bgRef idx="1001">
        <a:schemeClr val="bg1"/>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E9E5E572-ACA6-848C-1471-C2088F7E0DC4}"/>
              </a:ext>
            </a:extLst>
          </p:cNvPr>
          <p:cNvSpPr>
            <a:spLocks noGrp="1"/>
          </p:cNvSpPr>
          <p:nvPr>
            <p:ph type="body" sz="quarter" idx="20" hasCustomPrompt="1"/>
          </p:nvPr>
        </p:nvSpPr>
        <p:spPr>
          <a:xfrm>
            <a:off x="356401" y="439201"/>
            <a:ext cx="9289413" cy="3016075"/>
          </a:xfrm>
          <a:prstGeom prst="rect">
            <a:avLst/>
          </a:prstGeom>
        </p:spPr>
        <p:txBody>
          <a:bodyPr anchor="t">
            <a:normAutofit/>
          </a:bodyPr>
          <a:lstStyle>
            <a:lvl1pPr>
              <a:lnSpc>
                <a:spcPct val="80000"/>
              </a:lnSpc>
              <a:defRPr sz="7000" b="1" i="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17" name="Marcador de número de diapositiva 2">
            <a:extLst>
              <a:ext uri="{FF2B5EF4-FFF2-40B4-BE49-F238E27FC236}">
                <a16:creationId xmlns:a16="http://schemas.microsoft.com/office/drawing/2014/main" id="{9B53B229-7197-263A-D62C-1B9C79392EF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fld id="{92A49E42-579D-0A4D-A382-D64C66A04E33}" type="slidenum">
              <a:rPr lang="es-ES" smtClean="0"/>
              <a:pPr/>
              <a:t>‹#›</a:t>
            </a:fld>
            <a:endParaRPr lang="es-ES"/>
          </a:p>
        </p:txBody>
      </p:sp>
    </p:spTree>
    <p:extLst>
      <p:ext uri="{BB962C8B-B14F-4D97-AF65-F5344CB8AC3E}">
        <p14:creationId xmlns:p14="http://schemas.microsoft.com/office/powerpoint/2010/main" val="419778575"/>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5" y="2622552"/>
            <a:ext cx="1706063" cy="1612900"/>
          </a:xfrm>
          <a:prstGeom prst="rect">
            <a:avLst/>
          </a:prstGeom>
        </p:spPr>
      </p:pic>
    </p:spTree>
    <p:extLst>
      <p:ext uri="{BB962C8B-B14F-4D97-AF65-F5344CB8AC3E}">
        <p14:creationId xmlns:p14="http://schemas.microsoft.com/office/powerpoint/2010/main" val="372271795"/>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Symbol">
    <p:bg>
      <p:bgPr>
        <a:solidFill>
          <a:schemeClr val="bg1"/>
        </a:solidFill>
        <a:effectLst/>
      </p:bgPr>
    </p:bg>
    <p:spTree>
      <p:nvGrpSpPr>
        <p:cNvPr id="1" name=""/>
        <p:cNvGrpSpPr/>
        <p:nvPr/>
      </p:nvGrpSpPr>
      <p:grpSpPr>
        <a:xfrm>
          <a:off x="0" y="0"/>
          <a:ext cx="0" cy="0"/>
          <a:chOff x="0" y="0"/>
          <a:chExt cx="0" cy="0"/>
        </a:xfrm>
      </p:grpSpPr>
      <p:grpSp>
        <p:nvGrpSpPr>
          <p:cNvPr id="32" name="Grupo 31">
            <a:extLst>
              <a:ext uri="{FF2B5EF4-FFF2-40B4-BE49-F238E27FC236}">
                <a16:creationId xmlns:a16="http://schemas.microsoft.com/office/drawing/2014/main" id="{63A19033-1877-D3FE-25FE-0B61DC554FD5}"/>
              </a:ext>
            </a:extLst>
          </p:cNvPr>
          <p:cNvGrpSpPr/>
          <p:nvPr userDrawn="1"/>
        </p:nvGrpSpPr>
        <p:grpSpPr>
          <a:xfrm>
            <a:off x="3829690" y="3042686"/>
            <a:ext cx="4532620" cy="772625"/>
            <a:chOff x="858380" y="3171155"/>
            <a:chExt cx="4884170" cy="832550"/>
          </a:xfrm>
        </p:grpSpPr>
        <p:sp>
          <p:nvSpPr>
            <p:cNvPr id="33" name="Forma libre: forma 32">
              <a:extLst>
                <a:ext uri="{FF2B5EF4-FFF2-40B4-BE49-F238E27FC236}">
                  <a16:creationId xmlns:a16="http://schemas.microsoft.com/office/drawing/2014/main" id="{2539CDA2-301D-20B6-5521-9970C858B46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34" name="Forma libre: forma 33">
              <a:extLst>
                <a:ext uri="{FF2B5EF4-FFF2-40B4-BE49-F238E27FC236}">
                  <a16:creationId xmlns:a16="http://schemas.microsoft.com/office/drawing/2014/main" id="{E5F36363-FABA-699F-34B9-D34697781FF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35" name="Forma libre: forma 34">
              <a:extLst>
                <a:ext uri="{FF2B5EF4-FFF2-40B4-BE49-F238E27FC236}">
                  <a16:creationId xmlns:a16="http://schemas.microsoft.com/office/drawing/2014/main" id="{754248B4-B757-47E9-CB3E-789556E1A933}"/>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36" name="Forma libre: forma 35">
              <a:extLst>
                <a:ext uri="{FF2B5EF4-FFF2-40B4-BE49-F238E27FC236}">
                  <a16:creationId xmlns:a16="http://schemas.microsoft.com/office/drawing/2014/main" id="{4F116E2B-28B1-13CF-8B37-9EB10DB9DBD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37" name="Forma libre: forma 36">
              <a:extLst>
                <a:ext uri="{FF2B5EF4-FFF2-40B4-BE49-F238E27FC236}">
                  <a16:creationId xmlns:a16="http://schemas.microsoft.com/office/drawing/2014/main" id="{BDE0DAEB-FF9C-D953-8E3C-F81C8D00B6E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38" name="Forma libre: forma 37">
              <a:extLst>
                <a:ext uri="{FF2B5EF4-FFF2-40B4-BE49-F238E27FC236}">
                  <a16:creationId xmlns:a16="http://schemas.microsoft.com/office/drawing/2014/main" id="{6A27E1C8-06B1-0B63-77C1-1978FE07D23E}"/>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39" name="Forma libre: forma 38">
              <a:extLst>
                <a:ext uri="{FF2B5EF4-FFF2-40B4-BE49-F238E27FC236}">
                  <a16:creationId xmlns:a16="http://schemas.microsoft.com/office/drawing/2014/main" id="{115B70A8-5F96-901A-F7FE-579D1829DD8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40" name="Forma libre: forma 39">
              <a:extLst>
                <a:ext uri="{FF2B5EF4-FFF2-40B4-BE49-F238E27FC236}">
                  <a16:creationId xmlns:a16="http://schemas.microsoft.com/office/drawing/2014/main" id="{96C23634-A02D-B63E-B78C-E3EBB0554736}"/>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41" name="Forma libre: forma 40">
              <a:extLst>
                <a:ext uri="{FF2B5EF4-FFF2-40B4-BE49-F238E27FC236}">
                  <a16:creationId xmlns:a16="http://schemas.microsoft.com/office/drawing/2014/main" id="{67D8265F-9FA1-9333-025A-2C3546EEBBA7}"/>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42" name="Forma libre: forma 41">
              <a:extLst>
                <a:ext uri="{FF2B5EF4-FFF2-40B4-BE49-F238E27FC236}">
                  <a16:creationId xmlns:a16="http://schemas.microsoft.com/office/drawing/2014/main" id="{397818D9-4CE2-1B25-56C0-58786A1132A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43" name="Forma libre: forma 42">
              <a:extLst>
                <a:ext uri="{FF2B5EF4-FFF2-40B4-BE49-F238E27FC236}">
                  <a16:creationId xmlns:a16="http://schemas.microsoft.com/office/drawing/2014/main" id="{0BFC209E-EBFF-1160-CFF3-78BFDD79B94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44" name="Forma libre: forma 43">
              <a:extLst>
                <a:ext uri="{FF2B5EF4-FFF2-40B4-BE49-F238E27FC236}">
                  <a16:creationId xmlns:a16="http://schemas.microsoft.com/office/drawing/2014/main" id="{FCC89B3C-5348-8165-5037-1A70E3F3BD7D}"/>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45" name="Forma libre: forma 44">
              <a:extLst>
                <a:ext uri="{FF2B5EF4-FFF2-40B4-BE49-F238E27FC236}">
                  <a16:creationId xmlns:a16="http://schemas.microsoft.com/office/drawing/2014/main" id="{5A17DC87-B8E6-A658-1841-B6C855C9823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46" name="Forma libre: forma 45">
              <a:extLst>
                <a:ext uri="{FF2B5EF4-FFF2-40B4-BE49-F238E27FC236}">
                  <a16:creationId xmlns:a16="http://schemas.microsoft.com/office/drawing/2014/main" id="{33767AFA-BAAE-421D-B0E0-ADDF1A15F34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47" name="Forma libre: forma 46">
              <a:extLst>
                <a:ext uri="{FF2B5EF4-FFF2-40B4-BE49-F238E27FC236}">
                  <a16:creationId xmlns:a16="http://schemas.microsoft.com/office/drawing/2014/main" id="{087E26AB-A459-F53E-C1CB-14990EDB21C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48" name="Forma libre: forma 47">
              <a:extLst>
                <a:ext uri="{FF2B5EF4-FFF2-40B4-BE49-F238E27FC236}">
                  <a16:creationId xmlns:a16="http://schemas.microsoft.com/office/drawing/2014/main" id="{F105C46A-82BD-8222-A18A-9878002399C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168546861"/>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ymbol Green">
    <p:bg>
      <p:bgPr>
        <a:solidFill>
          <a:schemeClr val="tx2"/>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26228486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Symbol Green">
    <p:bg>
      <p:bgPr>
        <a:solidFill>
          <a:schemeClr val="tx2"/>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902153F5-C22C-D868-F68B-1AF1D8E313CA}"/>
              </a:ext>
            </a:extLst>
          </p:cNvPr>
          <p:cNvGrpSpPr/>
          <p:nvPr userDrawn="1"/>
        </p:nvGrpSpPr>
        <p:grpSpPr>
          <a:xfrm>
            <a:off x="3829690" y="3042686"/>
            <a:ext cx="4532620" cy="772625"/>
            <a:chOff x="858380" y="3171155"/>
            <a:chExt cx="4884170" cy="832550"/>
          </a:xfrm>
          <a:solidFill>
            <a:schemeClr val="bg1"/>
          </a:solidFill>
        </p:grpSpPr>
        <p:sp>
          <p:nvSpPr>
            <p:cNvPr id="16" name="Forma libre: forma 15">
              <a:extLst>
                <a:ext uri="{FF2B5EF4-FFF2-40B4-BE49-F238E27FC236}">
                  <a16:creationId xmlns:a16="http://schemas.microsoft.com/office/drawing/2014/main" id="{8C267C6C-D711-9067-D549-A07A0682A0A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43FF5764-CE11-53BD-1C25-DD8FD5227E2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AE3F06BD-A162-A09B-3632-3C2AE076887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C78834D6-8FBC-D197-95E4-3125818C632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E4037DBC-1B0B-7E1B-D2B6-60D01010F97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98CA0BB6-BB1F-1BE6-F396-EBF74F457BE1}"/>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2F4317A4-15B2-7E5A-8D8C-E88F4DE31A6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59D919B1-087F-BD36-2A20-D409E5E246BE}"/>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0E9A6BD8-F2E3-0BEF-2427-64DAB8D9F66C}"/>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0C14492A-6D28-B230-BB2A-71D368E437FF}"/>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50BF553B-9A30-8F0B-51B0-33C0E3C3B4F5}"/>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F7457A62-6334-4FC8-6196-37C32FD7AE65}"/>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3F6C6BB9-FA2E-63AE-69CC-37479617C37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6C2A3F79-B255-399C-2096-8F9E4B9612C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2E98D7EE-AAA6-A882-2527-62B29233BF2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130F69DF-720A-7E8E-BE8A-52B69AE5E4BA}"/>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4074086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Logo">
    <p:bg>
      <p:bgPr>
        <a:solidFill>
          <a:schemeClr val="bg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7B074CEE-37AE-36D5-2921-1A639DA04BFF}"/>
              </a:ext>
            </a:extLst>
          </p:cNvPr>
          <p:cNvGrpSpPr/>
          <p:nvPr userDrawn="1"/>
        </p:nvGrpSpPr>
        <p:grpSpPr>
          <a:xfrm>
            <a:off x="3790939" y="3036053"/>
            <a:ext cx="4610124" cy="785836"/>
            <a:chOff x="858380" y="3171155"/>
            <a:chExt cx="4884170" cy="832550"/>
          </a:xfrm>
        </p:grpSpPr>
        <p:sp>
          <p:nvSpPr>
            <p:cNvPr id="16" name="Forma libre: forma 15">
              <a:extLst>
                <a:ext uri="{FF2B5EF4-FFF2-40B4-BE49-F238E27FC236}">
                  <a16:creationId xmlns:a16="http://schemas.microsoft.com/office/drawing/2014/main" id="{0781914B-2D38-BDC0-DF95-19F325DA6A61}"/>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68D6E59E-42D3-E598-C1E6-DFB0DE43D726}"/>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ADAB0CDF-7411-3DF3-A1ED-8D04AFCC853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DDB3C757-F3C8-877B-FCAB-4A8B14A45670}"/>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B3502A96-3231-5E2A-E273-52F29936F43C}"/>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BD7887A9-6FF6-9E30-5997-B798DAC22228}"/>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64C98FE8-752B-C6B6-E593-1BEE504AFDCB}"/>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8702567B-7386-402F-5F38-F4DEAAD1C14A}"/>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8215870F-6DE1-7C29-DE1B-5C24D3D7D9AE}"/>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2DA0635-2DE4-1705-47DE-266647A00B1D}"/>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45BF2631-8CEC-1B23-3640-287FD08B6A52}"/>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A4AA272A-51F0-7BE3-CEC3-CB6B7C89B78C}"/>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EC4F2052-7E04-41BC-15F0-2F422CD464A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D5A412D2-B376-B26A-1863-41FEB3BB174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2CBC68FA-6984-AFAA-03C1-9225DEB0BB8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921E7B20-0476-C5EB-D894-917AE36B6045}"/>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98244261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a:solidFill>
                  <a:srgbClr val="FFFFFF"/>
                </a:solidFill>
                <a:latin typeface="Freestyle Script" panose="030804020302050B0404" pitchFamily="66" charset="0"/>
                <a:cs typeface="IberPangea"/>
              </a:rPr>
              <a:t>Comfort Break</a:t>
            </a:r>
            <a:endParaRPr sz="17404">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spTree>
    <p:extLst>
      <p:ext uri="{BB962C8B-B14F-4D97-AF65-F5344CB8AC3E}">
        <p14:creationId xmlns:p14="http://schemas.microsoft.com/office/powerpoint/2010/main" val="34089940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sp>
        <p:nvSpPr>
          <p:cNvPr id="3" name="Text Placeholder 2">
            <a:extLst>
              <a:ext uri="{FF2B5EF4-FFF2-40B4-BE49-F238E27FC236}">
                <a16:creationId xmlns:a16="http://schemas.microsoft.com/office/drawing/2014/main" id="{A80E0804-FCB6-960C-EA90-95A8526DE424}"/>
              </a:ext>
            </a:extLst>
          </p:cNvPr>
          <p:cNvSpPr>
            <a:spLocks noGrp="1"/>
          </p:cNvSpPr>
          <p:nvPr>
            <p:ph type="body" sz="quarter" idx="10"/>
          </p:nvPr>
        </p:nvSpPr>
        <p:spPr>
          <a:xfrm>
            <a:off x="875052" y="2597261"/>
            <a:ext cx="10442859" cy="2911088"/>
          </a:xfrm>
        </p:spPr>
        <p:txBody>
          <a:bodyPr/>
          <a:lstStyle>
            <a:lvl1pPr algn="ctr">
              <a:defRPr sz="17404">
                <a:solidFill>
                  <a:schemeClr val="bg1"/>
                </a:solidFill>
                <a:latin typeface="Freestyle Script" panose="030804020302050B0404" pitchFamily="66" charset="0"/>
              </a:defRPr>
            </a:lvl1pPr>
          </a:lstStyle>
          <a:p>
            <a:pPr lvl="0"/>
            <a:endParaRPr lang="en-GB"/>
          </a:p>
        </p:txBody>
      </p:sp>
    </p:spTree>
    <p:extLst>
      <p:ext uri="{BB962C8B-B14F-4D97-AF65-F5344CB8AC3E}">
        <p14:creationId xmlns:p14="http://schemas.microsoft.com/office/powerpoint/2010/main" val="35807130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a:solidFill>
                  <a:srgbClr val="FFFFFF"/>
                </a:solidFill>
                <a:latin typeface="Freestyle Script" panose="030804020302050B0404" pitchFamily="66" charset="0"/>
                <a:cs typeface="IberPangea"/>
              </a:rPr>
              <a:t>Lunch</a:t>
            </a:r>
            <a:endParaRPr sz="17404">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spTree>
    <p:extLst>
      <p:ext uri="{BB962C8B-B14F-4D97-AF65-F5344CB8AC3E}">
        <p14:creationId xmlns:p14="http://schemas.microsoft.com/office/powerpoint/2010/main" val="1377467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32F2203-A5DB-3FF2-8846-2532CC12707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2" name="Title 1">
            <a:extLst>
              <a:ext uri="{FF2B5EF4-FFF2-40B4-BE49-F238E27FC236}">
                <a16:creationId xmlns:a16="http://schemas.microsoft.com/office/drawing/2014/main" id="{7BA79557-8FB2-CFF9-EFF9-EB882C8E4835}"/>
              </a:ext>
            </a:extLst>
          </p:cNvPr>
          <p:cNvSpPr>
            <a:spLocks noGrp="1"/>
          </p:cNvSpPr>
          <p:nvPr>
            <p:ph type="title"/>
          </p:nvPr>
        </p:nvSpPr>
        <p:spPr>
          <a:xfrm>
            <a:off x="406799" y="379289"/>
            <a:ext cx="9709239" cy="369662"/>
          </a:xfrm>
        </p:spPr>
        <p:txBody>
          <a:bodyPr/>
          <a:lstStyle/>
          <a:p>
            <a:r>
              <a:rPr lang="en-US"/>
              <a:t>Click to edit Master title style</a:t>
            </a:r>
            <a:endParaRPr lang="en-GB"/>
          </a:p>
        </p:txBody>
      </p:sp>
    </p:spTree>
    <p:extLst>
      <p:ext uri="{BB962C8B-B14F-4D97-AF65-F5344CB8AC3E}">
        <p14:creationId xmlns:p14="http://schemas.microsoft.com/office/powerpoint/2010/main" val="19392794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5" y="1138518"/>
            <a:ext cx="8065026" cy="5170803"/>
          </a:xfrm>
          <a:prstGeom prst="roundRect">
            <a:avLst>
              <a:gd name="adj" fmla="val 1974"/>
            </a:avLst>
          </a:prstGeom>
        </p:spPr>
        <p:txBody>
          <a:bodyPr/>
          <a:lstStyle>
            <a:lvl1pPr>
              <a:defRPr>
                <a:solidFill>
                  <a:schemeClr val="tx1">
                    <a:lumMod val="75000"/>
                    <a:lumOff val="25000"/>
                  </a:schemeClr>
                </a:solidFill>
              </a:defRPr>
            </a:lvl1pPr>
          </a:lstStyle>
          <a:p>
            <a:r>
              <a:rPr lang="en-US"/>
              <a:t>Click on the icon to add an image</a:t>
            </a:r>
          </a:p>
        </p:txBody>
      </p:sp>
      <p:sp>
        <p:nvSpPr>
          <p:cNvPr id="5" name="Title 4">
            <a:extLst>
              <a:ext uri="{FF2B5EF4-FFF2-40B4-BE49-F238E27FC236}">
                <a16:creationId xmlns:a16="http://schemas.microsoft.com/office/drawing/2014/main" id="{1BDCFE08-A158-401C-30C4-DCDDCB04F7E2}"/>
              </a:ext>
            </a:extLst>
          </p:cNvPr>
          <p:cNvSpPr>
            <a:spLocks noGrp="1"/>
          </p:cNvSpPr>
          <p:nvPr>
            <p:ph type="title"/>
          </p:nvPr>
        </p:nvSpPr>
        <p:spPr/>
        <p:txBody>
          <a:bodyPr/>
          <a:lstStyle/>
          <a:p>
            <a:r>
              <a:rPr lang="es-ES"/>
              <a:t>Haga clic para modificar el estilo de título del patrón</a:t>
            </a:r>
            <a:endParaRPr lang="en-US"/>
          </a:p>
        </p:txBody>
      </p:sp>
      <p:sp>
        <p:nvSpPr>
          <p:cNvPr id="8" name="Text Placeholder 7">
            <a:extLst>
              <a:ext uri="{FF2B5EF4-FFF2-40B4-BE49-F238E27FC236}">
                <a16:creationId xmlns:a16="http://schemas.microsoft.com/office/drawing/2014/main" id="{76CDA7D8-C2DA-A45E-2DDF-74ED78083653}"/>
              </a:ext>
            </a:extLst>
          </p:cNvPr>
          <p:cNvSpPr>
            <a:spLocks noGrp="1"/>
          </p:cNvSpPr>
          <p:nvPr>
            <p:ph type="body" sz="quarter" idx="14"/>
          </p:nvPr>
        </p:nvSpPr>
        <p:spPr>
          <a:xfrm>
            <a:off x="4068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950611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261"/>
        <p:cNvGrpSpPr/>
        <p:nvPr/>
      </p:nvGrpSpPr>
      <p:grpSpPr>
        <a:xfrm>
          <a:off x="0" y="0"/>
          <a:ext cx="0" cy="0"/>
          <a:chOff x="0" y="0"/>
          <a:chExt cx="0" cy="0"/>
        </a:xfrm>
      </p:grpSpPr>
      <p:sp>
        <p:nvSpPr>
          <p:cNvPr id="262" name="Google Shape;262;p27"/>
          <p:cNvSpPr txBox="1">
            <a:spLocks noGrp="1"/>
          </p:cNvSpPr>
          <p:nvPr>
            <p:ph type="body" idx="1"/>
          </p:nvPr>
        </p:nvSpPr>
        <p:spPr>
          <a:xfrm>
            <a:off x="406400" y="1137600"/>
            <a:ext cx="3006000" cy="5173200"/>
          </a:xfrm>
          <a:prstGeom prst="rect">
            <a:avLst/>
          </a:prstGeom>
          <a:noFill/>
          <a:ln>
            <a:noFill/>
          </a:ln>
        </p:spPr>
        <p:txBody>
          <a:bodyPr spcFirstLastPara="1" wrap="square" lIns="0" tIns="45700" rIns="91425" bIns="45700" anchor="t" anchorCtr="0">
            <a:noAutofit/>
          </a:bodyPr>
          <a:lstStyle>
            <a:lvl1pPr marL="457207" marR="0" lvl="0" indent="-228603"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13" marR="0" lvl="1" indent="-228603"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20" marR="0" lvl="2" indent="-298454"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26" marR="0" lvl="3"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33" marR="0" lvl="4"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39" marR="0" lvl="5" indent="-292104"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46" marR="0" lvl="6"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52" marR="0" lvl="7"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59" marR="0" lvl="8"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63" name="Google Shape;263;p27"/>
          <p:cNvSpPr txBox="1">
            <a:spLocks noGrp="1"/>
          </p:cNvSpPr>
          <p:nvPr>
            <p:ph type="title"/>
          </p:nvPr>
        </p:nvSpPr>
        <p:spPr>
          <a:xfrm>
            <a:off x="406798" y="177982"/>
            <a:ext cx="9666643" cy="607923"/>
          </a:xfrm>
          <a:prstGeom prst="rect">
            <a:avLst/>
          </a:prstGeom>
          <a:noFill/>
          <a:ln>
            <a:noFill/>
          </a:ln>
        </p:spPr>
        <p:txBody>
          <a:bodyPr spcFirstLastPara="1" wrap="square" lIns="0" tIns="0" rIns="0" bIns="0" anchor="ctr"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837637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nda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13CB03-640E-6669-471F-12AD2AE6ED3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23" name="Marcador de número de diapositiva 2">
            <a:extLst>
              <a:ext uri="{FF2B5EF4-FFF2-40B4-BE49-F238E27FC236}">
                <a16:creationId xmlns:a16="http://schemas.microsoft.com/office/drawing/2014/main" id="{BBB0FEA3-A194-17EC-DF0F-9052FE9B319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pPr defTabSz="914413"/>
            <a:fld id="{92A49E42-579D-0A4D-A382-D64C66A04E33}" type="slidenum">
              <a:rPr lang="es-ES" sz="1800" smtClean="0">
                <a:solidFill>
                  <a:srgbClr val="3A3734"/>
                </a:solidFill>
              </a:rPr>
              <a:pPr defTabSz="914413"/>
              <a:t>‹#›</a:t>
            </a:fld>
            <a:endParaRPr lang="es-ES" sz="1800">
              <a:solidFill>
                <a:srgbClr val="3A3734"/>
              </a:solidFill>
            </a:endParaRPr>
          </a:p>
        </p:txBody>
      </p:sp>
      <p:sp>
        <p:nvSpPr>
          <p:cNvPr id="3" name="Title 20">
            <a:extLst>
              <a:ext uri="{FF2B5EF4-FFF2-40B4-BE49-F238E27FC236}">
                <a16:creationId xmlns:a16="http://schemas.microsoft.com/office/drawing/2014/main" id="{89219FEA-B435-5D8C-A51F-2931121E101C}"/>
              </a:ext>
            </a:extLst>
          </p:cNvPr>
          <p:cNvSpPr>
            <a:spLocks noGrp="1"/>
          </p:cNvSpPr>
          <p:nvPr>
            <p:ph type="title" hasCustomPrompt="1"/>
          </p:nvPr>
        </p:nvSpPr>
        <p:spPr>
          <a:xfrm>
            <a:off x="406800" y="265346"/>
            <a:ext cx="9642636" cy="505294"/>
          </a:xfrm>
        </p:spPr>
        <p:txBody>
          <a:bodyPr anchor="ctr" anchorCtr="0"/>
          <a:lstStyle/>
          <a:p>
            <a:r>
              <a:rPr lang="en-GB"/>
              <a:t>Click to edit Master title style</a:t>
            </a:r>
            <a:endParaRPr lang="en-US"/>
          </a:p>
        </p:txBody>
      </p:sp>
      <p:pic>
        <p:nvPicPr>
          <p:cNvPr id="8" name="Picture 7">
            <a:extLst>
              <a:ext uri="{FF2B5EF4-FFF2-40B4-BE49-F238E27FC236}">
                <a16:creationId xmlns:a16="http://schemas.microsoft.com/office/drawing/2014/main" id="{B682E6FE-3769-3B42-C99E-9E6009AEE864}"/>
              </a:ext>
            </a:extLst>
          </p:cNvPr>
          <p:cNvPicPr>
            <a:picLocks noChangeAspect="1"/>
          </p:cNvPicPr>
          <p:nvPr userDrawn="1"/>
        </p:nvPicPr>
        <p:blipFill>
          <a:blip r:embed="rId2"/>
          <a:stretch>
            <a:fillRect/>
          </a:stretch>
        </p:blipFill>
        <p:spPr>
          <a:xfrm>
            <a:off x="10116039" y="226989"/>
            <a:ext cx="1726999" cy="531389"/>
          </a:xfrm>
          <a:prstGeom prst="rect">
            <a:avLst/>
          </a:prstGeom>
        </p:spPr>
      </p:pic>
    </p:spTree>
    <p:extLst>
      <p:ext uri="{BB962C8B-B14F-4D97-AF65-F5344CB8AC3E}">
        <p14:creationId xmlns:p14="http://schemas.microsoft.com/office/powerpoint/2010/main" val="6311682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2 Column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hasCustomPrompt="1"/>
          </p:nvPr>
        </p:nvSpPr>
        <p:spPr>
          <a:xfrm>
            <a:off x="36358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Placeholder 3">
            <a:extLst>
              <a:ext uri="{FF2B5EF4-FFF2-40B4-BE49-F238E27FC236}">
                <a16:creationId xmlns:a16="http://schemas.microsoft.com/office/drawing/2014/main" id="{CB05D2F3-C3FC-C553-C3F4-25601318A6B4}"/>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5" name="Conector recto 17">
            <a:extLst>
              <a:ext uri="{FF2B5EF4-FFF2-40B4-BE49-F238E27FC236}">
                <a16:creationId xmlns:a16="http://schemas.microsoft.com/office/drawing/2014/main" id="{506864F7-1141-D6CB-3BEC-774E1F90887D}"/>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Grupo 6">
            <a:extLst>
              <a:ext uri="{FF2B5EF4-FFF2-40B4-BE49-F238E27FC236}">
                <a16:creationId xmlns:a16="http://schemas.microsoft.com/office/drawing/2014/main" id="{8642450C-80C4-B945-90F3-249033ACC814}"/>
              </a:ext>
            </a:extLst>
          </p:cNvPr>
          <p:cNvGrpSpPr/>
          <p:nvPr userDrawn="1"/>
        </p:nvGrpSpPr>
        <p:grpSpPr>
          <a:xfrm>
            <a:off x="10242043" y="390759"/>
            <a:ext cx="1541628" cy="262784"/>
            <a:chOff x="858380" y="3171155"/>
            <a:chExt cx="4884170" cy="832550"/>
          </a:xfrm>
        </p:grpSpPr>
        <p:sp>
          <p:nvSpPr>
            <p:cNvPr id="8" name="Forma libre: forma 7">
              <a:extLst>
                <a:ext uri="{FF2B5EF4-FFF2-40B4-BE49-F238E27FC236}">
                  <a16:creationId xmlns:a16="http://schemas.microsoft.com/office/drawing/2014/main" id="{76878B8A-67DE-921A-2CA4-50E84DDE6E9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5F5BF34A-5A62-116F-894E-006EF2C1D3B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FF49645E-5D0D-6CD6-6E72-3BDD398A175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CC081B49-19BA-C1E5-2D13-83FFBE386EBE}"/>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B1061465-C7BB-9B0B-6F29-A9C17658014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CFC72754-C494-65ED-FA59-DE05ED93A923}"/>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D153437B-43D5-4A9A-BAC4-6D65D8AE8862}"/>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CD7325D5-BDC4-3BE9-C641-B50C3C3AC522}"/>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B56B63CC-F116-11B4-A5EF-CAAE6C24035D}"/>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CFE481F2-F671-6FDC-54AB-709A1DFEE8B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C696717D-BFFB-DD50-A235-782B61CB5D14}"/>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1FC35BC1-F437-F1CB-CC50-C19B80119F8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ED4C4F8E-963C-1194-CE10-C13F742E6DCB}"/>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7FEFBE04-0FB4-9240-96F2-114E97D9469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9F4FFBF9-1233-0987-C675-2F74A577B25D}"/>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BC4FA3A3-4131-AB0B-DD93-75C69DED3A8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7764682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EEB8821E-36BC-01B3-8A8F-E53DFB4E1132}"/>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7FC3FE16-FAEC-5F05-D1A8-330217CD69E0}"/>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230C1E9-2214-7DDD-438B-D2EDB159846D}"/>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93C562EC-C454-7D7D-015D-EBF18C7326B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40B32349-16AD-40D5-6E80-72101ED622A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5695A172-64D8-2F07-916D-65DA50ADC82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89DC5A09-60E2-81CA-C0CE-A4CD590AF03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A8DE57DD-55C0-38B6-1DB3-4776769DE3C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1F5F8EF8-A063-8981-787E-87598B24EA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0C2417B9-AA90-636B-92A1-1041A1C7B91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F031F858-48E3-86FD-7B7A-6B1B7713D07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2C9A0216-A4ED-552A-93B4-D3CD45C4632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4BF1BDFB-98FC-486F-FDF7-6C9C8A020FA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D8CA06E2-A0A3-DA6B-EC5F-0633037B0B9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FF56A072-C105-5EEE-4099-4B080B79646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7F235A9-33B5-A443-3F8E-14D1D997EA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080271BE-920D-2BB3-9EBB-28B0EC1CBF0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6F4E2B01-7CD5-4ED3-6832-7C3E374049B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5B9E8D18-56B6-0235-4F75-8F82493433F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9995771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EEB8821E-36BC-01B3-8A8F-E53DFB4E1132}"/>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7FC3FE16-FAEC-5F05-D1A8-330217CD69E0}"/>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230C1E9-2214-7DDD-438B-D2EDB159846D}"/>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93C562EC-C454-7D7D-015D-EBF18C7326B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40B32349-16AD-40D5-6E80-72101ED622A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5695A172-64D8-2F07-916D-65DA50ADC82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89DC5A09-60E2-81CA-C0CE-A4CD590AF03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A8DE57DD-55C0-38B6-1DB3-4776769DE3C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1F5F8EF8-A063-8981-787E-87598B24EA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0C2417B9-AA90-636B-92A1-1041A1C7B91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F031F858-48E3-86FD-7B7A-6B1B7713D07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2C9A0216-A4ED-552A-93B4-D3CD45C4632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4BF1BDFB-98FC-486F-FDF7-6C9C8A020FA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D8CA06E2-A0A3-DA6B-EC5F-0633037B0B9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FF56A072-C105-5EEE-4099-4B080B79646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7F235A9-33B5-A443-3F8E-14D1D997EA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080271BE-920D-2BB3-9EBB-28B0EC1CBF0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6F4E2B01-7CD5-4ED3-6832-7C3E374049B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5B9E8D18-56B6-0235-4F75-8F82493433F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28262881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BBFECC-08BA-1150-2787-13EEAB2F3DF7}"/>
              </a:ext>
            </a:extLst>
          </p:cNvPr>
          <p:cNvSpPr>
            <a:spLocks noGrp="1"/>
          </p:cNvSpPr>
          <p:nvPr>
            <p:ph type="ftr" sz="quarter" idx="10"/>
          </p:nvPr>
        </p:nvSpPr>
        <p:spPr/>
        <p:txBody>
          <a:bodyPr/>
          <a:lstStyle/>
          <a:p>
            <a:endParaRPr lang="en-US"/>
          </a:p>
        </p:txBody>
      </p:sp>
      <p:sp>
        <p:nvSpPr>
          <p:cNvPr id="3" name="Date Placeholder 2">
            <a:extLst>
              <a:ext uri="{FF2B5EF4-FFF2-40B4-BE49-F238E27FC236}">
                <a16:creationId xmlns:a16="http://schemas.microsoft.com/office/drawing/2014/main" id="{69E2C0D5-B541-167B-1DED-39EB1B4B8021}"/>
              </a:ext>
            </a:extLst>
          </p:cNvPr>
          <p:cNvSpPr>
            <a:spLocks noGrp="1"/>
          </p:cNvSpPr>
          <p:nvPr>
            <p:ph type="dt" sz="half" idx="11"/>
          </p:nvPr>
        </p:nvSpPr>
        <p:spPr/>
        <p:txBody>
          <a:bodyPr/>
          <a:lstStyle/>
          <a:p>
            <a:endParaRPr lang="en-US"/>
          </a:p>
        </p:txBody>
      </p:sp>
      <p:sp>
        <p:nvSpPr>
          <p:cNvPr id="4" name="Slide Number Placeholder 3">
            <a:extLst>
              <a:ext uri="{FF2B5EF4-FFF2-40B4-BE49-F238E27FC236}">
                <a16:creationId xmlns:a16="http://schemas.microsoft.com/office/drawing/2014/main" id="{C734CC6D-A5DA-CA2E-3D76-CEEA9F6A9AA1}"/>
              </a:ext>
            </a:extLst>
          </p:cNvPr>
          <p:cNvSpPr>
            <a:spLocks noGrp="1"/>
          </p:cNvSpPr>
          <p:nvPr>
            <p:ph type="sldNum" sz="quarter" idx="12"/>
          </p:nvPr>
        </p:nvSpPr>
        <p:spPr/>
        <p:txBody>
          <a:bodyPr/>
          <a:lstStyle/>
          <a:p>
            <a:fld id="{370654C4-BFE8-FB48-BCB0-24DEFEF3CA44}" type="slidenum">
              <a:rPr lang="en-US" smtClean="0"/>
              <a:pPr/>
              <a:t>‹#›</a:t>
            </a:fld>
            <a:endParaRPr lang="en-US"/>
          </a:p>
        </p:txBody>
      </p:sp>
    </p:spTree>
    <p:extLst>
      <p:ext uri="{BB962C8B-B14F-4D97-AF65-F5344CB8AC3E}">
        <p14:creationId xmlns:p14="http://schemas.microsoft.com/office/powerpoint/2010/main" val="13817982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 Column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4F8BF6-7E77-F788-BFD0-A013FA7134CE}"/>
              </a:ext>
            </a:extLst>
          </p:cNvPr>
          <p:cNvSpPr>
            <a:spLocks noGrp="1"/>
          </p:cNvSpPr>
          <p:nvPr>
            <p:ph type="title"/>
          </p:nvPr>
        </p:nvSpPr>
        <p:spPr/>
        <p:txBody>
          <a:bodyPr/>
          <a:lstStyle/>
          <a:p>
            <a:r>
              <a:rPr lang="es-ES"/>
              <a:t>Haga clic para modificar el estilo de título del patrón</a:t>
            </a:r>
            <a:endParaRPr lang="en-US"/>
          </a:p>
        </p:txBody>
      </p:sp>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p:nvPr>
        </p:nvSpPr>
        <p:spPr>
          <a:xfrm>
            <a:off x="4064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p:nvPr>
        </p:nvSpPr>
        <p:spPr>
          <a:xfrm>
            <a:off x="36358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3" name="Text Placeholder 5">
            <a:extLst>
              <a:ext uri="{FF2B5EF4-FFF2-40B4-BE49-F238E27FC236}">
                <a16:creationId xmlns:a16="http://schemas.microsoft.com/office/drawing/2014/main" id="{F4F073CB-A76A-70CA-0AD1-B67EDF2E4628}"/>
              </a:ext>
            </a:extLst>
          </p:cNvPr>
          <p:cNvSpPr>
            <a:spLocks noGrp="1"/>
          </p:cNvSpPr>
          <p:nvPr>
            <p:ph type="body" sz="quarter" idx="12"/>
          </p:nvPr>
        </p:nvSpPr>
        <p:spPr>
          <a:xfrm>
            <a:off x="68652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4181327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dirty="0"/>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dirty="0"/>
              <a:t>Job Title</a:t>
            </a:r>
          </a:p>
          <a:p>
            <a:pPr lvl="0"/>
            <a:r>
              <a:rPr lang="en-US" dirty="0" err="1"/>
              <a:t>ScottishPower</a:t>
            </a:r>
            <a:endParaRPr lang="en-GB" dirty="0"/>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dirty="0"/>
              <a:t>Name</a:t>
            </a:r>
            <a:endParaRPr lang="en-GB" dirty="0"/>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rgbClr val="FF9C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dirty="0">
                <a:latin typeface="Freestyle Script" panose="030804020302050B0404" pitchFamily="66" charset="0"/>
                <a:ea typeface="IberPangea" panose="020B0504000000000000" pitchFamily="34" charset="0"/>
                <a:cs typeface="MV Boli" panose="02000500030200090000" pitchFamily="2" charset="0"/>
              </a:rPr>
              <a:t>Induction </a:t>
            </a:r>
            <a:r>
              <a:rPr lang="en-GB" sz="5821" b="1" dirty="0">
                <a:latin typeface="Freestyle Script" panose="030804020302050B0404" pitchFamily="66" charset="0"/>
                <a:ea typeface="IberPangea" panose="020B0504000000000000" pitchFamily="34" charset="0"/>
                <a:cs typeface="MV Boli" panose="02000500030200090000" pitchFamily="2" charset="0"/>
              </a:rPr>
              <a:t>2025</a:t>
            </a:r>
            <a:endParaRPr lang="en-GB" sz="5821" b="1" dirty="0"/>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dirty="0"/>
              <a:t>Date</a:t>
            </a:r>
          </a:p>
        </p:txBody>
      </p:sp>
    </p:spTree>
    <p:extLst>
      <p:ext uri="{BB962C8B-B14F-4D97-AF65-F5344CB8AC3E}">
        <p14:creationId xmlns:p14="http://schemas.microsoft.com/office/powerpoint/2010/main" val="2292826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dirty="0"/>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dirty="0"/>
              <a:t>Job Title</a:t>
            </a:r>
          </a:p>
          <a:p>
            <a:pPr lvl="0"/>
            <a:r>
              <a:rPr lang="en-US" dirty="0" err="1"/>
              <a:t>ScottishPower</a:t>
            </a:r>
            <a:endParaRPr lang="en-GB" dirty="0"/>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dirty="0"/>
              <a:t>Name</a:t>
            </a:r>
            <a:endParaRPr lang="en-GB" dirty="0"/>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dirty="0">
                <a:latin typeface="Freestyle Script" panose="030804020302050B0404" pitchFamily="66" charset="0"/>
                <a:ea typeface="IberPangea" panose="020B0504000000000000" pitchFamily="34" charset="0"/>
                <a:cs typeface="MV Boli" panose="02000500030200090000" pitchFamily="2" charset="0"/>
              </a:rPr>
              <a:t>Induction </a:t>
            </a:r>
            <a:r>
              <a:rPr lang="en-GB" sz="5821" b="1" dirty="0">
                <a:latin typeface="Freestyle Script" panose="030804020302050B0404" pitchFamily="66" charset="0"/>
                <a:ea typeface="IberPangea" panose="020B0504000000000000" pitchFamily="34" charset="0"/>
                <a:cs typeface="MV Boli" panose="02000500030200090000" pitchFamily="2" charset="0"/>
              </a:rPr>
              <a:t>2025</a:t>
            </a:r>
            <a:endParaRPr lang="en-GB" sz="5821" b="1" dirty="0"/>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dirty="0"/>
              <a:t>Date</a:t>
            </a:r>
          </a:p>
        </p:txBody>
      </p:sp>
    </p:spTree>
    <p:extLst>
      <p:ext uri="{BB962C8B-B14F-4D97-AF65-F5344CB8AC3E}">
        <p14:creationId xmlns:p14="http://schemas.microsoft.com/office/powerpoint/2010/main" val="41361751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dirty="0"/>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dirty="0"/>
              <a:t>Job Title</a:t>
            </a:r>
          </a:p>
          <a:p>
            <a:pPr lvl="0"/>
            <a:r>
              <a:rPr lang="en-US" dirty="0" err="1"/>
              <a:t>ScottishPower</a:t>
            </a:r>
            <a:endParaRPr lang="en-GB" dirty="0"/>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dirty="0"/>
              <a:t>Name</a:t>
            </a:r>
            <a:endParaRPr lang="en-GB" dirty="0"/>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092"/>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dirty="0">
                <a:latin typeface="Freestyle Script" panose="030804020302050B0404" pitchFamily="66" charset="0"/>
                <a:ea typeface="IberPangea" panose="020B0504000000000000" pitchFamily="34" charset="0"/>
                <a:cs typeface="MV Boli" panose="02000500030200090000" pitchFamily="2" charset="0"/>
              </a:rPr>
              <a:t>Induction </a:t>
            </a:r>
            <a:r>
              <a:rPr lang="en-GB" sz="5821" b="1" dirty="0">
                <a:latin typeface="Freestyle Script" panose="030804020302050B0404" pitchFamily="66" charset="0"/>
                <a:ea typeface="IberPangea" panose="020B0504000000000000" pitchFamily="34" charset="0"/>
                <a:cs typeface="MV Boli" panose="02000500030200090000" pitchFamily="2" charset="0"/>
              </a:rPr>
              <a:t>2025</a:t>
            </a:r>
            <a:endParaRPr lang="en-GB" sz="5821" b="1" dirty="0"/>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dirty="0"/>
              <a:t>Date</a:t>
            </a:r>
          </a:p>
        </p:txBody>
      </p:sp>
    </p:spTree>
    <p:extLst>
      <p:ext uri="{BB962C8B-B14F-4D97-AF65-F5344CB8AC3E}">
        <p14:creationId xmlns:p14="http://schemas.microsoft.com/office/powerpoint/2010/main" val="3155996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Divider Green">
    <p:bg>
      <p:bgPr>
        <a:solidFill>
          <a:schemeClr val="tx2"/>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2" y="438866"/>
            <a:ext cx="9289413" cy="3016075"/>
          </a:xfrm>
          <a:prstGeom prst="rect">
            <a:avLst/>
          </a:prstGeom>
        </p:spPr>
        <p:txBody>
          <a:bodyPr anchor="t">
            <a:normAutofit/>
          </a:bodyPr>
          <a:lstStyle>
            <a:lvl1pPr>
              <a:lnSpc>
                <a:spcPct val="80000"/>
              </a:lnSpc>
              <a:defRPr sz="7000" b="1" i="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4" name="Marcador de número de diapositiva 2">
            <a:extLst>
              <a:ext uri="{FF2B5EF4-FFF2-40B4-BE49-F238E27FC236}">
                <a16:creationId xmlns:a16="http://schemas.microsoft.com/office/drawing/2014/main" id="{3ED489D6-131A-3CD4-5081-ADD1132C322E}"/>
              </a:ext>
            </a:extLst>
          </p:cNvPr>
          <p:cNvSpPr>
            <a:spLocks noGrp="1"/>
          </p:cNvSpPr>
          <p:nvPr>
            <p:ph type="sldNum" sz="quarter" idx="4"/>
          </p:nvPr>
        </p:nvSpPr>
        <p:spPr>
          <a:xfrm>
            <a:off x="11164832" y="6453339"/>
            <a:ext cx="619949" cy="240554"/>
          </a:xfrm>
          <a:prstGeom prst="rect">
            <a:avLst/>
          </a:prstGeom>
        </p:spPr>
        <p:txBody>
          <a:bodyPr/>
          <a:lstStyle>
            <a:lvl1pPr algn="r">
              <a:defRPr>
                <a:solidFill>
                  <a:schemeClr val="bg1"/>
                </a:solidFill>
                <a:latin typeface="+mn-lt"/>
              </a:defRPr>
            </a:lvl1pPr>
          </a:lstStyle>
          <a:p>
            <a:fld id="{92A49E42-579D-0A4D-A382-D64C66A04E33}" type="slidenum">
              <a:rPr lang="es-ES" smtClean="0"/>
              <a:pPr/>
              <a:t>‹#›</a:t>
            </a:fld>
            <a:endParaRPr lang="es-ES"/>
          </a:p>
        </p:txBody>
      </p:sp>
      <p:grpSp>
        <p:nvGrpSpPr>
          <p:cNvPr id="3" name="Grupo 2">
            <a:extLst>
              <a:ext uri="{FF2B5EF4-FFF2-40B4-BE49-F238E27FC236}">
                <a16:creationId xmlns:a16="http://schemas.microsoft.com/office/drawing/2014/main" id="{758A2A80-6789-F427-EC39-6C7C9A7C273D}"/>
              </a:ext>
            </a:extLst>
          </p:cNvPr>
          <p:cNvGrpSpPr/>
          <p:nvPr userDrawn="1"/>
        </p:nvGrpSpPr>
        <p:grpSpPr>
          <a:xfrm>
            <a:off x="10242043"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D40C0476-0163-BCFB-B0E2-56C57EDEFFC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D3FDF14B-FAED-D657-9715-4264C23C63A1}"/>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ED80135B-9B3D-C0B0-592E-76614844FA0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EE28A361-FEA6-782A-7C55-CA078FA226E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24FBA5A1-A068-6F2D-89E0-857F72F4B4ED}"/>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F622509E-05A4-59E0-86A1-99E1DA99D80D}"/>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6C8B03D9-958E-F1B2-A618-66FB0CC3E12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FA983D89-85B4-5245-B384-9F639885E7F0}"/>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BFE4B7D9-7638-1734-EF93-65CB7D6A6AF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3CB07835-3670-E61E-4607-C62AD5ECFC77}"/>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10D9D516-6E4A-648F-4AAF-453F10C0E8F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9B71F43F-3FD9-24A5-C8F6-04E9EFA40A2E}"/>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4618552B-E665-11B1-9586-95D106C7A51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62C6624B-41F2-2BCC-09F9-1BFFBD7EE34F}"/>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sz="1092"/>
            </a:p>
          </p:txBody>
        </p:sp>
        <p:sp>
          <p:nvSpPr>
            <p:cNvPr id="32" name="Forma libre: forma 31">
              <a:extLst>
                <a:ext uri="{FF2B5EF4-FFF2-40B4-BE49-F238E27FC236}">
                  <a16:creationId xmlns:a16="http://schemas.microsoft.com/office/drawing/2014/main" id="{3F04FE24-9614-D04F-AE96-C370413514A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sz="1092"/>
            </a:p>
          </p:txBody>
        </p:sp>
        <p:sp>
          <p:nvSpPr>
            <p:cNvPr id="33" name="Forma libre: forma 32">
              <a:extLst>
                <a:ext uri="{FF2B5EF4-FFF2-40B4-BE49-F238E27FC236}">
                  <a16:creationId xmlns:a16="http://schemas.microsoft.com/office/drawing/2014/main" id="{6689BD66-5E00-4F61-E927-2A54BD00523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14880966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Divider">
    <p:bg>
      <p:bgRef idx="1001">
        <a:schemeClr val="bg1"/>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E9E5E572-ACA6-848C-1471-C2088F7E0DC4}"/>
              </a:ext>
            </a:extLst>
          </p:cNvPr>
          <p:cNvSpPr>
            <a:spLocks noGrp="1"/>
          </p:cNvSpPr>
          <p:nvPr>
            <p:ph type="body" sz="quarter" idx="20" hasCustomPrompt="1"/>
          </p:nvPr>
        </p:nvSpPr>
        <p:spPr>
          <a:xfrm>
            <a:off x="356401" y="439201"/>
            <a:ext cx="9289413" cy="3016075"/>
          </a:xfrm>
          <a:prstGeom prst="rect">
            <a:avLst/>
          </a:prstGeom>
        </p:spPr>
        <p:txBody>
          <a:bodyPr anchor="t">
            <a:normAutofit/>
          </a:bodyPr>
          <a:lstStyle>
            <a:lvl1pPr>
              <a:lnSpc>
                <a:spcPct val="80000"/>
              </a:lnSpc>
              <a:defRPr sz="7000" b="1" i="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17" name="Marcador de número de diapositiva 2">
            <a:extLst>
              <a:ext uri="{FF2B5EF4-FFF2-40B4-BE49-F238E27FC236}">
                <a16:creationId xmlns:a16="http://schemas.microsoft.com/office/drawing/2014/main" id="{9B53B229-7197-263A-D62C-1B9C79392EF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fld id="{92A49E42-579D-0A4D-A382-D64C66A04E33}" type="slidenum">
              <a:rPr lang="es-ES" smtClean="0"/>
              <a:pPr/>
              <a:t>‹#›</a:t>
            </a:fld>
            <a:endParaRPr lang="es-ES"/>
          </a:p>
        </p:txBody>
      </p:sp>
    </p:spTree>
    <p:extLst>
      <p:ext uri="{BB962C8B-B14F-4D97-AF65-F5344CB8AC3E}">
        <p14:creationId xmlns:p14="http://schemas.microsoft.com/office/powerpoint/2010/main" val="333992822"/>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_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5" y="2622552"/>
            <a:ext cx="1706063" cy="1612900"/>
          </a:xfrm>
          <a:prstGeom prst="rect">
            <a:avLst/>
          </a:prstGeom>
        </p:spPr>
      </p:pic>
    </p:spTree>
    <p:extLst>
      <p:ext uri="{BB962C8B-B14F-4D97-AF65-F5344CB8AC3E}">
        <p14:creationId xmlns:p14="http://schemas.microsoft.com/office/powerpoint/2010/main" val="3782270969"/>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_Symbol">
    <p:bg>
      <p:bgPr>
        <a:solidFill>
          <a:schemeClr val="bg1"/>
        </a:solidFill>
        <a:effectLst/>
      </p:bgPr>
    </p:bg>
    <p:spTree>
      <p:nvGrpSpPr>
        <p:cNvPr id="1" name=""/>
        <p:cNvGrpSpPr/>
        <p:nvPr/>
      </p:nvGrpSpPr>
      <p:grpSpPr>
        <a:xfrm>
          <a:off x="0" y="0"/>
          <a:ext cx="0" cy="0"/>
          <a:chOff x="0" y="0"/>
          <a:chExt cx="0" cy="0"/>
        </a:xfrm>
      </p:grpSpPr>
      <p:grpSp>
        <p:nvGrpSpPr>
          <p:cNvPr id="32" name="Grupo 31">
            <a:extLst>
              <a:ext uri="{FF2B5EF4-FFF2-40B4-BE49-F238E27FC236}">
                <a16:creationId xmlns:a16="http://schemas.microsoft.com/office/drawing/2014/main" id="{63A19033-1877-D3FE-25FE-0B61DC554FD5}"/>
              </a:ext>
            </a:extLst>
          </p:cNvPr>
          <p:cNvGrpSpPr/>
          <p:nvPr userDrawn="1"/>
        </p:nvGrpSpPr>
        <p:grpSpPr>
          <a:xfrm>
            <a:off x="3829690" y="3042686"/>
            <a:ext cx="4532620" cy="772625"/>
            <a:chOff x="858380" y="3171155"/>
            <a:chExt cx="4884170" cy="832550"/>
          </a:xfrm>
        </p:grpSpPr>
        <p:sp>
          <p:nvSpPr>
            <p:cNvPr id="33" name="Forma libre: forma 32">
              <a:extLst>
                <a:ext uri="{FF2B5EF4-FFF2-40B4-BE49-F238E27FC236}">
                  <a16:creationId xmlns:a16="http://schemas.microsoft.com/office/drawing/2014/main" id="{2539CDA2-301D-20B6-5521-9970C858B46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34" name="Forma libre: forma 33">
              <a:extLst>
                <a:ext uri="{FF2B5EF4-FFF2-40B4-BE49-F238E27FC236}">
                  <a16:creationId xmlns:a16="http://schemas.microsoft.com/office/drawing/2014/main" id="{E5F36363-FABA-699F-34B9-D34697781FF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35" name="Forma libre: forma 34">
              <a:extLst>
                <a:ext uri="{FF2B5EF4-FFF2-40B4-BE49-F238E27FC236}">
                  <a16:creationId xmlns:a16="http://schemas.microsoft.com/office/drawing/2014/main" id="{754248B4-B757-47E9-CB3E-789556E1A933}"/>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36" name="Forma libre: forma 35">
              <a:extLst>
                <a:ext uri="{FF2B5EF4-FFF2-40B4-BE49-F238E27FC236}">
                  <a16:creationId xmlns:a16="http://schemas.microsoft.com/office/drawing/2014/main" id="{4F116E2B-28B1-13CF-8B37-9EB10DB9DBD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37" name="Forma libre: forma 36">
              <a:extLst>
                <a:ext uri="{FF2B5EF4-FFF2-40B4-BE49-F238E27FC236}">
                  <a16:creationId xmlns:a16="http://schemas.microsoft.com/office/drawing/2014/main" id="{BDE0DAEB-FF9C-D953-8E3C-F81C8D00B6E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38" name="Forma libre: forma 37">
              <a:extLst>
                <a:ext uri="{FF2B5EF4-FFF2-40B4-BE49-F238E27FC236}">
                  <a16:creationId xmlns:a16="http://schemas.microsoft.com/office/drawing/2014/main" id="{6A27E1C8-06B1-0B63-77C1-1978FE07D23E}"/>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39" name="Forma libre: forma 38">
              <a:extLst>
                <a:ext uri="{FF2B5EF4-FFF2-40B4-BE49-F238E27FC236}">
                  <a16:creationId xmlns:a16="http://schemas.microsoft.com/office/drawing/2014/main" id="{115B70A8-5F96-901A-F7FE-579D1829DD8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40" name="Forma libre: forma 39">
              <a:extLst>
                <a:ext uri="{FF2B5EF4-FFF2-40B4-BE49-F238E27FC236}">
                  <a16:creationId xmlns:a16="http://schemas.microsoft.com/office/drawing/2014/main" id="{96C23634-A02D-B63E-B78C-E3EBB0554736}"/>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41" name="Forma libre: forma 40">
              <a:extLst>
                <a:ext uri="{FF2B5EF4-FFF2-40B4-BE49-F238E27FC236}">
                  <a16:creationId xmlns:a16="http://schemas.microsoft.com/office/drawing/2014/main" id="{67D8265F-9FA1-9333-025A-2C3546EEBBA7}"/>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42" name="Forma libre: forma 41">
              <a:extLst>
                <a:ext uri="{FF2B5EF4-FFF2-40B4-BE49-F238E27FC236}">
                  <a16:creationId xmlns:a16="http://schemas.microsoft.com/office/drawing/2014/main" id="{397818D9-4CE2-1B25-56C0-58786A1132A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43" name="Forma libre: forma 42">
              <a:extLst>
                <a:ext uri="{FF2B5EF4-FFF2-40B4-BE49-F238E27FC236}">
                  <a16:creationId xmlns:a16="http://schemas.microsoft.com/office/drawing/2014/main" id="{0BFC209E-EBFF-1160-CFF3-78BFDD79B94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44" name="Forma libre: forma 43">
              <a:extLst>
                <a:ext uri="{FF2B5EF4-FFF2-40B4-BE49-F238E27FC236}">
                  <a16:creationId xmlns:a16="http://schemas.microsoft.com/office/drawing/2014/main" id="{FCC89B3C-5348-8165-5037-1A70E3F3BD7D}"/>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45" name="Forma libre: forma 44">
              <a:extLst>
                <a:ext uri="{FF2B5EF4-FFF2-40B4-BE49-F238E27FC236}">
                  <a16:creationId xmlns:a16="http://schemas.microsoft.com/office/drawing/2014/main" id="{5A17DC87-B8E6-A658-1841-B6C855C9823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46" name="Forma libre: forma 45">
              <a:extLst>
                <a:ext uri="{FF2B5EF4-FFF2-40B4-BE49-F238E27FC236}">
                  <a16:creationId xmlns:a16="http://schemas.microsoft.com/office/drawing/2014/main" id="{33767AFA-BAAE-421D-B0E0-ADDF1A15F34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47" name="Forma libre: forma 46">
              <a:extLst>
                <a:ext uri="{FF2B5EF4-FFF2-40B4-BE49-F238E27FC236}">
                  <a16:creationId xmlns:a16="http://schemas.microsoft.com/office/drawing/2014/main" id="{087E26AB-A459-F53E-C1CB-14990EDB21C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48" name="Forma libre: forma 47">
              <a:extLst>
                <a:ext uri="{FF2B5EF4-FFF2-40B4-BE49-F238E27FC236}">
                  <a16:creationId xmlns:a16="http://schemas.microsoft.com/office/drawing/2014/main" id="{F105C46A-82BD-8222-A18A-9878002399C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1568412293"/>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Symbol Green">
    <p:bg>
      <p:bgPr>
        <a:solidFill>
          <a:schemeClr val="tx2"/>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96330595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2_Symbol Green">
    <p:bg>
      <p:bgPr>
        <a:solidFill>
          <a:schemeClr val="tx2"/>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902153F5-C22C-D868-F68B-1AF1D8E313CA}"/>
              </a:ext>
            </a:extLst>
          </p:cNvPr>
          <p:cNvGrpSpPr/>
          <p:nvPr userDrawn="1"/>
        </p:nvGrpSpPr>
        <p:grpSpPr>
          <a:xfrm>
            <a:off x="3829690" y="3042686"/>
            <a:ext cx="4532620" cy="772625"/>
            <a:chOff x="858380" y="3171155"/>
            <a:chExt cx="4884170" cy="832550"/>
          </a:xfrm>
          <a:solidFill>
            <a:schemeClr val="bg1"/>
          </a:solidFill>
        </p:grpSpPr>
        <p:sp>
          <p:nvSpPr>
            <p:cNvPr id="16" name="Forma libre: forma 15">
              <a:extLst>
                <a:ext uri="{FF2B5EF4-FFF2-40B4-BE49-F238E27FC236}">
                  <a16:creationId xmlns:a16="http://schemas.microsoft.com/office/drawing/2014/main" id="{8C267C6C-D711-9067-D549-A07A0682A0A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43FF5764-CE11-53BD-1C25-DD8FD5227E2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AE3F06BD-A162-A09B-3632-3C2AE076887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C78834D6-8FBC-D197-95E4-3125818C632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E4037DBC-1B0B-7E1B-D2B6-60D01010F97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98CA0BB6-BB1F-1BE6-F396-EBF74F457BE1}"/>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2F4317A4-15B2-7E5A-8D8C-E88F4DE31A6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59D919B1-087F-BD36-2A20-D409E5E246BE}"/>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0E9A6BD8-F2E3-0BEF-2427-64DAB8D9F66C}"/>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0C14492A-6D28-B230-BB2A-71D368E437FF}"/>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50BF553B-9A30-8F0B-51B0-33C0E3C3B4F5}"/>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F7457A62-6334-4FC8-6196-37C32FD7AE65}"/>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3F6C6BB9-FA2E-63AE-69CC-37479617C37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6C2A3F79-B255-399C-2096-8F9E4B9612C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2E98D7EE-AAA6-A882-2527-62B29233BF2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130F69DF-720A-7E8E-BE8A-52B69AE5E4BA}"/>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8052539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1_Logo">
    <p:bg>
      <p:bgPr>
        <a:solidFill>
          <a:schemeClr val="bg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7B074CEE-37AE-36D5-2921-1A639DA04BFF}"/>
              </a:ext>
            </a:extLst>
          </p:cNvPr>
          <p:cNvGrpSpPr/>
          <p:nvPr userDrawn="1"/>
        </p:nvGrpSpPr>
        <p:grpSpPr>
          <a:xfrm>
            <a:off x="3790939" y="3036053"/>
            <a:ext cx="4610124" cy="785836"/>
            <a:chOff x="858380" y="3171155"/>
            <a:chExt cx="4884170" cy="832550"/>
          </a:xfrm>
        </p:grpSpPr>
        <p:sp>
          <p:nvSpPr>
            <p:cNvPr id="16" name="Forma libre: forma 15">
              <a:extLst>
                <a:ext uri="{FF2B5EF4-FFF2-40B4-BE49-F238E27FC236}">
                  <a16:creationId xmlns:a16="http://schemas.microsoft.com/office/drawing/2014/main" id="{0781914B-2D38-BDC0-DF95-19F325DA6A61}"/>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68D6E59E-42D3-E598-C1E6-DFB0DE43D726}"/>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ADAB0CDF-7411-3DF3-A1ED-8D04AFCC853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DDB3C757-F3C8-877B-FCAB-4A8B14A45670}"/>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B3502A96-3231-5E2A-E273-52F29936F43C}"/>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BD7887A9-6FF6-9E30-5997-B798DAC22228}"/>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64C98FE8-752B-C6B6-E593-1BEE504AFDCB}"/>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23" name="Forma libre: forma 22">
              <a:extLst>
                <a:ext uri="{FF2B5EF4-FFF2-40B4-BE49-F238E27FC236}">
                  <a16:creationId xmlns:a16="http://schemas.microsoft.com/office/drawing/2014/main" id="{8702567B-7386-402F-5F38-F4DEAAD1C14A}"/>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24" name="Forma libre: forma 23">
              <a:extLst>
                <a:ext uri="{FF2B5EF4-FFF2-40B4-BE49-F238E27FC236}">
                  <a16:creationId xmlns:a16="http://schemas.microsoft.com/office/drawing/2014/main" id="{8215870F-6DE1-7C29-DE1B-5C24D3D7D9AE}"/>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25" name="Forma libre: forma 24">
              <a:extLst>
                <a:ext uri="{FF2B5EF4-FFF2-40B4-BE49-F238E27FC236}">
                  <a16:creationId xmlns:a16="http://schemas.microsoft.com/office/drawing/2014/main" id="{72DA0635-2DE4-1705-47DE-266647A00B1D}"/>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45BF2631-8CEC-1B23-3640-287FD08B6A52}"/>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A4AA272A-51F0-7BE3-CEC3-CB6B7C89B78C}"/>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EC4F2052-7E04-41BC-15F0-2F422CD464A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D5A412D2-B376-B26A-1863-41FEB3BB174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2CBC68FA-6984-AFAA-03C1-9225DEB0BB8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921E7B20-0476-C5EB-D894-917AE36B6045}"/>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539826679"/>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dirty="0">
                <a:solidFill>
                  <a:srgbClr val="FFFFFF"/>
                </a:solidFill>
                <a:latin typeface="Freestyle Script" panose="030804020302050B0404" pitchFamily="66" charset="0"/>
                <a:cs typeface="IberPangea"/>
              </a:rPr>
              <a:t>Comfort Break</a:t>
            </a:r>
            <a:endParaRPr sz="17404" dirty="0">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spTree>
    <p:extLst>
      <p:ext uri="{BB962C8B-B14F-4D97-AF65-F5344CB8AC3E}">
        <p14:creationId xmlns:p14="http://schemas.microsoft.com/office/powerpoint/2010/main" val="35575890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7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sp>
        <p:nvSpPr>
          <p:cNvPr id="3" name="Text Placeholder 2">
            <a:extLst>
              <a:ext uri="{FF2B5EF4-FFF2-40B4-BE49-F238E27FC236}">
                <a16:creationId xmlns:a16="http://schemas.microsoft.com/office/drawing/2014/main" id="{A80E0804-FCB6-960C-EA90-95A8526DE424}"/>
              </a:ext>
            </a:extLst>
          </p:cNvPr>
          <p:cNvSpPr>
            <a:spLocks noGrp="1"/>
          </p:cNvSpPr>
          <p:nvPr>
            <p:ph type="body" sz="quarter" idx="10"/>
          </p:nvPr>
        </p:nvSpPr>
        <p:spPr>
          <a:xfrm>
            <a:off x="875052" y="2597261"/>
            <a:ext cx="10442859" cy="2911088"/>
          </a:xfrm>
        </p:spPr>
        <p:txBody>
          <a:bodyPr/>
          <a:lstStyle>
            <a:lvl1pPr algn="ctr">
              <a:defRPr sz="17404">
                <a:solidFill>
                  <a:schemeClr val="bg1"/>
                </a:solidFill>
                <a:latin typeface="Freestyle Script" panose="030804020302050B0404" pitchFamily="66" charset="0"/>
              </a:defRPr>
            </a:lvl1pPr>
          </a:lstStyle>
          <a:p>
            <a:pPr lvl="0"/>
            <a:endParaRPr lang="en-GB" dirty="0"/>
          </a:p>
        </p:txBody>
      </p:sp>
    </p:spTree>
    <p:extLst>
      <p:ext uri="{BB962C8B-B14F-4D97-AF65-F5344CB8AC3E}">
        <p14:creationId xmlns:p14="http://schemas.microsoft.com/office/powerpoint/2010/main" val="30205245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dirty="0">
                <a:solidFill>
                  <a:srgbClr val="FFFFFF"/>
                </a:solidFill>
                <a:latin typeface="Freestyle Script" panose="030804020302050B0404" pitchFamily="66" charset="0"/>
                <a:cs typeface="IberPangea"/>
              </a:rPr>
              <a:t>Lunch</a:t>
            </a:r>
            <a:endParaRPr sz="17404" dirty="0">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dirty="0"/>
          </a:p>
        </p:txBody>
      </p:sp>
    </p:spTree>
    <p:extLst>
      <p:ext uri="{BB962C8B-B14F-4D97-AF65-F5344CB8AC3E}">
        <p14:creationId xmlns:p14="http://schemas.microsoft.com/office/powerpoint/2010/main" val="17339903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8_Title and Text">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32F2203-A5DB-3FF2-8846-2532CC12707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2" name="Title 1">
            <a:extLst>
              <a:ext uri="{FF2B5EF4-FFF2-40B4-BE49-F238E27FC236}">
                <a16:creationId xmlns:a16="http://schemas.microsoft.com/office/drawing/2014/main" id="{7BA79557-8FB2-CFF9-EFF9-EB882C8E4835}"/>
              </a:ext>
            </a:extLst>
          </p:cNvPr>
          <p:cNvSpPr>
            <a:spLocks noGrp="1"/>
          </p:cNvSpPr>
          <p:nvPr>
            <p:ph type="title"/>
          </p:nvPr>
        </p:nvSpPr>
        <p:spPr>
          <a:xfrm>
            <a:off x="406799" y="379289"/>
            <a:ext cx="9709239" cy="3696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9351033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Text">
  <p:cSld name="4_Title and Text">
    <p:spTree>
      <p:nvGrpSpPr>
        <p:cNvPr id="1" name="Shape 261"/>
        <p:cNvGrpSpPr/>
        <p:nvPr/>
      </p:nvGrpSpPr>
      <p:grpSpPr>
        <a:xfrm>
          <a:off x="0" y="0"/>
          <a:ext cx="0" cy="0"/>
          <a:chOff x="0" y="0"/>
          <a:chExt cx="0" cy="0"/>
        </a:xfrm>
      </p:grpSpPr>
      <p:sp>
        <p:nvSpPr>
          <p:cNvPr id="262" name="Google Shape;262;p27"/>
          <p:cNvSpPr txBox="1">
            <a:spLocks noGrp="1"/>
          </p:cNvSpPr>
          <p:nvPr>
            <p:ph type="body" idx="1"/>
          </p:nvPr>
        </p:nvSpPr>
        <p:spPr>
          <a:xfrm>
            <a:off x="406400" y="1137600"/>
            <a:ext cx="3006000" cy="5173200"/>
          </a:xfrm>
          <a:prstGeom prst="rect">
            <a:avLst/>
          </a:prstGeom>
          <a:noFill/>
          <a:ln>
            <a:noFill/>
          </a:ln>
        </p:spPr>
        <p:txBody>
          <a:bodyPr spcFirstLastPara="1" wrap="square" lIns="0" tIns="45700" rIns="91425" bIns="45700" anchor="t" anchorCtr="0">
            <a:noAutofit/>
          </a:bodyPr>
          <a:lstStyle>
            <a:lvl1pPr marL="457207" marR="0" lvl="0" indent="-228603"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13" marR="0" lvl="1" indent="-228603"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20" marR="0" lvl="2" indent="-298454"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26" marR="0" lvl="3"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33" marR="0" lvl="4"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39" marR="0" lvl="5" indent="-292104"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46" marR="0" lvl="6"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52" marR="0" lvl="7"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59" marR="0" lvl="8"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63" name="Google Shape;263;p27"/>
          <p:cNvSpPr txBox="1">
            <a:spLocks noGrp="1"/>
          </p:cNvSpPr>
          <p:nvPr>
            <p:ph type="title"/>
          </p:nvPr>
        </p:nvSpPr>
        <p:spPr>
          <a:xfrm>
            <a:off x="406798" y="177982"/>
            <a:ext cx="9666643" cy="607923"/>
          </a:xfrm>
          <a:prstGeom prst="rect">
            <a:avLst/>
          </a:prstGeom>
          <a:noFill/>
          <a:ln>
            <a:noFill/>
          </a:ln>
        </p:spPr>
        <p:txBody>
          <a:bodyPr spcFirstLastPara="1" wrap="square" lIns="0" tIns="0" rIns="0" bIns="0" anchor="ctr"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4541585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Founda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13CB03-640E-6669-471F-12AD2AE6ED3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dirty="0"/>
              <a:t>Click to modify the pattern title style</a:t>
            </a:r>
          </a:p>
          <a:p>
            <a:pPr lvl="1"/>
            <a:r>
              <a:rPr lang="en-US" noProof="0" dirty="0"/>
              <a:t>Second Level</a:t>
            </a:r>
          </a:p>
          <a:p>
            <a:pPr lvl="2"/>
            <a:r>
              <a:rPr lang="en-US" dirty="0"/>
              <a:t>Third</a:t>
            </a:r>
            <a:r>
              <a:rPr lang="en-US" noProof="0" dirty="0"/>
              <a:t> Level</a:t>
            </a:r>
          </a:p>
          <a:p>
            <a:pPr lvl="3"/>
            <a:r>
              <a:rPr lang="en-US" dirty="0"/>
              <a:t>Fourth</a:t>
            </a:r>
            <a:r>
              <a:rPr lang="en-US" noProof="0" dirty="0"/>
              <a:t> Level</a:t>
            </a:r>
          </a:p>
          <a:p>
            <a:pPr lvl="4"/>
            <a:r>
              <a:rPr lang="en-US" dirty="0"/>
              <a:t>Fifth</a:t>
            </a:r>
            <a:r>
              <a:rPr lang="en-US" noProof="0" dirty="0"/>
              <a:t> Level</a:t>
            </a:r>
          </a:p>
        </p:txBody>
      </p:sp>
      <p:sp>
        <p:nvSpPr>
          <p:cNvPr id="23" name="Marcador de número de diapositiva 2">
            <a:extLst>
              <a:ext uri="{FF2B5EF4-FFF2-40B4-BE49-F238E27FC236}">
                <a16:creationId xmlns:a16="http://schemas.microsoft.com/office/drawing/2014/main" id="{BBB0FEA3-A194-17EC-DF0F-9052FE9B319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pPr defTabSz="914413"/>
            <a:fld id="{92A49E42-579D-0A4D-A382-D64C66A04E33}" type="slidenum">
              <a:rPr lang="es-ES" sz="1800" smtClean="0">
                <a:solidFill>
                  <a:srgbClr val="3A3734"/>
                </a:solidFill>
              </a:rPr>
              <a:pPr defTabSz="914413"/>
              <a:t>‹#›</a:t>
            </a:fld>
            <a:endParaRPr lang="es-ES" sz="1800">
              <a:solidFill>
                <a:srgbClr val="3A3734"/>
              </a:solidFill>
            </a:endParaRPr>
          </a:p>
        </p:txBody>
      </p:sp>
      <p:sp>
        <p:nvSpPr>
          <p:cNvPr id="3" name="Title 20">
            <a:extLst>
              <a:ext uri="{FF2B5EF4-FFF2-40B4-BE49-F238E27FC236}">
                <a16:creationId xmlns:a16="http://schemas.microsoft.com/office/drawing/2014/main" id="{89219FEA-B435-5D8C-A51F-2931121E101C}"/>
              </a:ext>
            </a:extLst>
          </p:cNvPr>
          <p:cNvSpPr>
            <a:spLocks noGrp="1"/>
          </p:cNvSpPr>
          <p:nvPr>
            <p:ph type="title" hasCustomPrompt="1"/>
          </p:nvPr>
        </p:nvSpPr>
        <p:spPr>
          <a:xfrm>
            <a:off x="406800" y="265346"/>
            <a:ext cx="9642636" cy="505294"/>
          </a:xfrm>
        </p:spPr>
        <p:txBody>
          <a:bodyPr anchor="ctr" anchorCtr="0"/>
          <a:lstStyle/>
          <a:p>
            <a:r>
              <a:rPr lang="en-GB"/>
              <a:t>Click to edit Master title style</a:t>
            </a:r>
            <a:endParaRPr lang="en-US"/>
          </a:p>
        </p:txBody>
      </p:sp>
      <p:pic>
        <p:nvPicPr>
          <p:cNvPr id="8" name="Picture 7">
            <a:extLst>
              <a:ext uri="{FF2B5EF4-FFF2-40B4-BE49-F238E27FC236}">
                <a16:creationId xmlns:a16="http://schemas.microsoft.com/office/drawing/2014/main" id="{B682E6FE-3769-3B42-C99E-9E6009AEE864}"/>
              </a:ext>
            </a:extLst>
          </p:cNvPr>
          <p:cNvPicPr>
            <a:picLocks noChangeAspect="1"/>
          </p:cNvPicPr>
          <p:nvPr userDrawn="1"/>
        </p:nvPicPr>
        <p:blipFill>
          <a:blip r:embed="rId2"/>
          <a:stretch>
            <a:fillRect/>
          </a:stretch>
        </p:blipFill>
        <p:spPr>
          <a:xfrm>
            <a:off x="10116039" y="226989"/>
            <a:ext cx="1726999" cy="531389"/>
          </a:xfrm>
          <a:prstGeom prst="rect">
            <a:avLst/>
          </a:prstGeom>
        </p:spPr>
      </p:pic>
    </p:spTree>
    <p:extLst>
      <p:ext uri="{BB962C8B-B14F-4D97-AF65-F5344CB8AC3E}">
        <p14:creationId xmlns:p14="http://schemas.microsoft.com/office/powerpoint/2010/main" val="37803321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2 Column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hasCustomPrompt="1"/>
          </p:nvPr>
        </p:nvSpPr>
        <p:spPr>
          <a:xfrm>
            <a:off x="36358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Placeholder 3">
            <a:extLst>
              <a:ext uri="{FF2B5EF4-FFF2-40B4-BE49-F238E27FC236}">
                <a16:creationId xmlns:a16="http://schemas.microsoft.com/office/drawing/2014/main" id="{CB05D2F3-C3FC-C553-C3F4-25601318A6B4}"/>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dirty="0"/>
              <a:t>Click to edit Master title style</a:t>
            </a:r>
            <a:endParaRPr lang="en-US" dirty="0"/>
          </a:p>
        </p:txBody>
      </p:sp>
      <p:cxnSp>
        <p:nvCxnSpPr>
          <p:cNvPr id="5" name="Conector recto 17">
            <a:extLst>
              <a:ext uri="{FF2B5EF4-FFF2-40B4-BE49-F238E27FC236}">
                <a16:creationId xmlns:a16="http://schemas.microsoft.com/office/drawing/2014/main" id="{506864F7-1141-D6CB-3BEC-774E1F90887D}"/>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Grupo 6">
            <a:extLst>
              <a:ext uri="{FF2B5EF4-FFF2-40B4-BE49-F238E27FC236}">
                <a16:creationId xmlns:a16="http://schemas.microsoft.com/office/drawing/2014/main" id="{8642450C-80C4-B945-90F3-249033ACC814}"/>
              </a:ext>
            </a:extLst>
          </p:cNvPr>
          <p:cNvGrpSpPr/>
          <p:nvPr userDrawn="1"/>
        </p:nvGrpSpPr>
        <p:grpSpPr>
          <a:xfrm>
            <a:off x="10242043" y="390759"/>
            <a:ext cx="1541628" cy="262784"/>
            <a:chOff x="858380" y="3171155"/>
            <a:chExt cx="4884170" cy="832550"/>
          </a:xfrm>
        </p:grpSpPr>
        <p:sp>
          <p:nvSpPr>
            <p:cNvPr id="8" name="Forma libre: forma 7">
              <a:extLst>
                <a:ext uri="{FF2B5EF4-FFF2-40B4-BE49-F238E27FC236}">
                  <a16:creationId xmlns:a16="http://schemas.microsoft.com/office/drawing/2014/main" id="{76878B8A-67DE-921A-2CA4-50E84DDE6E9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dirty="0"/>
            </a:p>
          </p:txBody>
        </p:sp>
        <p:sp>
          <p:nvSpPr>
            <p:cNvPr id="9" name="Forma libre: forma 8">
              <a:extLst>
                <a:ext uri="{FF2B5EF4-FFF2-40B4-BE49-F238E27FC236}">
                  <a16:creationId xmlns:a16="http://schemas.microsoft.com/office/drawing/2014/main" id="{5F5BF34A-5A62-116F-894E-006EF2C1D3B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dirty="0"/>
            </a:p>
          </p:txBody>
        </p:sp>
        <p:sp>
          <p:nvSpPr>
            <p:cNvPr id="10" name="Forma libre: forma 9">
              <a:extLst>
                <a:ext uri="{FF2B5EF4-FFF2-40B4-BE49-F238E27FC236}">
                  <a16:creationId xmlns:a16="http://schemas.microsoft.com/office/drawing/2014/main" id="{FF49645E-5D0D-6CD6-6E72-3BDD398A175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dirty="0"/>
            </a:p>
          </p:txBody>
        </p:sp>
        <p:sp>
          <p:nvSpPr>
            <p:cNvPr id="11" name="Forma libre: forma 10">
              <a:extLst>
                <a:ext uri="{FF2B5EF4-FFF2-40B4-BE49-F238E27FC236}">
                  <a16:creationId xmlns:a16="http://schemas.microsoft.com/office/drawing/2014/main" id="{CC081B49-19BA-C1E5-2D13-83FFBE386EBE}"/>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dirty="0"/>
            </a:p>
          </p:txBody>
        </p:sp>
        <p:sp>
          <p:nvSpPr>
            <p:cNvPr id="12" name="Forma libre: forma 11">
              <a:extLst>
                <a:ext uri="{FF2B5EF4-FFF2-40B4-BE49-F238E27FC236}">
                  <a16:creationId xmlns:a16="http://schemas.microsoft.com/office/drawing/2014/main" id="{B1061465-C7BB-9B0B-6F29-A9C17658014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dirty="0"/>
            </a:p>
          </p:txBody>
        </p:sp>
        <p:sp>
          <p:nvSpPr>
            <p:cNvPr id="13" name="Forma libre: forma 12">
              <a:extLst>
                <a:ext uri="{FF2B5EF4-FFF2-40B4-BE49-F238E27FC236}">
                  <a16:creationId xmlns:a16="http://schemas.microsoft.com/office/drawing/2014/main" id="{CFC72754-C494-65ED-FA59-DE05ED93A923}"/>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dirty="0"/>
            </a:p>
          </p:txBody>
        </p:sp>
        <p:sp>
          <p:nvSpPr>
            <p:cNvPr id="14" name="Forma libre: forma 13">
              <a:extLst>
                <a:ext uri="{FF2B5EF4-FFF2-40B4-BE49-F238E27FC236}">
                  <a16:creationId xmlns:a16="http://schemas.microsoft.com/office/drawing/2014/main" id="{D153437B-43D5-4A9A-BAC4-6D65D8AE8862}"/>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dirty="0"/>
            </a:p>
          </p:txBody>
        </p:sp>
        <p:sp>
          <p:nvSpPr>
            <p:cNvPr id="15" name="Forma libre: forma 14">
              <a:extLst>
                <a:ext uri="{FF2B5EF4-FFF2-40B4-BE49-F238E27FC236}">
                  <a16:creationId xmlns:a16="http://schemas.microsoft.com/office/drawing/2014/main" id="{CD7325D5-BDC4-3BE9-C641-B50C3C3AC522}"/>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dirty="0"/>
            </a:p>
          </p:txBody>
        </p:sp>
        <p:sp>
          <p:nvSpPr>
            <p:cNvPr id="16" name="Forma libre: forma 15">
              <a:extLst>
                <a:ext uri="{FF2B5EF4-FFF2-40B4-BE49-F238E27FC236}">
                  <a16:creationId xmlns:a16="http://schemas.microsoft.com/office/drawing/2014/main" id="{B56B63CC-F116-11B4-A5EF-CAAE6C24035D}"/>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dirty="0"/>
            </a:p>
          </p:txBody>
        </p:sp>
        <p:sp>
          <p:nvSpPr>
            <p:cNvPr id="17" name="Forma libre: forma 16">
              <a:extLst>
                <a:ext uri="{FF2B5EF4-FFF2-40B4-BE49-F238E27FC236}">
                  <a16:creationId xmlns:a16="http://schemas.microsoft.com/office/drawing/2014/main" id="{CFE481F2-F671-6FDC-54AB-709A1DFEE8B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dirty="0"/>
            </a:p>
          </p:txBody>
        </p:sp>
        <p:sp>
          <p:nvSpPr>
            <p:cNvPr id="18" name="Forma libre: forma 17">
              <a:extLst>
                <a:ext uri="{FF2B5EF4-FFF2-40B4-BE49-F238E27FC236}">
                  <a16:creationId xmlns:a16="http://schemas.microsoft.com/office/drawing/2014/main" id="{C696717D-BFFB-DD50-A235-782B61CB5D14}"/>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dirty="0"/>
            </a:p>
          </p:txBody>
        </p:sp>
        <p:sp>
          <p:nvSpPr>
            <p:cNvPr id="19" name="Forma libre: forma 18">
              <a:extLst>
                <a:ext uri="{FF2B5EF4-FFF2-40B4-BE49-F238E27FC236}">
                  <a16:creationId xmlns:a16="http://schemas.microsoft.com/office/drawing/2014/main" id="{1FC35BC1-F437-F1CB-CC50-C19B80119F8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dirty="0"/>
            </a:p>
          </p:txBody>
        </p:sp>
        <p:sp>
          <p:nvSpPr>
            <p:cNvPr id="20" name="Forma libre: forma 19">
              <a:extLst>
                <a:ext uri="{FF2B5EF4-FFF2-40B4-BE49-F238E27FC236}">
                  <a16:creationId xmlns:a16="http://schemas.microsoft.com/office/drawing/2014/main" id="{ED4C4F8E-963C-1194-CE10-C13F742E6DCB}"/>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dirty="0"/>
            </a:p>
          </p:txBody>
        </p:sp>
        <p:sp>
          <p:nvSpPr>
            <p:cNvPr id="21" name="Forma libre: forma 20">
              <a:extLst>
                <a:ext uri="{FF2B5EF4-FFF2-40B4-BE49-F238E27FC236}">
                  <a16:creationId xmlns:a16="http://schemas.microsoft.com/office/drawing/2014/main" id="{7FEFBE04-0FB4-9240-96F2-114E97D9469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dirty="0"/>
            </a:p>
          </p:txBody>
        </p:sp>
        <p:sp>
          <p:nvSpPr>
            <p:cNvPr id="22" name="Forma libre: forma 21">
              <a:extLst>
                <a:ext uri="{FF2B5EF4-FFF2-40B4-BE49-F238E27FC236}">
                  <a16:creationId xmlns:a16="http://schemas.microsoft.com/office/drawing/2014/main" id="{9F4FFBF9-1233-0987-C675-2F74A577B25D}"/>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dirty="0"/>
            </a:p>
          </p:txBody>
        </p:sp>
        <p:sp>
          <p:nvSpPr>
            <p:cNvPr id="23" name="Forma libre: forma 22">
              <a:extLst>
                <a:ext uri="{FF2B5EF4-FFF2-40B4-BE49-F238E27FC236}">
                  <a16:creationId xmlns:a16="http://schemas.microsoft.com/office/drawing/2014/main" id="{BC4FA3A3-4131-AB0B-DD93-75C69DED3A8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dirty="0"/>
            </a:p>
          </p:txBody>
        </p:sp>
      </p:grpSp>
    </p:spTree>
    <p:extLst>
      <p:ext uri="{BB962C8B-B14F-4D97-AF65-F5344CB8AC3E}">
        <p14:creationId xmlns:p14="http://schemas.microsoft.com/office/powerpoint/2010/main" val="18552400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6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EEB8821E-36BC-01B3-8A8F-E53DFB4E1132}"/>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7FC3FE16-FAEC-5F05-D1A8-330217CD69E0}"/>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230C1E9-2214-7DDD-438B-D2EDB159846D}"/>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93C562EC-C454-7D7D-015D-EBF18C7326B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40B32349-16AD-40D5-6E80-72101ED622A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5695A172-64D8-2F07-916D-65DA50ADC82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89DC5A09-60E2-81CA-C0CE-A4CD590AF03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A8DE57DD-55C0-38B6-1DB3-4776769DE3C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1F5F8EF8-A063-8981-787E-87598B24EA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0C2417B9-AA90-636B-92A1-1041A1C7B91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F031F858-48E3-86FD-7B7A-6B1B7713D07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2C9A0216-A4ED-552A-93B4-D3CD45C4632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4BF1BDFB-98FC-486F-FDF7-6C9C8A020FA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D8CA06E2-A0A3-DA6B-EC5F-0633037B0B9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FF56A072-C105-5EEE-4099-4B080B79646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7F235A9-33B5-A443-3F8E-14D1D997EA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080271BE-920D-2BB3-9EBB-28B0EC1CBF0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6F4E2B01-7CD5-4ED3-6832-7C3E374049B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5B9E8D18-56B6-0235-4F75-8F82493433F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50959225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5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EEB8821E-36BC-01B3-8A8F-E53DFB4E1132}"/>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7FC3FE16-FAEC-5F05-D1A8-330217CD69E0}"/>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230C1E9-2214-7DDD-438B-D2EDB159846D}"/>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93C562EC-C454-7D7D-015D-EBF18C7326B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40B32349-16AD-40D5-6E80-72101ED622A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5695A172-64D8-2F07-916D-65DA50ADC82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89DC5A09-60E2-81CA-C0CE-A4CD590AF03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A8DE57DD-55C0-38B6-1DB3-4776769DE3C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1F5F8EF8-A063-8981-787E-87598B24EA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0C2417B9-AA90-636B-92A1-1041A1C7B91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F031F858-48E3-86FD-7B7A-6B1B7713D07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2C9A0216-A4ED-552A-93B4-D3CD45C4632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4BF1BDFB-98FC-486F-FDF7-6C9C8A020FA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D8CA06E2-A0A3-DA6B-EC5F-0633037B0B9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FF56A072-C105-5EEE-4099-4B080B79646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B7F235A9-33B5-A443-3F8E-14D1D997EA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080271BE-920D-2BB3-9EBB-28B0EC1CBF0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6F4E2B01-7CD5-4ED3-6832-7C3E374049B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5B9E8D18-56B6-0235-4F75-8F82493433F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365221084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BBFECC-08BA-1150-2787-13EEAB2F3DF7}"/>
              </a:ext>
            </a:extLst>
          </p:cNvPr>
          <p:cNvSpPr>
            <a:spLocks noGrp="1"/>
          </p:cNvSpPr>
          <p:nvPr>
            <p:ph type="ftr" sz="quarter" idx="10"/>
          </p:nvPr>
        </p:nvSpPr>
        <p:spPr/>
        <p:txBody>
          <a:bodyPr/>
          <a:lstStyle/>
          <a:p>
            <a:endParaRPr lang="en-US"/>
          </a:p>
        </p:txBody>
      </p:sp>
      <p:sp>
        <p:nvSpPr>
          <p:cNvPr id="3" name="Date Placeholder 2">
            <a:extLst>
              <a:ext uri="{FF2B5EF4-FFF2-40B4-BE49-F238E27FC236}">
                <a16:creationId xmlns:a16="http://schemas.microsoft.com/office/drawing/2014/main" id="{69E2C0D5-B541-167B-1DED-39EB1B4B8021}"/>
              </a:ext>
            </a:extLst>
          </p:cNvPr>
          <p:cNvSpPr>
            <a:spLocks noGrp="1"/>
          </p:cNvSpPr>
          <p:nvPr>
            <p:ph type="dt" sz="half" idx="11"/>
          </p:nvPr>
        </p:nvSpPr>
        <p:spPr/>
        <p:txBody>
          <a:bodyPr/>
          <a:lstStyle/>
          <a:p>
            <a:endParaRPr lang="en-US"/>
          </a:p>
        </p:txBody>
      </p:sp>
      <p:sp>
        <p:nvSpPr>
          <p:cNvPr id="4" name="Slide Number Placeholder 3">
            <a:extLst>
              <a:ext uri="{FF2B5EF4-FFF2-40B4-BE49-F238E27FC236}">
                <a16:creationId xmlns:a16="http://schemas.microsoft.com/office/drawing/2014/main" id="{C734CC6D-A5DA-CA2E-3D76-CEEA9F6A9AA1}"/>
              </a:ext>
            </a:extLst>
          </p:cNvPr>
          <p:cNvSpPr>
            <a:spLocks noGrp="1"/>
          </p:cNvSpPr>
          <p:nvPr>
            <p:ph type="sldNum" sz="quarter" idx="12"/>
          </p:nvPr>
        </p:nvSpPr>
        <p:spPr/>
        <p:txBody>
          <a:bodyPr/>
          <a:lstStyle/>
          <a:p>
            <a:fld id="{370654C4-BFE8-FB48-BCB0-24DEFEF3CA44}" type="slidenum">
              <a:rPr lang="en-US" smtClean="0"/>
              <a:pPr/>
              <a:t>‹#›</a:t>
            </a:fld>
            <a:endParaRPr lang="en-US"/>
          </a:p>
        </p:txBody>
      </p:sp>
    </p:spTree>
    <p:extLst>
      <p:ext uri="{BB962C8B-B14F-4D97-AF65-F5344CB8AC3E}">
        <p14:creationId xmlns:p14="http://schemas.microsoft.com/office/powerpoint/2010/main" val="116588673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7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1C1DFE0D-0FAF-C00F-0A97-7136E078C53E}"/>
              </a:ext>
            </a:extLst>
          </p:cNvPr>
          <p:cNvSpPr>
            <a:spLocks noGrp="1"/>
          </p:cNvSpPr>
          <p:nvPr>
            <p:ph type="title"/>
          </p:nvPr>
        </p:nvSpPr>
        <p:spPr>
          <a:xfrm>
            <a:off x="406798" y="177982"/>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D917F8DE-39A9-D563-702C-7ED22E3C66B4}"/>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BBE9FBE0-C9CB-0A46-3BFA-C24EBA40F226}"/>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4126D621-36C1-AD12-3A48-8DA04466C414}"/>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8" name="Forma libre: forma 7">
              <a:extLst>
                <a:ext uri="{FF2B5EF4-FFF2-40B4-BE49-F238E27FC236}">
                  <a16:creationId xmlns:a16="http://schemas.microsoft.com/office/drawing/2014/main" id="{81F884AF-E27E-0D07-91FE-1E8E2EC7B83B}"/>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9" name="Forma libre: forma 8">
              <a:extLst>
                <a:ext uri="{FF2B5EF4-FFF2-40B4-BE49-F238E27FC236}">
                  <a16:creationId xmlns:a16="http://schemas.microsoft.com/office/drawing/2014/main" id="{374ED967-6461-E598-7289-4526A6E86A9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0" name="Forma libre: forma 9">
              <a:extLst>
                <a:ext uri="{FF2B5EF4-FFF2-40B4-BE49-F238E27FC236}">
                  <a16:creationId xmlns:a16="http://schemas.microsoft.com/office/drawing/2014/main" id="{78E93AE3-1E41-6B1F-6E12-14006F3DE6CE}"/>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5C753C55-AC3F-2008-0DB1-840EA635A4DB}"/>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C9EC214E-55DB-6BB4-F598-6A2F5F78ABA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13" name="Forma libre: forma 12">
              <a:extLst>
                <a:ext uri="{FF2B5EF4-FFF2-40B4-BE49-F238E27FC236}">
                  <a16:creationId xmlns:a16="http://schemas.microsoft.com/office/drawing/2014/main" id="{2877FB19-B943-AE81-A2A1-9C79033AAA3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14" name="Forma libre: forma 13">
              <a:extLst>
                <a:ext uri="{FF2B5EF4-FFF2-40B4-BE49-F238E27FC236}">
                  <a16:creationId xmlns:a16="http://schemas.microsoft.com/office/drawing/2014/main" id="{1B0B0BA5-C6A9-80A2-D0A2-E4C3FB60AC3D}"/>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15" name="Forma libre: forma 14">
              <a:extLst>
                <a:ext uri="{FF2B5EF4-FFF2-40B4-BE49-F238E27FC236}">
                  <a16:creationId xmlns:a16="http://schemas.microsoft.com/office/drawing/2014/main" id="{D688DDA1-0E37-EF2B-51F0-3EFF9AB3A98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16" name="Forma libre: forma 15">
              <a:extLst>
                <a:ext uri="{FF2B5EF4-FFF2-40B4-BE49-F238E27FC236}">
                  <a16:creationId xmlns:a16="http://schemas.microsoft.com/office/drawing/2014/main" id="{BDC98B16-0441-BD14-F43C-BBCA2144446E}"/>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7" name="Forma libre: forma 16">
              <a:extLst>
                <a:ext uri="{FF2B5EF4-FFF2-40B4-BE49-F238E27FC236}">
                  <a16:creationId xmlns:a16="http://schemas.microsoft.com/office/drawing/2014/main" id="{12C4A174-8492-5218-AB47-2165EDCB44C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18" name="Forma libre: forma 17">
              <a:extLst>
                <a:ext uri="{FF2B5EF4-FFF2-40B4-BE49-F238E27FC236}">
                  <a16:creationId xmlns:a16="http://schemas.microsoft.com/office/drawing/2014/main" id="{0EFFCA25-E6A9-933F-5223-6DE5951AC268}"/>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19" name="Forma libre: forma 18">
              <a:extLst>
                <a:ext uri="{FF2B5EF4-FFF2-40B4-BE49-F238E27FC236}">
                  <a16:creationId xmlns:a16="http://schemas.microsoft.com/office/drawing/2014/main" id="{21AF754B-004F-E1D5-30E6-4948BAA06E8D}"/>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20" name="Forma libre: forma 19">
              <a:extLst>
                <a:ext uri="{FF2B5EF4-FFF2-40B4-BE49-F238E27FC236}">
                  <a16:creationId xmlns:a16="http://schemas.microsoft.com/office/drawing/2014/main" id="{B99D45EF-6CCA-D513-3883-657E2132D107}"/>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21" name="Forma libre: forma 20">
              <a:extLst>
                <a:ext uri="{FF2B5EF4-FFF2-40B4-BE49-F238E27FC236}">
                  <a16:creationId xmlns:a16="http://schemas.microsoft.com/office/drawing/2014/main" id="{EE6953CC-DA5E-3C8B-16EC-8450DFC4693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22" name="Forma libre: forma 21">
              <a:extLst>
                <a:ext uri="{FF2B5EF4-FFF2-40B4-BE49-F238E27FC236}">
                  <a16:creationId xmlns:a16="http://schemas.microsoft.com/office/drawing/2014/main" id="{65BC55D8-C055-2607-AE05-5E841279B19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Tree>
    <p:extLst>
      <p:ext uri="{BB962C8B-B14F-4D97-AF65-F5344CB8AC3E}">
        <p14:creationId xmlns:p14="http://schemas.microsoft.com/office/powerpoint/2010/main" val="143996193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Sand">
    <p:bg>
      <p:bgRef idx="1001">
        <a:schemeClr val="bg1"/>
      </p:bgRef>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4BB08633-C0B6-8A81-08D3-662550E78EB6}"/>
              </a:ext>
            </a:extLst>
          </p:cNvPr>
          <p:cNvSpPr>
            <a:spLocks noGrp="1"/>
          </p:cNvSpPr>
          <p:nvPr>
            <p:ph type="pic" sz="quarter" idx="18" hasCustomPrompt="1"/>
          </p:nvPr>
        </p:nvSpPr>
        <p:spPr>
          <a:xfrm>
            <a:off x="7752292" y="1628800"/>
            <a:ext cx="3006126" cy="4806910"/>
          </a:xfrm>
          <a:prstGeom prst="roundRect">
            <a:avLst>
              <a:gd name="adj" fmla="val 4173"/>
            </a:avLst>
          </a:prstGeom>
        </p:spPr>
        <p:txBody>
          <a:bodyPr/>
          <a:lstStyle/>
          <a:p>
            <a:r>
              <a:rPr lang="en-US" noProof="0" dirty="0"/>
              <a:t>Click on the icon to add an image</a:t>
            </a:r>
          </a:p>
        </p:txBody>
      </p:sp>
      <p:sp>
        <p:nvSpPr>
          <p:cNvPr id="5" name="Text Placeholder 6">
            <a:extLst>
              <a:ext uri="{FF2B5EF4-FFF2-40B4-BE49-F238E27FC236}">
                <a16:creationId xmlns:a16="http://schemas.microsoft.com/office/drawing/2014/main" id="{58BB3402-E7FB-3B3C-7679-80E2A129EDB4}"/>
              </a:ext>
            </a:extLst>
          </p:cNvPr>
          <p:cNvSpPr>
            <a:spLocks noGrp="1"/>
          </p:cNvSpPr>
          <p:nvPr>
            <p:ph type="body" sz="quarter" idx="20" hasCustomPrompt="1"/>
          </p:nvPr>
        </p:nvSpPr>
        <p:spPr>
          <a:xfrm>
            <a:off x="406998" y="3429000"/>
            <a:ext cx="5689176" cy="2880320"/>
          </a:xfrm>
          <a:prstGeom prst="rect">
            <a:avLst/>
          </a:prstGeom>
        </p:spPr>
        <p:txBody>
          <a:bodyPr anchor="t">
            <a:normAutofit/>
          </a:bodyPr>
          <a:lstStyle>
            <a:lvl1pPr>
              <a:lnSpc>
                <a:spcPct val="100000"/>
              </a:lnSpc>
              <a:defRPr sz="4800" b="1" i="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Section Holder</a:t>
            </a:r>
          </a:p>
        </p:txBody>
      </p:sp>
      <p:sp>
        <p:nvSpPr>
          <p:cNvPr id="3" name="Marcador de número de diapositiva 5">
            <a:extLst>
              <a:ext uri="{FF2B5EF4-FFF2-40B4-BE49-F238E27FC236}">
                <a16:creationId xmlns:a16="http://schemas.microsoft.com/office/drawing/2014/main" id="{7DD4BBEF-5908-B876-ACBA-8EC38B9FEC75}"/>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n-US" smtClean="0"/>
              <a:pPr/>
              <a:t>‹#›</a:t>
            </a:fld>
            <a:endParaRPr lang="en-US" dirty="0"/>
          </a:p>
        </p:txBody>
      </p:sp>
      <p:grpSp>
        <p:nvGrpSpPr>
          <p:cNvPr id="18" name="Grupo 17">
            <a:extLst>
              <a:ext uri="{FF2B5EF4-FFF2-40B4-BE49-F238E27FC236}">
                <a16:creationId xmlns:a16="http://schemas.microsoft.com/office/drawing/2014/main" id="{460EDEA1-D5B1-D71B-7191-9D2374FB997B}"/>
              </a:ext>
            </a:extLst>
          </p:cNvPr>
          <p:cNvGrpSpPr/>
          <p:nvPr userDrawn="1"/>
        </p:nvGrpSpPr>
        <p:grpSpPr>
          <a:xfrm>
            <a:off x="10258343" y="368606"/>
            <a:ext cx="1552573" cy="264633"/>
            <a:chOff x="20515348" y="737210"/>
            <a:chExt cx="3104944" cy="529266"/>
          </a:xfrm>
        </p:grpSpPr>
        <p:sp>
          <p:nvSpPr>
            <p:cNvPr id="19" name="Forma libre: forma 18">
              <a:extLst>
                <a:ext uri="{FF2B5EF4-FFF2-40B4-BE49-F238E27FC236}">
                  <a16:creationId xmlns:a16="http://schemas.microsoft.com/office/drawing/2014/main" id="{C521BADC-6A71-1EDD-3973-CFD5FEEA32E4}"/>
                </a:ext>
              </a:extLst>
            </p:cNvPr>
            <p:cNvSpPr/>
            <p:nvPr/>
          </p:nvSpPr>
          <p:spPr>
            <a:xfrm>
              <a:off x="21187483" y="856967"/>
              <a:ext cx="221251" cy="289836"/>
            </a:xfrm>
            <a:custGeom>
              <a:avLst/>
              <a:gdLst>
                <a:gd name="connsiteX0" fmla="*/ 183895 w 221251"/>
                <a:gd name="connsiteY0" fmla="*/ 147165 h 289836"/>
                <a:gd name="connsiteX1" fmla="*/ 136703 w 221251"/>
                <a:gd name="connsiteY1" fmla="*/ 128093 h 289836"/>
                <a:gd name="connsiteX2" fmla="*/ 102183 w 221251"/>
                <a:gd name="connsiteY2" fmla="*/ 118854 h 289836"/>
                <a:gd name="connsiteX3" fmla="*/ 65226 w 221251"/>
                <a:gd name="connsiteY3" fmla="*/ 103003 h 289836"/>
                <a:gd name="connsiteX4" fmla="*/ 52384 w 221251"/>
                <a:gd name="connsiteY4" fmla="*/ 75900 h 289836"/>
                <a:gd name="connsiteX5" fmla="*/ 68256 w 221251"/>
                <a:gd name="connsiteY5" fmla="*/ 48203 h 289836"/>
                <a:gd name="connsiteX6" fmla="*/ 110638 w 221251"/>
                <a:gd name="connsiteY6" fmla="*/ 37756 h 289836"/>
                <a:gd name="connsiteX7" fmla="*/ 154186 w 221251"/>
                <a:gd name="connsiteY7" fmla="*/ 49199 h 289836"/>
                <a:gd name="connsiteX8" fmla="*/ 179615 w 221251"/>
                <a:gd name="connsiteY8" fmla="*/ 84736 h 289836"/>
                <a:gd name="connsiteX9" fmla="*/ 216148 w 221251"/>
                <a:gd name="connsiteY9" fmla="*/ 71089 h 289836"/>
                <a:gd name="connsiteX10" fmla="*/ 194470 w 221251"/>
                <a:gd name="connsiteY10" fmla="*/ 31929 h 289836"/>
                <a:gd name="connsiteX11" fmla="*/ 158445 w 221251"/>
                <a:gd name="connsiteY11" fmla="*/ 8258 h 289836"/>
                <a:gd name="connsiteX12" fmla="*/ 110066 w 221251"/>
                <a:gd name="connsiteY12" fmla="*/ 15 h 289836"/>
                <a:gd name="connsiteX13" fmla="*/ 57258 w 221251"/>
                <a:gd name="connsiteY13" fmla="*/ 10059 h 289836"/>
                <a:gd name="connsiteX14" fmla="*/ 21933 w 221251"/>
                <a:gd name="connsiteY14" fmla="*/ 37968 h 289836"/>
                <a:gd name="connsiteX15" fmla="*/ 9218 w 221251"/>
                <a:gd name="connsiteY15" fmla="*/ 79121 h 289836"/>
                <a:gd name="connsiteX16" fmla="*/ 42530 w 221251"/>
                <a:gd name="connsiteY16" fmla="*/ 139748 h 289836"/>
                <a:gd name="connsiteX17" fmla="*/ 83810 w 221251"/>
                <a:gd name="connsiteY17" fmla="*/ 157337 h 289836"/>
                <a:gd name="connsiteX18" fmla="*/ 118352 w 221251"/>
                <a:gd name="connsiteY18" fmla="*/ 166555 h 289836"/>
                <a:gd name="connsiteX19" fmla="*/ 153274 w 221251"/>
                <a:gd name="connsiteY19" fmla="*/ 178613 h 289836"/>
                <a:gd name="connsiteX20" fmla="*/ 172749 w 221251"/>
                <a:gd name="connsiteY20" fmla="*/ 193256 h 289836"/>
                <a:gd name="connsiteX21" fmla="*/ 178979 w 221251"/>
                <a:gd name="connsiteY21" fmla="*/ 212327 h 289836"/>
                <a:gd name="connsiteX22" fmla="*/ 161306 w 221251"/>
                <a:gd name="connsiteY22" fmla="*/ 241253 h 289836"/>
                <a:gd name="connsiteX23" fmla="*/ 113923 w 221251"/>
                <a:gd name="connsiteY23" fmla="*/ 252082 h 289836"/>
                <a:gd name="connsiteX24" fmla="*/ 63933 w 221251"/>
                <a:gd name="connsiteY24" fmla="*/ 237036 h 289836"/>
                <a:gd name="connsiteX25" fmla="*/ 36025 w 221251"/>
                <a:gd name="connsiteY25" fmla="*/ 198278 h 289836"/>
                <a:gd name="connsiteX26" fmla="*/ 0 w 221251"/>
                <a:gd name="connsiteY26" fmla="*/ 213535 h 289836"/>
                <a:gd name="connsiteX27" fmla="*/ 23480 w 221251"/>
                <a:gd name="connsiteY27" fmla="*/ 254095 h 289836"/>
                <a:gd name="connsiteX28" fmla="*/ 62429 w 221251"/>
                <a:gd name="connsiteY28" fmla="*/ 280584 h 289836"/>
                <a:gd name="connsiteX29" fmla="*/ 114029 w 221251"/>
                <a:gd name="connsiteY29" fmla="*/ 289823 h 289836"/>
                <a:gd name="connsiteX30" fmla="*/ 171054 w 221251"/>
                <a:gd name="connsiteY30" fmla="*/ 279588 h 289836"/>
                <a:gd name="connsiteX31" fmla="*/ 208201 w 221251"/>
                <a:gd name="connsiteY31" fmla="*/ 251276 h 289836"/>
                <a:gd name="connsiteX32" fmla="*/ 221234 w 221251"/>
                <a:gd name="connsiteY32" fmla="*/ 208725 h 289836"/>
                <a:gd name="connsiteX33" fmla="*/ 211995 w 221251"/>
                <a:gd name="connsiteY33" fmla="*/ 173781 h 289836"/>
                <a:gd name="connsiteX34" fmla="*/ 183895 w 221251"/>
                <a:gd name="connsiteY34" fmla="*/ 147165 h 28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251" h="289836">
                  <a:moveTo>
                    <a:pt x="183895" y="147165"/>
                  </a:moveTo>
                  <a:cubicBezTo>
                    <a:pt x="171435" y="139536"/>
                    <a:pt x="155705" y="133179"/>
                    <a:pt x="136703" y="128093"/>
                  </a:cubicBezTo>
                  <a:lnTo>
                    <a:pt x="102183" y="118854"/>
                  </a:lnTo>
                  <a:cubicBezTo>
                    <a:pt x="86120" y="114319"/>
                    <a:pt x="73802" y="109036"/>
                    <a:pt x="65226" y="103003"/>
                  </a:cubicBezTo>
                  <a:cubicBezTo>
                    <a:pt x="56650" y="96970"/>
                    <a:pt x="52369" y="87936"/>
                    <a:pt x="52384" y="75900"/>
                  </a:cubicBezTo>
                  <a:cubicBezTo>
                    <a:pt x="52384" y="64387"/>
                    <a:pt x="57675" y="55154"/>
                    <a:pt x="68256" y="48203"/>
                  </a:cubicBezTo>
                  <a:cubicBezTo>
                    <a:pt x="78837" y="41253"/>
                    <a:pt x="92965" y="37771"/>
                    <a:pt x="110638" y="37756"/>
                  </a:cubicBezTo>
                  <a:cubicBezTo>
                    <a:pt x="127491" y="37756"/>
                    <a:pt x="142007" y="41570"/>
                    <a:pt x="154186" y="49199"/>
                  </a:cubicBezTo>
                  <a:cubicBezTo>
                    <a:pt x="166364" y="56828"/>
                    <a:pt x="174840" y="68674"/>
                    <a:pt x="179615" y="84736"/>
                  </a:cubicBezTo>
                  <a:lnTo>
                    <a:pt x="216148" y="71089"/>
                  </a:lnTo>
                  <a:cubicBezTo>
                    <a:pt x="212018" y="56548"/>
                    <a:pt x="204601" y="43149"/>
                    <a:pt x="194470" y="31929"/>
                  </a:cubicBezTo>
                  <a:cubicBezTo>
                    <a:pt x="184440" y="21375"/>
                    <a:pt x="172113" y="13276"/>
                    <a:pt x="158445" y="8258"/>
                  </a:cubicBezTo>
                  <a:cubicBezTo>
                    <a:pt x="142961" y="2564"/>
                    <a:pt x="126561" y="-231"/>
                    <a:pt x="110066" y="15"/>
                  </a:cubicBezTo>
                  <a:cubicBezTo>
                    <a:pt x="89977" y="15"/>
                    <a:pt x="72374" y="3363"/>
                    <a:pt x="57258" y="10059"/>
                  </a:cubicBezTo>
                  <a:cubicBezTo>
                    <a:pt x="43147" y="15948"/>
                    <a:pt x="30928" y="25603"/>
                    <a:pt x="21933" y="37968"/>
                  </a:cubicBezTo>
                  <a:cubicBezTo>
                    <a:pt x="13437" y="49990"/>
                    <a:pt x="8985" y="64402"/>
                    <a:pt x="9218" y="79121"/>
                  </a:cubicBezTo>
                  <a:cubicBezTo>
                    <a:pt x="8491" y="103878"/>
                    <a:pt x="21242" y="127087"/>
                    <a:pt x="42530" y="139748"/>
                  </a:cubicBezTo>
                  <a:cubicBezTo>
                    <a:pt x="55349" y="147614"/>
                    <a:pt x="69258" y="153539"/>
                    <a:pt x="83810" y="157337"/>
                  </a:cubicBezTo>
                  <a:lnTo>
                    <a:pt x="118352" y="166555"/>
                  </a:lnTo>
                  <a:cubicBezTo>
                    <a:pt x="130350" y="169450"/>
                    <a:pt x="142045" y="173489"/>
                    <a:pt x="153274" y="178613"/>
                  </a:cubicBezTo>
                  <a:cubicBezTo>
                    <a:pt x="160818" y="181910"/>
                    <a:pt x="167487" y="186924"/>
                    <a:pt x="172749" y="193256"/>
                  </a:cubicBezTo>
                  <a:cubicBezTo>
                    <a:pt x="176900" y="198738"/>
                    <a:pt x="179096" y="205453"/>
                    <a:pt x="178979" y="212327"/>
                  </a:cubicBezTo>
                  <a:cubicBezTo>
                    <a:pt x="178979" y="224379"/>
                    <a:pt x="173088" y="234021"/>
                    <a:pt x="161306" y="241253"/>
                  </a:cubicBezTo>
                  <a:cubicBezTo>
                    <a:pt x="149524" y="248486"/>
                    <a:pt x="133730" y="252097"/>
                    <a:pt x="113923" y="252082"/>
                  </a:cubicBezTo>
                  <a:cubicBezTo>
                    <a:pt x="93848" y="252082"/>
                    <a:pt x="77184" y="247066"/>
                    <a:pt x="63933" y="237036"/>
                  </a:cubicBezTo>
                  <a:cubicBezTo>
                    <a:pt x="50888" y="227273"/>
                    <a:pt x="41147" y="213747"/>
                    <a:pt x="36025" y="198278"/>
                  </a:cubicBezTo>
                  <a:lnTo>
                    <a:pt x="0" y="213535"/>
                  </a:lnTo>
                  <a:cubicBezTo>
                    <a:pt x="4806" y="228591"/>
                    <a:pt x="12816" y="242429"/>
                    <a:pt x="23480" y="254095"/>
                  </a:cubicBezTo>
                  <a:cubicBezTo>
                    <a:pt x="34287" y="265763"/>
                    <a:pt x="47606" y="274820"/>
                    <a:pt x="62429" y="280584"/>
                  </a:cubicBezTo>
                  <a:cubicBezTo>
                    <a:pt x="78879" y="286939"/>
                    <a:pt x="96396" y="290075"/>
                    <a:pt x="114029" y="289823"/>
                  </a:cubicBezTo>
                  <a:cubicBezTo>
                    <a:pt x="135982" y="289823"/>
                    <a:pt x="154991" y="286411"/>
                    <a:pt x="171054" y="279588"/>
                  </a:cubicBezTo>
                  <a:cubicBezTo>
                    <a:pt x="187116" y="272764"/>
                    <a:pt x="199498" y="263328"/>
                    <a:pt x="208201" y="251276"/>
                  </a:cubicBezTo>
                  <a:cubicBezTo>
                    <a:pt x="217006" y="238863"/>
                    <a:pt x="221577" y="223940"/>
                    <a:pt x="221234" y="208725"/>
                  </a:cubicBezTo>
                  <a:cubicBezTo>
                    <a:pt x="221463" y="196445"/>
                    <a:pt x="218263" y="184345"/>
                    <a:pt x="211995" y="173781"/>
                  </a:cubicBezTo>
                  <a:cubicBezTo>
                    <a:pt x="204910" y="162774"/>
                    <a:pt x="195271" y="153643"/>
                    <a:pt x="183895" y="147165"/>
                  </a:cubicBezTo>
                  <a:close/>
                </a:path>
              </a:pathLst>
            </a:custGeom>
            <a:solidFill>
              <a:srgbClr val="00A443"/>
            </a:solidFill>
            <a:ln w="2119" cap="flat">
              <a:noFill/>
              <a:prstDash val="solid"/>
              <a:miter/>
            </a:ln>
          </p:spPr>
          <p:txBody>
            <a:bodyPr rtlCol="0" anchor="ctr"/>
            <a:lstStyle/>
            <a:p>
              <a:endParaRPr lang="es-ES" sz="1092" dirty="0"/>
            </a:p>
          </p:txBody>
        </p:sp>
        <p:sp>
          <p:nvSpPr>
            <p:cNvPr id="20" name="Forma libre: forma 19">
              <a:extLst>
                <a:ext uri="{FF2B5EF4-FFF2-40B4-BE49-F238E27FC236}">
                  <a16:creationId xmlns:a16="http://schemas.microsoft.com/office/drawing/2014/main" id="{B570037C-5B21-05D1-47F1-C09C08D02971}"/>
                </a:ext>
              </a:extLst>
            </p:cNvPr>
            <p:cNvSpPr/>
            <p:nvPr/>
          </p:nvSpPr>
          <p:spPr>
            <a:xfrm>
              <a:off x="21423710" y="934471"/>
              <a:ext cx="193611" cy="211949"/>
            </a:xfrm>
            <a:custGeom>
              <a:avLst/>
              <a:gdLst>
                <a:gd name="connsiteX0" fmla="*/ 58222 w 193611"/>
                <a:gd name="connsiteY0" fmla="*/ 53407 h 211949"/>
                <a:gd name="connsiteX1" fmla="*/ 77697 w 193611"/>
                <a:gd name="connsiteY1" fmla="*/ 39951 h 211949"/>
                <a:gd name="connsiteX2" fmla="*/ 100795 w 193611"/>
                <a:gd name="connsiteY2" fmla="*/ 35331 h 211949"/>
                <a:gd name="connsiteX3" fmla="*/ 135781 w 193611"/>
                <a:gd name="connsiteY3" fmla="*/ 44782 h 211949"/>
                <a:gd name="connsiteX4" fmla="*/ 159875 w 193611"/>
                <a:gd name="connsiteY4" fmla="*/ 77099 h 211949"/>
                <a:gd name="connsiteX5" fmla="*/ 193611 w 193611"/>
                <a:gd name="connsiteY5" fmla="*/ 61036 h 211949"/>
                <a:gd name="connsiteX6" fmla="*/ 170916 w 193611"/>
                <a:gd name="connsiteY6" fmla="*/ 25499 h 211949"/>
                <a:gd name="connsiteX7" fmla="*/ 138387 w 193611"/>
                <a:gd name="connsiteY7" fmla="*/ 6024 h 211949"/>
                <a:gd name="connsiteX8" fmla="*/ 100858 w 193611"/>
                <a:gd name="connsiteY8" fmla="*/ 6 h 211949"/>
                <a:gd name="connsiteX9" fmla="*/ 60892 w 193611"/>
                <a:gd name="connsiteY9" fmla="*/ 7635 h 211949"/>
                <a:gd name="connsiteX10" fmla="*/ 28788 w 193611"/>
                <a:gd name="connsiteY10" fmla="*/ 29313 h 211949"/>
                <a:gd name="connsiteX11" fmla="*/ 7427 w 193611"/>
                <a:gd name="connsiteY11" fmla="*/ 62880 h 211949"/>
                <a:gd name="connsiteX12" fmla="*/ 10 w 193611"/>
                <a:gd name="connsiteY12" fmla="*/ 106046 h 211949"/>
                <a:gd name="connsiteX13" fmla="*/ 13064 w 193611"/>
                <a:gd name="connsiteY13" fmla="*/ 161269 h 211949"/>
                <a:gd name="connsiteX14" fmla="*/ 48898 w 193611"/>
                <a:gd name="connsiteY14" fmla="*/ 198502 h 211949"/>
                <a:gd name="connsiteX15" fmla="*/ 100710 w 193611"/>
                <a:gd name="connsiteY15" fmla="*/ 211937 h 211949"/>
                <a:gd name="connsiteX16" fmla="*/ 138239 w 193611"/>
                <a:gd name="connsiteY16" fmla="*/ 205919 h 211949"/>
                <a:gd name="connsiteX17" fmla="*/ 170767 w 193611"/>
                <a:gd name="connsiteY17" fmla="*/ 186253 h 211949"/>
                <a:gd name="connsiteX18" fmla="*/ 193463 w 193611"/>
                <a:gd name="connsiteY18" fmla="*/ 150907 h 211949"/>
                <a:gd name="connsiteX19" fmla="*/ 159812 w 193611"/>
                <a:gd name="connsiteY19" fmla="*/ 134929 h 211949"/>
                <a:gd name="connsiteX20" fmla="*/ 135717 w 193611"/>
                <a:gd name="connsiteY20" fmla="*/ 167054 h 211949"/>
                <a:gd name="connsiteX21" fmla="*/ 100795 w 193611"/>
                <a:gd name="connsiteY21" fmla="*/ 176696 h 211949"/>
                <a:gd name="connsiteX22" fmla="*/ 70470 w 193611"/>
                <a:gd name="connsiteY22" fmla="*/ 168665 h 211949"/>
                <a:gd name="connsiteX23" fmla="*/ 48389 w 193611"/>
                <a:gd name="connsiteY23" fmla="*/ 144783 h 211949"/>
                <a:gd name="connsiteX24" fmla="*/ 40167 w 193611"/>
                <a:gd name="connsiteY24" fmla="*/ 106024 h 211949"/>
                <a:gd name="connsiteX25" fmla="*/ 44978 w 193611"/>
                <a:gd name="connsiteY25" fmla="*/ 75509 h 211949"/>
                <a:gd name="connsiteX26" fmla="*/ 58222 w 193611"/>
                <a:gd name="connsiteY26" fmla="*/ 53407 h 21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3611" h="211949">
                  <a:moveTo>
                    <a:pt x="58222" y="53407"/>
                  </a:moveTo>
                  <a:cubicBezTo>
                    <a:pt x="63708" y="47618"/>
                    <a:pt x="70341" y="43034"/>
                    <a:pt x="77697" y="39951"/>
                  </a:cubicBezTo>
                  <a:cubicBezTo>
                    <a:pt x="85010" y="36882"/>
                    <a:pt x="92863" y="35312"/>
                    <a:pt x="100795" y="35331"/>
                  </a:cubicBezTo>
                  <a:cubicBezTo>
                    <a:pt x="113117" y="35102"/>
                    <a:pt x="125249" y="38381"/>
                    <a:pt x="135781" y="44782"/>
                  </a:cubicBezTo>
                  <a:cubicBezTo>
                    <a:pt x="145953" y="51082"/>
                    <a:pt x="153984" y="61856"/>
                    <a:pt x="159875" y="77099"/>
                  </a:cubicBezTo>
                  <a:lnTo>
                    <a:pt x="193611" y="61036"/>
                  </a:lnTo>
                  <a:cubicBezTo>
                    <a:pt x="189030" y="47529"/>
                    <a:pt x="181242" y="35335"/>
                    <a:pt x="170916" y="25499"/>
                  </a:cubicBezTo>
                  <a:cubicBezTo>
                    <a:pt x="161564" y="16789"/>
                    <a:pt x="150479" y="10154"/>
                    <a:pt x="138387" y="6024"/>
                  </a:cubicBezTo>
                  <a:cubicBezTo>
                    <a:pt x="126289" y="1987"/>
                    <a:pt x="113613" y="-47"/>
                    <a:pt x="100858" y="6"/>
                  </a:cubicBezTo>
                  <a:cubicBezTo>
                    <a:pt x="87160" y="-140"/>
                    <a:pt x="73573" y="2453"/>
                    <a:pt x="60892" y="7635"/>
                  </a:cubicBezTo>
                  <a:cubicBezTo>
                    <a:pt x="48843" y="12629"/>
                    <a:pt x="37923" y="20002"/>
                    <a:pt x="28788" y="29313"/>
                  </a:cubicBezTo>
                  <a:cubicBezTo>
                    <a:pt x="19398" y="38885"/>
                    <a:pt x="12121" y="50320"/>
                    <a:pt x="7427" y="62880"/>
                  </a:cubicBezTo>
                  <a:cubicBezTo>
                    <a:pt x="2331" y="76692"/>
                    <a:pt x="-183" y="91324"/>
                    <a:pt x="10" y="106046"/>
                  </a:cubicBezTo>
                  <a:cubicBezTo>
                    <a:pt x="10" y="126925"/>
                    <a:pt x="4361" y="145334"/>
                    <a:pt x="13064" y="161269"/>
                  </a:cubicBezTo>
                  <a:cubicBezTo>
                    <a:pt x="21365" y="176734"/>
                    <a:pt x="33761" y="189616"/>
                    <a:pt x="48898" y="198502"/>
                  </a:cubicBezTo>
                  <a:cubicBezTo>
                    <a:pt x="64634" y="207586"/>
                    <a:pt x="82541" y="212229"/>
                    <a:pt x="100710" y="211937"/>
                  </a:cubicBezTo>
                  <a:cubicBezTo>
                    <a:pt x="113465" y="212000"/>
                    <a:pt x="126143" y="209966"/>
                    <a:pt x="138239" y="205919"/>
                  </a:cubicBezTo>
                  <a:cubicBezTo>
                    <a:pt x="150369" y="201776"/>
                    <a:pt x="161462" y="195069"/>
                    <a:pt x="170767" y="186253"/>
                  </a:cubicBezTo>
                  <a:cubicBezTo>
                    <a:pt x="181007" y="176419"/>
                    <a:pt x="188782" y="164310"/>
                    <a:pt x="193463" y="150907"/>
                  </a:cubicBezTo>
                  <a:lnTo>
                    <a:pt x="159812" y="134929"/>
                  </a:lnTo>
                  <a:cubicBezTo>
                    <a:pt x="153920" y="149932"/>
                    <a:pt x="145889" y="160640"/>
                    <a:pt x="135717" y="167054"/>
                  </a:cubicBezTo>
                  <a:cubicBezTo>
                    <a:pt x="125247" y="173562"/>
                    <a:pt x="113121" y="176910"/>
                    <a:pt x="100795" y="176696"/>
                  </a:cubicBezTo>
                  <a:cubicBezTo>
                    <a:pt x="90148" y="176787"/>
                    <a:pt x="79676" y="174014"/>
                    <a:pt x="70470" y="168665"/>
                  </a:cubicBezTo>
                  <a:cubicBezTo>
                    <a:pt x="60956" y="163007"/>
                    <a:pt x="53284" y="154713"/>
                    <a:pt x="48389" y="144783"/>
                  </a:cubicBezTo>
                  <a:cubicBezTo>
                    <a:pt x="42907" y="134215"/>
                    <a:pt x="40167" y="121297"/>
                    <a:pt x="40167" y="106024"/>
                  </a:cubicBezTo>
                  <a:cubicBezTo>
                    <a:pt x="39976" y="95649"/>
                    <a:pt x="41604" y="85323"/>
                    <a:pt x="44978" y="75509"/>
                  </a:cubicBezTo>
                  <a:cubicBezTo>
                    <a:pt x="47800" y="67298"/>
                    <a:pt x="52312" y="59769"/>
                    <a:pt x="58222" y="53407"/>
                  </a:cubicBezTo>
                  <a:close/>
                </a:path>
              </a:pathLst>
            </a:custGeom>
            <a:solidFill>
              <a:srgbClr val="00A443"/>
            </a:solidFill>
            <a:ln w="2119" cap="flat">
              <a:noFill/>
              <a:prstDash val="solid"/>
              <a:miter/>
            </a:ln>
          </p:spPr>
          <p:txBody>
            <a:bodyPr rtlCol="0" anchor="ctr"/>
            <a:lstStyle/>
            <a:p>
              <a:endParaRPr lang="es-ES" sz="1092" dirty="0"/>
            </a:p>
          </p:txBody>
        </p:sp>
        <p:sp>
          <p:nvSpPr>
            <p:cNvPr id="21" name="Forma libre: forma 20">
              <a:extLst>
                <a:ext uri="{FF2B5EF4-FFF2-40B4-BE49-F238E27FC236}">
                  <a16:creationId xmlns:a16="http://schemas.microsoft.com/office/drawing/2014/main" id="{B8621245-68CE-65ED-6F24-D911F6844F64}"/>
                </a:ext>
              </a:extLst>
            </p:cNvPr>
            <p:cNvSpPr/>
            <p:nvPr/>
          </p:nvSpPr>
          <p:spPr>
            <a:xfrm>
              <a:off x="21627655" y="934458"/>
              <a:ext cx="206798" cy="212416"/>
            </a:xfrm>
            <a:custGeom>
              <a:avLst/>
              <a:gdLst>
                <a:gd name="connsiteX0" fmla="*/ 156566 w 206798"/>
                <a:gd name="connsiteY0" fmla="*/ 13264 h 212416"/>
                <a:gd name="connsiteX1" fmla="*/ 103165 w 206798"/>
                <a:gd name="connsiteY1" fmla="*/ 20 h 212416"/>
                <a:gd name="connsiteX2" fmla="*/ 62203 w 206798"/>
                <a:gd name="connsiteY2" fmla="*/ 7648 h 212416"/>
                <a:gd name="connsiteX3" fmla="*/ 29314 w 206798"/>
                <a:gd name="connsiteY3" fmla="*/ 29539 h 212416"/>
                <a:gd name="connsiteX4" fmla="*/ 7636 w 206798"/>
                <a:gd name="connsiteY4" fmla="*/ 63253 h 212416"/>
                <a:gd name="connsiteX5" fmla="*/ 7 w 206798"/>
                <a:gd name="connsiteY5" fmla="*/ 106017 h 212416"/>
                <a:gd name="connsiteX6" fmla="*/ 13464 w 206798"/>
                <a:gd name="connsiteY6" fmla="*/ 161431 h 212416"/>
                <a:gd name="connsiteX7" fmla="*/ 50399 w 206798"/>
                <a:gd name="connsiteY7" fmla="*/ 198982 h 212416"/>
                <a:gd name="connsiteX8" fmla="*/ 144551 w 206798"/>
                <a:gd name="connsiteY8" fmla="*/ 204597 h 212416"/>
                <a:gd name="connsiteX9" fmla="*/ 177482 w 206798"/>
                <a:gd name="connsiteY9" fmla="*/ 182707 h 212416"/>
                <a:gd name="connsiteX10" fmla="*/ 199160 w 206798"/>
                <a:gd name="connsiteY10" fmla="*/ 149183 h 212416"/>
                <a:gd name="connsiteX11" fmla="*/ 206789 w 206798"/>
                <a:gd name="connsiteY11" fmla="*/ 106017 h 212416"/>
                <a:gd name="connsiteX12" fmla="*/ 193354 w 206798"/>
                <a:gd name="connsiteY12" fmla="*/ 50412 h 212416"/>
                <a:gd name="connsiteX13" fmla="*/ 156566 w 206798"/>
                <a:gd name="connsiteY13" fmla="*/ 13264 h 212416"/>
                <a:gd name="connsiteX14" fmla="*/ 161779 w 206798"/>
                <a:gd name="connsiteY14" fmla="*/ 135727 h 212416"/>
                <a:gd name="connsiteX15" fmla="*/ 148535 w 206798"/>
                <a:gd name="connsiteY15" fmla="*/ 158020 h 212416"/>
                <a:gd name="connsiteX16" fmla="*/ 128467 w 206798"/>
                <a:gd name="connsiteY16" fmla="*/ 171857 h 212416"/>
                <a:gd name="connsiteX17" fmla="*/ 103165 w 206798"/>
                <a:gd name="connsiteY17" fmla="*/ 176689 h 212416"/>
                <a:gd name="connsiteX18" fmla="*/ 71230 w 206798"/>
                <a:gd name="connsiteY18" fmla="*/ 168212 h 212416"/>
                <a:gd name="connsiteX19" fmla="*/ 48747 w 206798"/>
                <a:gd name="connsiteY19" fmla="*/ 143928 h 212416"/>
                <a:gd name="connsiteX20" fmla="*/ 40524 w 206798"/>
                <a:gd name="connsiteY20" fmla="*/ 105974 h 212416"/>
                <a:gd name="connsiteX21" fmla="*/ 45144 w 206798"/>
                <a:gd name="connsiteY21" fmla="*/ 76307 h 212416"/>
                <a:gd name="connsiteX22" fmla="*/ 58198 w 206798"/>
                <a:gd name="connsiteY22" fmla="*/ 54226 h 212416"/>
                <a:gd name="connsiteX23" fmla="*/ 78266 w 206798"/>
                <a:gd name="connsiteY23" fmla="*/ 40367 h 212416"/>
                <a:gd name="connsiteX24" fmla="*/ 103165 w 206798"/>
                <a:gd name="connsiteY24" fmla="*/ 35748 h 212416"/>
                <a:gd name="connsiteX25" fmla="*/ 135884 w 206798"/>
                <a:gd name="connsiteY25" fmla="*/ 44224 h 212416"/>
                <a:gd name="connsiteX26" fmla="*/ 158368 w 206798"/>
                <a:gd name="connsiteY26" fmla="*/ 68318 h 212416"/>
                <a:gd name="connsiteX27" fmla="*/ 166590 w 206798"/>
                <a:gd name="connsiteY27" fmla="*/ 106059 h 212416"/>
                <a:gd name="connsiteX28" fmla="*/ 161779 w 206798"/>
                <a:gd name="connsiteY28" fmla="*/ 135727 h 21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6798" h="212416">
                  <a:moveTo>
                    <a:pt x="156566" y="13264"/>
                  </a:moveTo>
                  <a:cubicBezTo>
                    <a:pt x="140241" y="4230"/>
                    <a:pt x="121819" y="-339"/>
                    <a:pt x="103165" y="20"/>
                  </a:cubicBezTo>
                  <a:cubicBezTo>
                    <a:pt x="89145" y="-114"/>
                    <a:pt x="75233" y="2478"/>
                    <a:pt x="62203" y="7648"/>
                  </a:cubicBezTo>
                  <a:cubicBezTo>
                    <a:pt x="49844" y="12594"/>
                    <a:pt x="38647" y="20047"/>
                    <a:pt x="29314" y="29539"/>
                  </a:cubicBezTo>
                  <a:cubicBezTo>
                    <a:pt x="19859" y="39176"/>
                    <a:pt x="12480" y="50651"/>
                    <a:pt x="7636" y="63253"/>
                  </a:cubicBezTo>
                  <a:cubicBezTo>
                    <a:pt x="2432" y="76903"/>
                    <a:pt x="-156" y="91410"/>
                    <a:pt x="7" y="106017"/>
                  </a:cubicBezTo>
                  <a:cubicBezTo>
                    <a:pt x="7" y="126896"/>
                    <a:pt x="4493" y="145369"/>
                    <a:pt x="13464" y="161431"/>
                  </a:cubicBezTo>
                  <a:cubicBezTo>
                    <a:pt x="22067" y="177121"/>
                    <a:pt x="34854" y="190120"/>
                    <a:pt x="50399" y="198982"/>
                  </a:cubicBezTo>
                  <a:cubicBezTo>
                    <a:pt x="79414" y="214667"/>
                    <a:pt x="113879" y="216723"/>
                    <a:pt x="144551" y="204597"/>
                  </a:cubicBezTo>
                  <a:cubicBezTo>
                    <a:pt x="156874" y="199562"/>
                    <a:pt x="168071" y="192122"/>
                    <a:pt x="177482" y="182707"/>
                  </a:cubicBezTo>
                  <a:cubicBezTo>
                    <a:pt x="186965" y="173165"/>
                    <a:pt x="194348" y="161745"/>
                    <a:pt x="199160" y="149183"/>
                  </a:cubicBezTo>
                  <a:cubicBezTo>
                    <a:pt x="204390" y="135400"/>
                    <a:pt x="206977" y="120757"/>
                    <a:pt x="206789" y="106017"/>
                  </a:cubicBezTo>
                  <a:cubicBezTo>
                    <a:pt x="206789" y="84826"/>
                    <a:pt x="202311" y="66290"/>
                    <a:pt x="193354" y="50412"/>
                  </a:cubicBezTo>
                  <a:cubicBezTo>
                    <a:pt x="184746" y="34877"/>
                    <a:pt x="172017" y="22022"/>
                    <a:pt x="156566" y="13264"/>
                  </a:cubicBezTo>
                  <a:close/>
                  <a:moveTo>
                    <a:pt x="161779" y="135727"/>
                  </a:moveTo>
                  <a:cubicBezTo>
                    <a:pt x="158914" y="143976"/>
                    <a:pt x="154409" y="151558"/>
                    <a:pt x="148535" y="158020"/>
                  </a:cubicBezTo>
                  <a:cubicBezTo>
                    <a:pt x="142924" y="164027"/>
                    <a:pt x="136079" y="168749"/>
                    <a:pt x="128467" y="171857"/>
                  </a:cubicBezTo>
                  <a:cubicBezTo>
                    <a:pt x="120436" y="175127"/>
                    <a:pt x="111836" y="176769"/>
                    <a:pt x="103165" y="176689"/>
                  </a:cubicBezTo>
                  <a:cubicBezTo>
                    <a:pt x="91947" y="176822"/>
                    <a:pt x="80906" y="173892"/>
                    <a:pt x="71230" y="168212"/>
                  </a:cubicBezTo>
                  <a:cubicBezTo>
                    <a:pt x="61573" y="162427"/>
                    <a:pt x="53773" y="154000"/>
                    <a:pt x="48747" y="143928"/>
                  </a:cubicBezTo>
                  <a:cubicBezTo>
                    <a:pt x="43264" y="133360"/>
                    <a:pt x="40524" y="120709"/>
                    <a:pt x="40524" y="105974"/>
                  </a:cubicBezTo>
                  <a:cubicBezTo>
                    <a:pt x="40340" y="95892"/>
                    <a:pt x="41902" y="85856"/>
                    <a:pt x="45144" y="76307"/>
                  </a:cubicBezTo>
                  <a:cubicBezTo>
                    <a:pt x="47977" y="68149"/>
                    <a:pt x="52415" y="60641"/>
                    <a:pt x="58198" y="54226"/>
                  </a:cubicBezTo>
                  <a:cubicBezTo>
                    <a:pt x="63724" y="48117"/>
                    <a:pt x="70594" y="43372"/>
                    <a:pt x="78266" y="40367"/>
                  </a:cubicBezTo>
                  <a:cubicBezTo>
                    <a:pt x="86195" y="37258"/>
                    <a:pt x="94646" y="35690"/>
                    <a:pt x="103165" y="35748"/>
                  </a:cubicBezTo>
                  <a:cubicBezTo>
                    <a:pt x="114638" y="35546"/>
                    <a:pt x="125950" y="38477"/>
                    <a:pt x="135884" y="44224"/>
                  </a:cubicBezTo>
                  <a:cubicBezTo>
                    <a:pt x="145502" y="49971"/>
                    <a:pt x="153299" y="58324"/>
                    <a:pt x="158368" y="68318"/>
                  </a:cubicBezTo>
                  <a:cubicBezTo>
                    <a:pt x="163862" y="78772"/>
                    <a:pt x="166604" y="91353"/>
                    <a:pt x="166590" y="106059"/>
                  </a:cubicBezTo>
                  <a:cubicBezTo>
                    <a:pt x="166734" y="116155"/>
                    <a:pt x="165106" y="126195"/>
                    <a:pt x="161779" y="135727"/>
                  </a:cubicBezTo>
                  <a:close/>
                </a:path>
              </a:pathLst>
            </a:custGeom>
            <a:solidFill>
              <a:srgbClr val="00A443"/>
            </a:solidFill>
            <a:ln w="2119" cap="flat">
              <a:noFill/>
              <a:prstDash val="solid"/>
              <a:miter/>
            </a:ln>
          </p:spPr>
          <p:txBody>
            <a:bodyPr rtlCol="0" anchor="ctr"/>
            <a:lstStyle/>
            <a:p>
              <a:endParaRPr lang="es-ES" sz="1092" dirty="0"/>
            </a:p>
          </p:txBody>
        </p:sp>
        <p:sp>
          <p:nvSpPr>
            <p:cNvPr id="22" name="Forma libre: forma 21">
              <a:extLst>
                <a:ext uri="{FF2B5EF4-FFF2-40B4-BE49-F238E27FC236}">
                  <a16:creationId xmlns:a16="http://schemas.microsoft.com/office/drawing/2014/main" id="{E4F59A47-0FF4-A544-D848-8E4B45DE023F}"/>
                </a:ext>
              </a:extLst>
            </p:cNvPr>
            <p:cNvSpPr/>
            <p:nvPr/>
          </p:nvSpPr>
          <p:spPr>
            <a:xfrm>
              <a:off x="21833829" y="871434"/>
              <a:ext cx="247341" cy="271202"/>
            </a:xfrm>
            <a:custGeom>
              <a:avLst/>
              <a:gdLst>
                <a:gd name="connsiteX0" fmla="*/ 200339 w 247341"/>
                <a:gd name="connsiteY0" fmla="*/ 0 h 271202"/>
                <a:gd name="connsiteX1" fmla="*/ 160606 w 247341"/>
                <a:gd name="connsiteY1" fmla="*/ 24200 h 271202"/>
                <a:gd name="connsiteX2" fmla="*/ 160606 w 247341"/>
                <a:gd name="connsiteY2" fmla="*/ 67154 h 271202"/>
                <a:gd name="connsiteX3" fmla="*/ 77432 w 247341"/>
                <a:gd name="connsiteY3" fmla="*/ 67154 h 271202"/>
                <a:gd name="connsiteX4" fmla="*/ 77432 w 247341"/>
                <a:gd name="connsiteY4" fmla="*/ 0 h 271202"/>
                <a:gd name="connsiteX5" fmla="*/ 37741 w 247341"/>
                <a:gd name="connsiteY5" fmla="*/ 24200 h 271202"/>
                <a:gd name="connsiteX6" fmla="*/ 37741 w 247341"/>
                <a:gd name="connsiteY6" fmla="*/ 67154 h 271202"/>
                <a:gd name="connsiteX7" fmla="*/ 0 w 247341"/>
                <a:gd name="connsiteY7" fmla="*/ 67154 h 271202"/>
                <a:gd name="connsiteX8" fmla="*/ 0 w 247341"/>
                <a:gd name="connsiteY8" fmla="*/ 100085 h 271202"/>
                <a:gd name="connsiteX9" fmla="*/ 37741 w 247341"/>
                <a:gd name="connsiteY9" fmla="*/ 100085 h 271202"/>
                <a:gd name="connsiteX10" fmla="*/ 37741 w 247341"/>
                <a:gd name="connsiteY10" fmla="*/ 208159 h 271202"/>
                <a:gd name="connsiteX11" fmla="*/ 44777 w 247341"/>
                <a:gd name="connsiteY11" fmla="*/ 241090 h 271202"/>
                <a:gd name="connsiteX12" fmla="*/ 65459 w 247341"/>
                <a:gd name="connsiteY12" fmla="*/ 263362 h 271202"/>
                <a:gd name="connsiteX13" fmla="*/ 99174 w 247341"/>
                <a:gd name="connsiteY13" fmla="*/ 271202 h 271202"/>
                <a:gd name="connsiteX14" fmla="*/ 124476 w 247341"/>
                <a:gd name="connsiteY14" fmla="*/ 271202 h 271202"/>
                <a:gd name="connsiteX15" fmla="*/ 124476 w 247341"/>
                <a:gd name="connsiteY15" fmla="*/ 236661 h 271202"/>
                <a:gd name="connsiteX16" fmla="*/ 103603 w 247341"/>
                <a:gd name="connsiteY16" fmla="*/ 236661 h 271202"/>
                <a:gd name="connsiteX17" fmla="*/ 83725 w 247341"/>
                <a:gd name="connsiteY17" fmla="*/ 228630 h 271202"/>
                <a:gd name="connsiteX18" fmla="*/ 77495 w 247341"/>
                <a:gd name="connsiteY18" fmla="*/ 205319 h 271202"/>
                <a:gd name="connsiteX19" fmla="*/ 77495 w 247341"/>
                <a:gd name="connsiteY19" fmla="*/ 99979 h 271202"/>
                <a:gd name="connsiteX20" fmla="*/ 160606 w 247341"/>
                <a:gd name="connsiteY20" fmla="*/ 99979 h 271202"/>
                <a:gd name="connsiteX21" fmla="*/ 160606 w 247341"/>
                <a:gd name="connsiteY21" fmla="*/ 208053 h 271202"/>
                <a:gd name="connsiteX22" fmla="*/ 167642 w 247341"/>
                <a:gd name="connsiteY22" fmla="*/ 240984 h 271202"/>
                <a:gd name="connsiteX23" fmla="*/ 188324 w 247341"/>
                <a:gd name="connsiteY23" fmla="*/ 263256 h 271202"/>
                <a:gd name="connsiteX24" fmla="*/ 222039 w 247341"/>
                <a:gd name="connsiteY24" fmla="*/ 271096 h 271202"/>
                <a:gd name="connsiteX25" fmla="*/ 247341 w 247341"/>
                <a:gd name="connsiteY25" fmla="*/ 271096 h 271202"/>
                <a:gd name="connsiteX26" fmla="*/ 247341 w 247341"/>
                <a:gd name="connsiteY26" fmla="*/ 236555 h 271202"/>
                <a:gd name="connsiteX27" fmla="*/ 226468 w 247341"/>
                <a:gd name="connsiteY27" fmla="*/ 236555 h 271202"/>
                <a:gd name="connsiteX28" fmla="*/ 206591 w 247341"/>
                <a:gd name="connsiteY28" fmla="*/ 228524 h 271202"/>
                <a:gd name="connsiteX29" fmla="*/ 200361 w 247341"/>
                <a:gd name="connsiteY29" fmla="*/ 205214 h 271202"/>
                <a:gd name="connsiteX30" fmla="*/ 200361 w 247341"/>
                <a:gd name="connsiteY30" fmla="*/ 99979 h 271202"/>
                <a:gd name="connsiteX31" fmla="*/ 247341 w 247341"/>
                <a:gd name="connsiteY31" fmla="*/ 99979 h 271202"/>
                <a:gd name="connsiteX32" fmla="*/ 247341 w 247341"/>
                <a:gd name="connsiteY32" fmla="*/ 67048 h 271202"/>
                <a:gd name="connsiteX33" fmla="*/ 200339 w 247341"/>
                <a:gd name="connsiteY33" fmla="*/ 67048 h 2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7341" h="271202">
                  <a:moveTo>
                    <a:pt x="200339" y="0"/>
                  </a:moveTo>
                  <a:lnTo>
                    <a:pt x="160606" y="24200"/>
                  </a:lnTo>
                  <a:lnTo>
                    <a:pt x="160606" y="67154"/>
                  </a:lnTo>
                  <a:lnTo>
                    <a:pt x="77432" y="67154"/>
                  </a:lnTo>
                  <a:lnTo>
                    <a:pt x="77432" y="0"/>
                  </a:lnTo>
                  <a:lnTo>
                    <a:pt x="37741" y="24200"/>
                  </a:lnTo>
                  <a:lnTo>
                    <a:pt x="37741" y="67154"/>
                  </a:lnTo>
                  <a:lnTo>
                    <a:pt x="0" y="67154"/>
                  </a:lnTo>
                  <a:lnTo>
                    <a:pt x="0" y="100085"/>
                  </a:lnTo>
                  <a:lnTo>
                    <a:pt x="37741" y="100085"/>
                  </a:lnTo>
                  <a:lnTo>
                    <a:pt x="37741" y="208159"/>
                  </a:lnTo>
                  <a:cubicBezTo>
                    <a:pt x="37540" y="219530"/>
                    <a:pt x="39947" y="230795"/>
                    <a:pt x="44777" y="241090"/>
                  </a:cubicBezTo>
                  <a:cubicBezTo>
                    <a:pt x="49218" y="250463"/>
                    <a:pt x="56440" y="258240"/>
                    <a:pt x="65459" y="263362"/>
                  </a:cubicBezTo>
                  <a:cubicBezTo>
                    <a:pt x="74544" y="268602"/>
                    <a:pt x="85781" y="271217"/>
                    <a:pt x="99174" y="271202"/>
                  </a:cubicBezTo>
                  <a:lnTo>
                    <a:pt x="124476" y="271202"/>
                  </a:lnTo>
                  <a:lnTo>
                    <a:pt x="124476" y="236661"/>
                  </a:lnTo>
                  <a:lnTo>
                    <a:pt x="103603" y="236661"/>
                  </a:lnTo>
                  <a:cubicBezTo>
                    <a:pt x="94491" y="236661"/>
                    <a:pt x="87864" y="233985"/>
                    <a:pt x="83725" y="228630"/>
                  </a:cubicBezTo>
                  <a:cubicBezTo>
                    <a:pt x="79587" y="223275"/>
                    <a:pt x="77510" y="215506"/>
                    <a:pt x="77495" y="205319"/>
                  </a:cubicBezTo>
                  <a:lnTo>
                    <a:pt x="77495" y="99979"/>
                  </a:lnTo>
                  <a:lnTo>
                    <a:pt x="160606" y="99979"/>
                  </a:lnTo>
                  <a:lnTo>
                    <a:pt x="160606" y="208053"/>
                  </a:lnTo>
                  <a:cubicBezTo>
                    <a:pt x="160405" y="219424"/>
                    <a:pt x="162812" y="230689"/>
                    <a:pt x="167642" y="240984"/>
                  </a:cubicBezTo>
                  <a:cubicBezTo>
                    <a:pt x="172083" y="250357"/>
                    <a:pt x="179305" y="258134"/>
                    <a:pt x="188324" y="263256"/>
                  </a:cubicBezTo>
                  <a:cubicBezTo>
                    <a:pt x="197409" y="268496"/>
                    <a:pt x="208646" y="271111"/>
                    <a:pt x="222039" y="271096"/>
                  </a:cubicBezTo>
                  <a:lnTo>
                    <a:pt x="247341" y="271096"/>
                  </a:lnTo>
                  <a:lnTo>
                    <a:pt x="247341" y="236555"/>
                  </a:lnTo>
                  <a:lnTo>
                    <a:pt x="226468" y="236555"/>
                  </a:lnTo>
                  <a:cubicBezTo>
                    <a:pt x="217356" y="236555"/>
                    <a:pt x="210729" y="233879"/>
                    <a:pt x="206591" y="228524"/>
                  </a:cubicBezTo>
                  <a:cubicBezTo>
                    <a:pt x="202452" y="223169"/>
                    <a:pt x="200376" y="215400"/>
                    <a:pt x="200361" y="205214"/>
                  </a:cubicBezTo>
                  <a:lnTo>
                    <a:pt x="200361" y="99979"/>
                  </a:lnTo>
                  <a:lnTo>
                    <a:pt x="247341" y="99979"/>
                  </a:lnTo>
                  <a:lnTo>
                    <a:pt x="247341" y="67048"/>
                  </a:lnTo>
                  <a:lnTo>
                    <a:pt x="200339" y="67048"/>
                  </a:lnTo>
                  <a:close/>
                </a:path>
              </a:pathLst>
            </a:custGeom>
            <a:solidFill>
              <a:srgbClr val="00A443"/>
            </a:solidFill>
            <a:ln w="2119" cap="flat">
              <a:noFill/>
              <a:prstDash val="solid"/>
              <a:miter/>
            </a:ln>
          </p:spPr>
          <p:txBody>
            <a:bodyPr rtlCol="0" anchor="ctr"/>
            <a:lstStyle/>
            <a:p>
              <a:endParaRPr lang="es-ES" sz="1092" dirty="0"/>
            </a:p>
          </p:txBody>
        </p:sp>
        <p:sp>
          <p:nvSpPr>
            <p:cNvPr id="23" name="Forma libre: forma 22">
              <a:extLst>
                <a:ext uri="{FF2B5EF4-FFF2-40B4-BE49-F238E27FC236}">
                  <a16:creationId xmlns:a16="http://schemas.microsoft.com/office/drawing/2014/main" id="{696CBE15-20F4-737E-D7AB-B9D44BFAB67C}"/>
                </a:ext>
              </a:extLst>
            </p:cNvPr>
            <p:cNvSpPr/>
            <p:nvPr/>
          </p:nvSpPr>
          <p:spPr>
            <a:xfrm>
              <a:off x="22108062" y="938482"/>
              <a:ext cx="39351" cy="203963"/>
            </a:xfrm>
            <a:custGeom>
              <a:avLst/>
              <a:gdLst>
                <a:gd name="connsiteX0" fmla="*/ 0 w 39351"/>
                <a:gd name="connsiteY0" fmla="*/ 0 h 203963"/>
                <a:gd name="connsiteX1" fmla="*/ 39352 w 39351"/>
                <a:gd name="connsiteY1" fmla="*/ 0 h 203963"/>
                <a:gd name="connsiteX2" fmla="*/ 39352 w 39351"/>
                <a:gd name="connsiteY2" fmla="*/ 203963 h 203963"/>
                <a:gd name="connsiteX3" fmla="*/ 0 w 39351"/>
                <a:gd name="connsiteY3" fmla="*/ 203963 h 203963"/>
              </a:gdLst>
              <a:ahLst/>
              <a:cxnLst>
                <a:cxn ang="0">
                  <a:pos x="connsiteX0" y="connsiteY0"/>
                </a:cxn>
                <a:cxn ang="0">
                  <a:pos x="connsiteX1" y="connsiteY1"/>
                </a:cxn>
                <a:cxn ang="0">
                  <a:pos x="connsiteX2" y="connsiteY2"/>
                </a:cxn>
                <a:cxn ang="0">
                  <a:pos x="connsiteX3" y="connsiteY3"/>
                </a:cxn>
              </a:cxnLst>
              <a:rect l="l" t="t" r="r" b="b"/>
              <a:pathLst>
                <a:path w="39351" h="203963">
                  <a:moveTo>
                    <a:pt x="0" y="0"/>
                  </a:moveTo>
                  <a:lnTo>
                    <a:pt x="39352" y="0"/>
                  </a:lnTo>
                  <a:lnTo>
                    <a:pt x="39352" y="203963"/>
                  </a:lnTo>
                  <a:lnTo>
                    <a:pt x="0" y="203963"/>
                  </a:lnTo>
                  <a:close/>
                </a:path>
              </a:pathLst>
            </a:custGeom>
            <a:solidFill>
              <a:srgbClr val="00A443"/>
            </a:solidFill>
            <a:ln w="2119" cap="flat">
              <a:noFill/>
              <a:prstDash val="solid"/>
              <a:miter/>
            </a:ln>
          </p:spPr>
          <p:txBody>
            <a:bodyPr rtlCol="0" anchor="ctr"/>
            <a:lstStyle/>
            <a:p>
              <a:endParaRPr lang="es-ES" sz="1092" dirty="0"/>
            </a:p>
          </p:txBody>
        </p:sp>
        <p:sp>
          <p:nvSpPr>
            <p:cNvPr id="24" name="Forma libre: forma 23">
              <a:extLst>
                <a:ext uri="{FF2B5EF4-FFF2-40B4-BE49-F238E27FC236}">
                  <a16:creationId xmlns:a16="http://schemas.microsoft.com/office/drawing/2014/main" id="{566C63AA-2724-5A2B-F82C-F3ADE03CCA3E}"/>
                </a:ext>
              </a:extLst>
            </p:cNvPr>
            <p:cNvSpPr/>
            <p:nvPr/>
          </p:nvSpPr>
          <p:spPr>
            <a:xfrm>
              <a:off x="22100808" y="852163"/>
              <a:ext cx="54177" cy="51807"/>
            </a:xfrm>
            <a:custGeom>
              <a:avLst/>
              <a:gdLst>
                <a:gd name="connsiteX0" fmla="*/ 46203 w 54177"/>
                <a:gd name="connsiteY0" fmla="*/ 7023 h 51807"/>
                <a:gd name="connsiteX1" fmla="*/ 26919 w 54177"/>
                <a:gd name="connsiteY1" fmla="*/ 9 h 51807"/>
                <a:gd name="connsiteX2" fmla="*/ 7847 w 54177"/>
                <a:gd name="connsiteY2" fmla="*/ 7023 h 51807"/>
                <a:gd name="connsiteX3" fmla="*/ 28 w 54177"/>
                <a:gd name="connsiteY3" fmla="*/ 26095 h 51807"/>
                <a:gd name="connsiteX4" fmla="*/ 7847 w 54177"/>
                <a:gd name="connsiteY4" fmla="*/ 44764 h 51807"/>
                <a:gd name="connsiteX5" fmla="*/ 26919 w 54177"/>
                <a:gd name="connsiteY5" fmla="*/ 51800 h 51807"/>
                <a:gd name="connsiteX6" fmla="*/ 46203 w 54177"/>
                <a:gd name="connsiteY6" fmla="*/ 44764 h 51807"/>
                <a:gd name="connsiteX7" fmla="*/ 54150 w 54177"/>
                <a:gd name="connsiteY7" fmla="*/ 26095 h 51807"/>
                <a:gd name="connsiteX8" fmla="*/ 46203 w 54177"/>
                <a:gd name="connsiteY8" fmla="*/ 7023 h 5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77" h="51807">
                  <a:moveTo>
                    <a:pt x="46203" y="7023"/>
                  </a:moveTo>
                  <a:cubicBezTo>
                    <a:pt x="40878" y="2357"/>
                    <a:pt x="33999" y="-146"/>
                    <a:pt x="26919" y="9"/>
                  </a:cubicBezTo>
                  <a:cubicBezTo>
                    <a:pt x="19901" y="-169"/>
                    <a:pt x="13080" y="2340"/>
                    <a:pt x="7847" y="7023"/>
                  </a:cubicBezTo>
                  <a:cubicBezTo>
                    <a:pt x="2545" y="11910"/>
                    <a:pt x="-317" y="18894"/>
                    <a:pt x="28" y="26095"/>
                  </a:cubicBezTo>
                  <a:cubicBezTo>
                    <a:pt x="-264" y="33171"/>
                    <a:pt x="2601" y="40009"/>
                    <a:pt x="7847" y="44764"/>
                  </a:cubicBezTo>
                  <a:cubicBezTo>
                    <a:pt x="13075" y="49456"/>
                    <a:pt x="19897" y="51971"/>
                    <a:pt x="26919" y="51800"/>
                  </a:cubicBezTo>
                  <a:cubicBezTo>
                    <a:pt x="34001" y="51950"/>
                    <a:pt x="40882" y="49439"/>
                    <a:pt x="46203" y="44764"/>
                  </a:cubicBezTo>
                  <a:cubicBezTo>
                    <a:pt x="51528" y="40056"/>
                    <a:pt x="54446" y="33196"/>
                    <a:pt x="54150" y="26095"/>
                  </a:cubicBezTo>
                  <a:cubicBezTo>
                    <a:pt x="54499" y="18867"/>
                    <a:pt x="51581" y="11865"/>
                    <a:pt x="46203" y="7023"/>
                  </a:cubicBezTo>
                  <a:close/>
                </a:path>
              </a:pathLst>
            </a:custGeom>
            <a:solidFill>
              <a:srgbClr val="00A443"/>
            </a:solidFill>
            <a:ln w="2119" cap="flat">
              <a:noFill/>
              <a:prstDash val="solid"/>
              <a:miter/>
            </a:ln>
          </p:spPr>
          <p:txBody>
            <a:bodyPr rtlCol="0" anchor="ctr"/>
            <a:lstStyle/>
            <a:p>
              <a:endParaRPr lang="es-ES" sz="1092" dirty="0"/>
            </a:p>
          </p:txBody>
        </p:sp>
        <p:sp>
          <p:nvSpPr>
            <p:cNvPr id="25" name="Forma libre: forma 24">
              <a:extLst>
                <a:ext uri="{FF2B5EF4-FFF2-40B4-BE49-F238E27FC236}">
                  <a16:creationId xmlns:a16="http://schemas.microsoft.com/office/drawing/2014/main" id="{17292F6A-3539-ACF9-1B85-AE8F7EB48B10}"/>
                </a:ext>
              </a:extLst>
            </p:cNvPr>
            <p:cNvSpPr/>
            <p:nvPr/>
          </p:nvSpPr>
          <p:spPr>
            <a:xfrm>
              <a:off x="22174029" y="934523"/>
              <a:ext cx="171013" cy="212270"/>
            </a:xfrm>
            <a:custGeom>
              <a:avLst/>
              <a:gdLst>
                <a:gd name="connsiteX0" fmla="*/ 155542 w 171013"/>
                <a:gd name="connsiteY0" fmla="*/ 114174 h 212270"/>
                <a:gd name="connsiteX1" fmla="*/ 107968 w 171013"/>
                <a:gd name="connsiteY1" fmla="*/ 91500 h 212270"/>
                <a:gd name="connsiteX2" fmla="*/ 87900 w 171013"/>
                <a:gd name="connsiteY2" fmla="*/ 86689 h 212270"/>
                <a:gd name="connsiteX3" fmla="*/ 66603 w 171013"/>
                <a:gd name="connsiteY3" fmla="*/ 79781 h 212270"/>
                <a:gd name="connsiteX4" fmla="*/ 51770 w 171013"/>
                <a:gd name="connsiteY4" fmla="*/ 70944 h 212270"/>
                <a:gd name="connsiteX5" fmla="*/ 46154 w 171013"/>
                <a:gd name="connsiteY5" fmla="*/ 57297 h 212270"/>
                <a:gd name="connsiteX6" fmla="*/ 56750 w 171013"/>
                <a:gd name="connsiteY6" fmla="*/ 40217 h 212270"/>
                <a:gd name="connsiteX7" fmla="*/ 84764 w 171013"/>
                <a:gd name="connsiteY7" fmla="*/ 33669 h 212270"/>
                <a:gd name="connsiteX8" fmla="*/ 116275 w 171013"/>
                <a:gd name="connsiteY8" fmla="*/ 41510 h 212270"/>
                <a:gd name="connsiteX9" fmla="*/ 135749 w 171013"/>
                <a:gd name="connsiteY9" fmla="*/ 68211 h 212270"/>
                <a:gd name="connsiteX10" fmla="*/ 168680 w 171013"/>
                <a:gd name="connsiteY10" fmla="*/ 56174 h 212270"/>
                <a:gd name="connsiteX11" fmla="*/ 151410 w 171013"/>
                <a:gd name="connsiteY11" fmla="*/ 25257 h 212270"/>
                <a:gd name="connsiteX12" fmla="*/ 122293 w 171013"/>
                <a:gd name="connsiteY12" fmla="*/ 6375 h 212270"/>
                <a:gd name="connsiteX13" fmla="*/ 84764 w 171013"/>
                <a:gd name="connsiteY13" fmla="*/ 18 h 212270"/>
                <a:gd name="connsiteX14" fmla="*/ 44501 w 171013"/>
                <a:gd name="connsiteY14" fmla="*/ 7435 h 212270"/>
                <a:gd name="connsiteX15" fmla="*/ 16953 w 171013"/>
                <a:gd name="connsiteY15" fmla="*/ 27863 h 212270"/>
                <a:gd name="connsiteX16" fmla="*/ 7120 w 171013"/>
                <a:gd name="connsiteY16" fmla="*/ 57763 h 212270"/>
                <a:gd name="connsiteX17" fmla="*/ 21954 w 171013"/>
                <a:gd name="connsiteY17" fmla="*/ 95717 h 212270"/>
                <a:gd name="connsiteX18" fmla="*/ 69739 w 171013"/>
                <a:gd name="connsiteY18" fmla="*/ 119217 h 212270"/>
                <a:gd name="connsiteX19" fmla="*/ 90210 w 171013"/>
                <a:gd name="connsiteY19" fmla="*/ 124430 h 212270"/>
                <a:gd name="connsiteX20" fmla="*/ 122124 w 171013"/>
                <a:gd name="connsiteY20" fmla="*/ 135471 h 212270"/>
                <a:gd name="connsiteX21" fmla="*/ 132380 w 171013"/>
                <a:gd name="connsiteY21" fmla="*/ 152932 h 212270"/>
                <a:gd name="connsiteX22" fmla="*/ 120322 w 171013"/>
                <a:gd name="connsiteY22" fmla="*/ 171601 h 212270"/>
                <a:gd name="connsiteX23" fmla="*/ 87010 w 171013"/>
                <a:gd name="connsiteY23" fmla="*/ 179039 h 212270"/>
                <a:gd name="connsiteX24" fmla="*/ 63700 w 171013"/>
                <a:gd name="connsiteY24" fmla="*/ 175013 h 212270"/>
                <a:gd name="connsiteX25" fmla="*/ 44226 w 171013"/>
                <a:gd name="connsiteY25" fmla="*/ 162765 h 212270"/>
                <a:gd name="connsiteX26" fmla="*/ 31977 w 171013"/>
                <a:gd name="connsiteY26" fmla="*/ 142082 h 212270"/>
                <a:gd name="connsiteX27" fmla="*/ 0 w 171013"/>
                <a:gd name="connsiteY27" fmla="*/ 156068 h 212270"/>
                <a:gd name="connsiteX28" fmla="*/ 50180 w 171013"/>
                <a:gd name="connsiteY28" fmla="*/ 206249 h 212270"/>
                <a:gd name="connsiteX29" fmla="*/ 87137 w 171013"/>
                <a:gd name="connsiteY29" fmla="*/ 212267 h 212270"/>
                <a:gd name="connsiteX30" fmla="*/ 131638 w 171013"/>
                <a:gd name="connsiteY30" fmla="*/ 204447 h 212270"/>
                <a:gd name="connsiteX31" fmla="*/ 160755 w 171013"/>
                <a:gd name="connsiteY31" fmla="*/ 182960 h 212270"/>
                <a:gd name="connsiteX32" fmla="*/ 171011 w 171013"/>
                <a:gd name="connsiteY32" fmla="*/ 151830 h 212270"/>
                <a:gd name="connsiteX33" fmla="*/ 155542 w 171013"/>
                <a:gd name="connsiteY33" fmla="*/ 114174 h 212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013" h="212270">
                  <a:moveTo>
                    <a:pt x="155542" y="114174"/>
                  </a:moveTo>
                  <a:cubicBezTo>
                    <a:pt x="145243" y="104426"/>
                    <a:pt x="129386" y="96867"/>
                    <a:pt x="107968" y="91500"/>
                  </a:cubicBezTo>
                  <a:lnTo>
                    <a:pt x="87900" y="86689"/>
                  </a:lnTo>
                  <a:cubicBezTo>
                    <a:pt x="80680" y="84776"/>
                    <a:pt x="73571" y="82470"/>
                    <a:pt x="66603" y="79781"/>
                  </a:cubicBezTo>
                  <a:cubicBezTo>
                    <a:pt x="61153" y="77780"/>
                    <a:pt x="56124" y="74784"/>
                    <a:pt x="51770" y="70944"/>
                  </a:cubicBezTo>
                  <a:cubicBezTo>
                    <a:pt x="48004" y="67427"/>
                    <a:pt x="45955" y="62447"/>
                    <a:pt x="46154" y="57297"/>
                  </a:cubicBezTo>
                  <a:cubicBezTo>
                    <a:pt x="46154" y="50319"/>
                    <a:pt x="49687" y="44625"/>
                    <a:pt x="56750" y="40217"/>
                  </a:cubicBezTo>
                  <a:cubicBezTo>
                    <a:pt x="63812" y="35810"/>
                    <a:pt x="73151" y="33627"/>
                    <a:pt x="84764" y="33669"/>
                  </a:cubicBezTo>
                  <a:cubicBezTo>
                    <a:pt x="95773" y="33481"/>
                    <a:pt x="106637" y="36185"/>
                    <a:pt x="116275" y="41510"/>
                  </a:cubicBezTo>
                  <a:cubicBezTo>
                    <a:pt x="125514" y="46723"/>
                    <a:pt x="132005" y="55623"/>
                    <a:pt x="135749" y="68211"/>
                  </a:cubicBezTo>
                  <a:lnTo>
                    <a:pt x="168680" y="56174"/>
                  </a:lnTo>
                  <a:cubicBezTo>
                    <a:pt x="165610" y="44583"/>
                    <a:pt x="159670" y="33949"/>
                    <a:pt x="151410" y="25257"/>
                  </a:cubicBezTo>
                  <a:cubicBezTo>
                    <a:pt x="143243" y="16861"/>
                    <a:pt x="133291" y="10408"/>
                    <a:pt x="122293" y="6375"/>
                  </a:cubicBezTo>
                  <a:cubicBezTo>
                    <a:pt x="110271" y="2004"/>
                    <a:pt x="97555" y="-152"/>
                    <a:pt x="84764" y="18"/>
                  </a:cubicBezTo>
                  <a:cubicBezTo>
                    <a:pt x="70981" y="-240"/>
                    <a:pt x="57288" y="2283"/>
                    <a:pt x="44501" y="7435"/>
                  </a:cubicBezTo>
                  <a:cubicBezTo>
                    <a:pt x="33662" y="11667"/>
                    <a:pt x="24149" y="18719"/>
                    <a:pt x="16953" y="27863"/>
                  </a:cubicBezTo>
                  <a:cubicBezTo>
                    <a:pt x="10434" y="36456"/>
                    <a:pt x="6974" y="46979"/>
                    <a:pt x="7120" y="57763"/>
                  </a:cubicBezTo>
                  <a:cubicBezTo>
                    <a:pt x="6777" y="71891"/>
                    <a:pt x="12121" y="85566"/>
                    <a:pt x="21954" y="95717"/>
                  </a:cubicBezTo>
                  <a:cubicBezTo>
                    <a:pt x="31844" y="106015"/>
                    <a:pt x="47771" y="113850"/>
                    <a:pt x="69739" y="119217"/>
                  </a:cubicBezTo>
                  <a:lnTo>
                    <a:pt x="90210" y="124430"/>
                  </a:lnTo>
                  <a:cubicBezTo>
                    <a:pt x="104662" y="127636"/>
                    <a:pt x="115300" y="131317"/>
                    <a:pt x="122124" y="135471"/>
                  </a:cubicBezTo>
                  <a:cubicBezTo>
                    <a:pt x="128544" y="138910"/>
                    <a:pt x="132503" y="145649"/>
                    <a:pt x="132380" y="152932"/>
                  </a:cubicBezTo>
                  <a:cubicBezTo>
                    <a:pt x="132380" y="160434"/>
                    <a:pt x="128360" y="166658"/>
                    <a:pt x="120322" y="171601"/>
                  </a:cubicBezTo>
                  <a:cubicBezTo>
                    <a:pt x="112285" y="176545"/>
                    <a:pt x="101181" y="179025"/>
                    <a:pt x="87010" y="179039"/>
                  </a:cubicBezTo>
                  <a:cubicBezTo>
                    <a:pt x="79066" y="179063"/>
                    <a:pt x="71176" y="177700"/>
                    <a:pt x="63700" y="175013"/>
                  </a:cubicBezTo>
                  <a:cubicBezTo>
                    <a:pt x="56370" y="172447"/>
                    <a:pt x="49714" y="168260"/>
                    <a:pt x="44226" y="162765"/>
                  </a:cubicBezTo>
                  <a:cubicBezTo>
                    <a:pt x="38540" y="156956"/>
                    <a:pt x="34338" y="149862"/>
                    <a:pt x="31977" y="142082"/>
                  </a:cubicBezTo>
                  <a:lnTo>
                    <a:pt x="0" y="156068"/>
                  </a:lnTo>
                  <a:cubicBezTo>
                    <a:pt x="7885" y="179768"/>
                    <a:pt x="26480" y="198364"/>
                    <a:pt x="50180" y="206249"/>
                  </a:cubicBezTo>
                  <a:cubicBezTo>
                    <a:pt x="62071" y="210330"/>
                    <a:pt x="74567" y="212364"/>
                    <a:pt x="87137" y="212267"/>
                  </a:cubicBezTo>
                  <a:cubicBezTo>
                    <a:pt x="104260" y="212267"/>
                    <a:pt x="119093" y="209660"/>
                    <a:pt x="131638" y="204447"/>
                  </a:cubicBezTo>
                  <a:cubicBezTo>
                    <a:pt x="143115" y="200063"/>
                    <a:pt x="153181" y="192634"/>
                    <a:pt x="160755" y="182960"/>
                  </a:cubicBezTo>
                  <a:cubicBezTo>
                    <a:pt x="167515" y="174000"/>
                    <a:pt x="171121" y="163055"/>
                    <a:pt x="171011" y="151830"/>
                  </a:cubicBezTo>
                  <a:cubicBezTo>
                    <a:pt x="171011" y="136503"/>
                    <a:pt x="165856" y="123949"/>
                    <a:pt x="155542" y="114174"/>
                  </a:cubicBezTo>
                  <a:close/>
                </a:path>
              </a:pathLst>
            </a:custGeom>
            <a:solidFill>
              <a:srgbClr val="00A443"/>
            </a:solidFill>
            <a:ln w="2119" cap="flat">
              <a:noFill/>
              <a:prstDash val="solid"/>
              <a:miter/>
            </a:ln>
          </p:spPr>
          <p:txBody>
            <a:bodyPr rtlCol="0" anchor="ctr"/>
            <a:lstStyle/>
            <a:p>
              <a:endParaRPr lang="es-ES" sz="1092" dirty="0"/>
            </a:p>
          </p:txBody>
        </p:sp>
        <p:sp>
          <p:nvSpPr>
            <p:cNvPr id="26" name="Forma libre: forma 25">
              <a:extLst>
                <a:ext uri="{FF2B5EF4-FFF2-40B4-BE49-F238E27FC236}">
                  <a16:creationId xmlns:a16="http://schemas.microsoft.com/office/drawing/2014/main" id="{EAB5D418-1392-B562-FC05-D493ED81E871}"/>
                </a:ext>
              </a:extLst>
            </p:cNvPr>
            <p:cNvSpPr/>
            <p:nvPr/>
          </p:nvSpPr>
          <p:spPr>
            <a:xfrm>
              <a:off x="22371211" y="861389"/>
              <a:ext cx="175082" cy="281161"/>
            </a:xfrm>
            <a:custGeom>
              <a:avLst/>
              <a:gdLst>
                <a:gd name="connsiteX0" fmla="*/ 138526 w 175082"/>
                <a:gd name="connsiteY0" fmla="*/ 82730 h 281161"/>
                <a:gd name="connsiteX1" fmla="*/ 99576 w 175082"/>
                <a:gd name="connsiteY1" fmla="*/ 73088 h 281161"/>
                <a:gd name="connsiteX2" fmla="*/ 60416 w 175082"/>
                <a:gd name="connsiteY2" fmla="*/ 84128 h 281161"/>
                <a:gd name="connsiteX3" fmla="*/ 39352 w 175082"/>
                <a:gd name="connsiteY3" fmla="*/ 107269 h 281161"/>
                <a:gd name="connsiteX4" fmla="*/ 39352 w 175082"/>
                <a:gd name="connsiteY4" fmla="*/ 0 h 281161"/>
                <a:gd name="connsiteX5" fmla="*/ 0 w 175082"/>
                <a:gd name="connsiteY5" fmla="*/ 0 h 281161"/>
                <a:gd name="connsiteX6" fmla="*/ 0 w 175082"/>
                <a:gd name="connsiteY6" fmla="*/ 281077 h 281161"/>
                <a:gd name="connsiteX7" fmla="*/ 39352 w 175082"/>
                <a:gd name="connsiteY7" fmla="*/ 281077 h 281161"/>
                <a:gd name="connsiteX8" fmla="*/ 39352 w 175082"/>
                <a:gd name="connsiteY8" fmla="*/ 160289 h 281161"/>
                <a:gd name="connsiteX9" fmla="*/ 53592 w 175082"/>
                <a:gd name="connsiteY9" fmla="*/ 121954 h 281161"/>
                <a:gd name="connsiteX10" fmla="*/ 90337 w 175082"/>
                <a:gd name="connsiteY10" fmla="*/ 108095 h 281161"/>
                <a:gd name="connsiteX11" fmla="*/ 122865 w 175082"/>
                <a:gd name="connsiteY11" fmla="*/ 121763 h 281161"/>
                <a:gd name="connsiteX12" fmla="*/ 135304 w 175082"/>
                <a:gd name="connsiteY12" fmla="*/ 158699 h 281161"/>
                <a:gd name="connsiteX13" fmla="*/ 135304 w 175082"/>
                <a:gd name="connsiteY13" fmla="*/ 281162 h 281161"/>
                <a:gd name="connsiteX14" fmla="*/ 175059 w 175082"/>
                <a:gd name="connsiteY14" fmla="*/ 281162 h 281161"/>
                <a:gd name="connsiteX15" fmla="*/ 175059 w 175082"/>
                <a:gd name="connsiteY15" fmla="*/ 152194 h 281161"/>
                <a:gd name="connsiteX16" fmla="*/ 165226 w 175082"/>
                <a:gd name="connsiteY16" fmla="*/ 110236 h 281161"/>
                <a:gd name="connsiteX17" fmla="*/ 138526 w 175082"/>
                <a:gd name="connsiteY17" fmla="*/ 82730 h 28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082" h="281161">
                  <a:moveTo>
                    <a:pt x="138526" y="82730"/>
                  </a:moveTo>
                  <a:cubicBezTo>
                    <a:pt x="126616" y="76131"/>
                    <a:pt x="113181" y="72804"/>
                    <a:pt x="99576" y="73088"/>
                  </a:cubicBezTo>
                  <a:cubicBezTo>
                    <a:pt x="85751" y="73064"/>
                    <a:pt x="72191" y="76885"/>
                    <a:pt x="60416" y="84128"/>
                  </a:cubicBezTo>
                  <a:cubicBezTo>
                    <a:pt x="51397" y="89754"/>
                    <a:pt x="44107" y="97763"/>
                    <a:pt x="39352" y="107269"/>
                  </a:cubicBezTo>
                  <a:lnTo>
                    <a:pt x="39352" y="0"/>
                  </a:lnTo>
                  <a:lnTo>
                    <a:pt x="0" y="0"/>
                  </a:lnTo>
                  <a:lnTo>
                    <a:pt x="0" y="281077"/>
                  </a:lnTo>
                  <a:lnTo>
                    <a:pt x="39352" y="281077"/>
                  </a:lnTo>
                  <a:lnTo>
                    <a:pt x="39352" y="160289"/>
                  </a:lnTo>
                  <a:cubicBezTo>
                    <a:pt x="39352" y="143972"/>
                    <a:pt x="44098" y="131193"/>
                    <a:pt x="53592" y="121954"/>
                  </a:cubicBezTo>
                  <a:cubicBezTo>
                    <a:pt x="63086" y="112715"/>
                    <a:pt x="75334" y="108095"/>
                    <a:pt x="90337" y="108095"/>
                  </a:cubicBezTo>
                  <a:cubicBezTo>
                    <a:pt x="103709" y="108095"/>
                    <a:pt x="114558" y="112651"/>
                    <a:pt x="122865" y="121763"/>
                  </a:cubicBezTo>
                  <a:cubicBezTo>
                    <a:pt x="131172" y="130876"/>
                    <a:pt x="135326" y="143188"/>
                    <a:pt x="135304" y="158699"/>
                  </a:cubicBezTo>
                  <a:lnTo>
                    <a:pt x="135304" y="281162"/>
                  </a:lnTo>
                  <a:lnTo>
                    <a:pt x="175059" y="281162"/>
                  </a:lnTo>
                  <a:lnTo>
                    <a:pt x="175059" y="152194"/>
                  </a:lnTo>
                  <a:cubicBezTo>
                    <a:pt x="175398" y="137599"/>
                    <a:pt x="172028" y="123156"/>
                    <a:pt x="165226" y="110236"/>
                  </a:cubicBezTo>
                  <a:cubicBezTo>
                    <a:pt x="159081" y="98750"/>
                    <a:pt x="149820" y="89220"/>
                    <a:pt x="138526" y="82730"/>
                  </a:cubicBezTo>
                  <a:close/>
                </a:path>
              </a:pathLst>
            </a:custGeom>
            <a:solidFill>
              <a:srgbClr val="00A443"/>
            </a:solidFill>
            <a:ln w="2119" cap="flat">
              <a:noFill/>
              <a:prstDash val="solid"/>
              <a:miter/>
            </a:ln>
          </p:spPr>
          <p:txBody>
            <a:bodyPr rtlCol="0" anchor="ctr"/>
            <a:lstStyle/>
            <a:p>
              <a:endParaRPr lang="es-ES" sz="1092" dirty="0"/>
            </a:p>
          </p:txBody>
        </p:sp>
        <p:sp>
          <p:nvSpPr>
            <p:cNvPr id="27" name="Forma libre: forma 26">
              <a:extLst>
                <a:ext uri="{FF2B5EF4-FFF2-40B4-BE49-F238E27FC236}">
                  <a16:creationId xmlns:a16="http://schemas.microsoft.com/office/drawing/2014/main" id="{BDD19D78-F0A8-865E-701C-61EF388F1515}"/>
                </a:ext>
              </a:extLst>
            </p:cNvPr>
            <p:cNvSpPr/>
            <p:nvPr/>
          </p:nvSpPr>
          <p:spPr>
            <a:xfrm>
              <a:off x="22583270" y="861389"/>
              <a:ext cx="207650" cy="281077"/>
            </a:xfrm>
            <a:custGeom>
              <a:avLst/>
              <a:gdLst>
                <a:gd name="connsiteX0" fmla="*/ 179869 w 207650"/>
                <a:gd name="connsiteY0" fmla="*/ 24306 h 281077"/>
                <a:gd name="connsiteX1" fmla="*/ 103582 w 207650"/>
                <a:gd name="connsiteY1" fmla="*/ 0 h 281077"/>
                <a:gd name="connsiteX2" fmla="*/ 0 w 207650"/>
                <a:gd name="connsiteY2" fmla="*/ 0 h 281077"/>
                <a:gd name="connsiteX3" fmla="*/ 0 w 207650"/>
                <a:gd name="connsiteY3" fmla="*/ 281077 h 281077"/>
                <a:gd name="connsiteX4" fmla="*/ 41344 w 207650"/>
                <a:gd name="connsiteY4" fmla="*/ 281077 h 281077"/>
                <a:gd name="connsiteX5" fmla="*/ 41344 w 207650"/>
                <a:gd name="connsiteY5" fmla="*/ 181480 h 281077"/>
                <a:gd name="connsiteX6" fmla="*/ 103984 w 207650"/>
                <a:gd name="connsiteY6" fmla="*/ 181480 h 281077"/>
                <a:gd name="connsiteX7" fmla="*/ 159208 w 207650"/>
                <a:gd name="connsiteY7" fmla="*/ 170630 h 281077"/>
                <a:gd name="connsiteX8" fmla="*/ 194936 w 207650"/>
                <a:gd name="connsiteY8" fmla="*/ 139310 h 281077"/>
                <a:gd name="connsiteX9" fmla="*/ 207650 w 207650"/>
                <a:gd name="connsiteY9" fmla="*/ 91142 h 281077"/>
                <a:gd name="connsiteX10" fmla="*/ 179869 w 207650"/>
                <a:gd name="connsiteY10" fmla="*/ 24306 h 281077"/>
                <a:gd name="connsiteX11" fmla="*/ 147362 w 207650"/>
                <a:gd name="connsiteY11" fmla="*/ 131299 h 281077"/>
                <a:gd name="connsiteX12" fmla="*/ 100382 w 207650"/>
                <a:gd name="connsiteY12" fmla="*/ 144968 h 281077"/>
                <a:gd name="connsiteX13" fmla="*/ 41280 w 207650"/>
                <a:gd name="connsiteY13" fmla="*/ 144968 h 281077"/>
                <a:gd name="connsiteX14" fmla="*/ 41280 w 207650"/>
                <a:gd name="connsiteY14" fmla="*/ 37360 h 281077"/>
                <a:gd name="connsiteX15" fmla="*/ 100318 w 207650"/>
                <a:gd name="connsiteY15" fmla="*/ 37360 h 281077"/>
                <a:gd name="connsiteX16" fmla="*/ 147299 w 207650"/>
                <a:gd name="connsiteY16" fmla="*/ 50795 h 281077"/>
                <a:gd name="connsiteX17" fmla="*/ 164145 w 207650"/>
                <a:gd name="connsiteY17" fmla="*/ 91164 h 281077"/>
                <a:gd name="connsiteX18" fmla="*/ 147299 w 207650"/>
                <a:gd name="connsiteY18" fmla="*/ 131299 h 28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7650" h="281077">
                  <a:moveTo>
                    <a:pt x="179869" y="24306"/>
                  </a:moveTo>
                  <a:cubicBezTo>
                    <a:pt x="161412" y="8116"/>
                    <a:pt x="135983" y="15"/>
                    <a:pt x="103582" y="0"/>
                  </a:cubicBezTo>
                  <a:lnTo>
                    <a:pt x="0" y="0"/>
                  </a:lnTo>
                  <a:lnTo>
                    <a:pt x="0" y="281077"/>
                  </a:lnTo>
                  <a:lnTo>
                    <a:pt x="41344" y="281077"/>
                  </a:lnTo>
                  <a:lnTo>
                    <a:pt x="41344" y="181480"/>
                  </a:lnTo>
                  <a:lnTo>
                    <a:pt x="103984" y="181480"/>
                  </a:lnTo>
                  <a:cubicBezTo>
                    <a:pt x="125408" y="181480"/>
                    <a:pt x="143802" y="177862"/>
                    <a:pt x="159208" y="170630"/>
                  </a:cubicBezTo>
                  <a:cubicBezTo>
                    <a:pt x="173957" y="163965"/>
                    <a:pt x="186396" y="153063"/>
                    <a:pt x="194936" y="139310"/>
                  </a:cubicBezTo>
                  <a:cubicBezTo>
                    <a:pt x="203412" y="125663"/>
                    <a:pt x="207650" y="109606"/>
                    <a:pt x="207650" y="91142"/>
                  </a:cubicBezTo>
                  <a:cubicBezTo>
                    <a:pt x="207566" y="62774"/>
                    <a:pt x="198305" y="40496"/>
                    <a:pt x="179869" y="24306"/>
                  </a:cubicBezTo>
                  <a:close/>
                  <a:moveTo>
                    <a:pt x="147362" y="131299"/>
                  </a:moveTo>
                  <a:cubicBezTo>
                    <a:pt x="136067" y="140411"/>
                    <a:pt x="120407" y="144968"/>
                    <a:pt x="100382" y="144968"/>
                  </a:cubicBezTo>
                  <a:lnTo>
                    <a:pt x="41280" y="144968"/>
                  </a:lnTo>
                  <a:lnTo>
                    <a:pt x="41280" y="37360"/>
                  </a:lnTo>
                  <a:lnTo>
                    <a:pt x="100318" y="37360"/>
                  </a:lnTo>
                  <a:cubicBezTo>
                    <a:pt x="120386" y="37360"/>
                    <a:pt x="136046" y="41837"/>
                    <a:pt x="147299" y="50795"/>
                  </a:cubicBezTo>
                  <a:cubicBezTo>
                    <a:pt x="158551" y="59752"/>
                    <a:pt x="164166" y="73208"/>
                    <a:pt x="164145" y="91164"/>
                  </a:cubicBezTo>
                  <a:cubicBezTo>
                    <a:pt x="164145" y="108822"/>
                    <a:pt x="158530" y="122202"/>
                    <a:pt x="147299" y="131299"/>
                  </a:cubicBezTo>
                  <a:close/>
                </a:path>
              </a:pathLst>
            </a:custGeom>
            <a:solidFill>
              <a:srgbClr val="00A443"/>
            </a:solidFill>
            <a:ln w="2119" cap="flat">
              <a:noFill/>
              <a:prstDash val="solid"/>
              <a:miter/>
            </a:ln>
          </p:spPr>
          <p:txBody>
            <a:bodyPr rtlCol="0" anchor="ctr"/>
            <a:lstStyle/>
            <a:p>
              <a:endParaRPr lang="es-ES" sz="1092" dirty="0"/>
            </a:p>
          </p:txBody>
        </p:sp>
        <p:sp>
          <p:nvSpPr>
            <p:cNvPr id="28" name="Forma libre: forma 27">
              <a:extLst>
                <a:ext uri="{FF2B5EF4-FFF2-40B4-BE49-F238E27FC236}">
                  <a16:creationId xmlns:a16="http://schemas.microsoft.com/office/drawing/2014/main" id="{9AF54062-BC90-BE3B-2A62-90243D478C24}"/>
                </a:ext>
              </a:extLst>
            </p:cNvPr>
            <p:cNvSpPr/>
            <p:nvPr/>
          </p:nvSpPr>
          <p:spPr>
            <a:xfrm>
              <a:off x="22794197" y="934458"/>
              <a:ext cx="206799" cy="212416"/>
            </a:xfrm>
            <a:custGeom>
              <a:avLst/>
              <a:gdLst>
                <a:gd name="connsiteX0" fmla="*/ 156609 w 206799"/>
                <a:gd name="connsiteY0" fmla="*/ 13264 h 212416"/>
                <a:gd name="connsiteX1" fmla="*/ 103208 w 206799"/>
                <a:gd name="connsiteY1" fmla="*/ 20 h 212416"/>
                <a:gd name="connsiteX2" fmla="*/ 62246 w 206799"/>
                <a:gd name="connsiteY2" fmla="*/ 7648 h 212416"/>
                <a:gd name="connsiteX3" fmla="*/ 29315 w 206799"/>
                <a:gd name="connsiteY3" fmla="*/ 29539 h 212416"/>
                <a:gd name="connsiteX4" fmla="*/ 7637 w 206799"/>
                <a:gd name="connsiteY4" fmla="*/ 63253 h 212416"/>
                <a:gd name="connsiteX5" fmla="*/ 8 w 206799"/>
                <a:gd name="connsiteY5" fmla="*/ 106017 h 212416"/>
                <a:gd name="connsiteX6" fmla="*/ 13464 w 206799"/>
                <a:gd name="connsiteY6" fmla="*/ 161431 h 212416"/>
                <a:gd name="connsiteX7" fmla="*/ 50400 w 206799"/>
                <a:gd name="connsiteY7" fmla="*/ 198982 h 212416"/>
                <a:gd name="connsiteX8" fmla="*/ 144551 w 206799"/>
                <a:gd name="connsiteY8" fmla="*/ 204597 h 212416"/>
                <a:gd name="connsiteX9" fmla="*/ 177482 w 206799"/>
                <a:gd name="connsiteY9" fmla="*/ 182707 h 212416"/>
                <a:gd name="connsiteX10" fmla="*/ 199161 w 206799"/>
                <a:gd name="connsiteY10" fmla="*/ 149183 h 212416"/>
                <a:gd name="connsiteX11" fmla="*/ 206789 w 206799"/>
                <a:gd name="connsiteY11" fmla="*/ 106017 h 212416"/>
                <a:gd name="connsiteX12" fmla="*/ 193354 w 206799"/>
                <a:gd name="connsiteY12" fmla="*/ 50412 h 212416"/>
                <a:gd name="connsiteX13" fmla="*/ 156609 w 206799"/>
                <a:gd name="connsiteY13" fmla="*/ 13264 h 212416"/>
                <a:gd name="connsiteX14" fmla="*/ 161822 w 206799"/>
                <a:gd name="connsiteY14" fmla="*/ 135727 h 212416"/>
                <a:gd name="connsiteX15" fmla="*/ 148578 w 206799"/>
                <a:gd name="connsiteY15" fmla="*/ 158020 h 212416"/>
                <a:gd name="connsiteX16" fmla="*/ 128489 w 206799"/>
                <a:gd name="connsiteY16" fmla="*/ 171857 h 212416"/>
                <a:gd name="connsiteX17" fmla="*/ 103208 w 206799"/>
                <a:gd name="connsiteY17" fmla="*/ 176689 h 212416"/>
                <a:gd name="connsiteX18" fmla="*/ 71273 w 206799"/>
                <a:gd name="connsiteY18" fmla="*/ 168212 h 212416"/>
                <a:gd name="connsiteX19" fmla="*/ 48790 w 206799"/>
                <a:gd name="connsiteY19" fmla="*/ 143928 h 212416"/>
                <a:gd name="connsiteX20" fmla="*/ 40567 w 206799"/>
                <a:gd name="connsiteY20" fmla="*/ 105974 h 212416"/>
                <a:gd name="connsiteX21" fmla="*/ 45187 w 206799"/>
                <a:gd name="connsiteY21" fmla="*/ 76307 h 212416"/>
                <a:gd name="connsiteX22" fmla="*/ 58241 w 206799"/>
                <a:gd name="connsiteY22" fmla="*/ 54226 h 212416"/>
                <a:gd name="connsiteX23" fmla="*/ 78308 w 206799"/>
                <a:gd name="connsiteY23" fmla="*/ 40367 h 212416"/>
                <a:gd name="connsiteX24" fmla="*/ 103208 w 206799"/>
                <a:gd name="connsiteY24" fmla="*/ 35748 h 212416"/>
                <a:gd name="connsiteX25" fmla="*/ 135927 w 206799"/>
                <a:gd name="connsiteY25" fmla="*/ 44224 h 212416"/>
                <a:gd name="connsiteX26" fmla="*/ 158410 w 206799"/>
                <a:gd name="connsiteY26" fmla="*/ 68318 h 212416"/>
                <a:gd name="connsiteX27" fmla="*/ 166633 w 206799"/>
                <a:gd name="connsiteY27" fmla="*/ 106059 h 212416"/>
                <a:gd name="connsiteX28" fmla="*/ 161780 w 206799"/>
                <a:gd name="connsiteY28" fmla="*/ 135727 h 21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6799" h="212416">
                  <a:moveTo>
                    <a:pt x="156609" y="13264"/>
                  </a:moveTo>
                  <a:cubicBezTo>
                    <a:pt x="140292" y="4230"/>
                    <a:pt x="121856" y="-339"/>
                    <a:pt x="103208" y="20"/>
                  </a:cubicBezTo>
                  <a:cubicBezTo>
                    <a:pt x="89179" y="-114"/>
                    <a:pt x="75278" y="2476"/>
                    <a:pt x="62246" y="7648"/>
                  </a:cubicBezTo>
                  <a:cubicBezTo>
                    <a:pt x="49870" y="12588"/>
                    <a:pt x="38660" y="20043"/>
                    <a:pt x="29315" y="29539"/>
                  </a:cubicBezTo>
                  <a:cubicBezTo>
                    <a:pt x="19864" y="39176"/>
                    <a:pt x="12489" y="50651"/>
                    <a:pt x="7637" y="63253"/>
                  </a:cubicBezTo>
                  <a:cubicBezTo>
                    <a:pt x="2424" y="76903"/>
                    <a:pt x="-162" y="91410"/>
                    <a:pt x="8" y="106017"/>
                  </a:cubicBezTo>
                  <a:cubicBezTo>
                    <a:pt x="8" y="126896"/>
                    <a:pt x="4500" y="145369"/>
                    <a:pt x="13464" y="161431"/>
                  </a:cubicBezTo>
                  <a:cubicBezTo>
                    <a:pt x="22067" y="177121"/>
                    <a:pt x="34846" y="190120"/>
                    <a:pt x="50400" y="198982"/>
                  </a:cubicBezTo>
                  <a:cubicBezTo>
                    <a:pt x="79410" y="214667"/>
                    <a:pt x="113888" y="216723"/>
                    <a:pt x="144551" y="204597"/>
                  </a:cubicBezTo>
                  <a:cubicBezTo>
                    <a:pt x="156884" y="199562"/>
                    <a:pt x="168073" y="192122"/>
                    <a:pt x="177482" y="182707"/>
                  </a:cubicBezTo>
                  <a:cubicBezTo>
                    <a:pt x="186976" y="173165"/>
                    <a:pt x="194350" y="161745"/>
                    <a:pt x="199161" y="149183"/>
                  </a:cubicBezTo>
                  <a:cubicBezTo>
                    <a:pt x="204395" y="135400"/>
                    <a:pt x="206980" y="120757"/>
                    <a:pt x="206789" y="106017"/>
                  </a:cubicBezTo>
                  <a:cubicBezTo>
                    <a:pt x="206789" y="84826"/>
                    <a:pt x="202318" y="66290"/>
                    <a:pt x="193354" y="50412"/>
                  </a:cubicBezTo>
                  <a:cubicBezTo>
                    <a:pt x="184751" y="34883"/>
                    <a:pt x="172036" y="22029"/>
                    <a:pt x="156609" y="13264"/>
                  </a:cubicBezTo>
                  <a:close/>
                  <a:moveTo>
                    <a:pt x="161822" y="135727"/>
                  </a:moveTo>
                  <a:cubicBezTo>
                    <a:pt x="158961" y="143976"/>
                    <a:pt x="154448" y="151558"/>
                    <a:pt x="148578" y="158020"/>
                  </a:cubicBezTo>
                  <a:cubicBezTo>
                    <a:pt x="142962" y="164034"/>
                    <a:pt x="136117" y="168755"/>
                    <a:pt x="128489" y="171857"/>
                  </a:cubicBezTo>
                  <a:cubicBezTo>
                    <a:pt x="120457" y="175129"/>
                    <a:pt x="111875" y="176771"/>
                    <a:pt x="103208" y="176689"/>
                  </a:cubicBezTo>
                  <a:cubicBezTo>
                    <a:pt x="91998" y="176824"/>
                    <a:pt x="80957" y="173894"/>
                    <a:pt x="71273" y="168212"/>
                  </a:cubicBezTo>
                  <a:cubicBezTo>
                    <a:pt x="61610" y="162427"/>
                    <a:pt x="53812" y="154000"/>
                    <a:pt x="48790" y="143928"/>
                  </a:cubicBezTo>
                  <a:cubicBezTo>
                    <a:pt x="43301" y="133360"/>
                    <a:pt x="40546" y="120709"/>
                    <a:pt x="40567" y="105974"/>
                  </a:cubicBezTo>
                  <a:cubicBezTo>
                    <a:pt x="40377" y="95892"/>
                    <a:pt x="41945" y="85856"/>
                    <a:pt x="45187" y="76307"/>
                  </a:cubicBezTo>
                  <a:cubicBezTo>
                    <a:pt x="48026" y="68149"/>
                    <a:pt x="52456" y="60641"/>
                    <a:pt x="58241" y="54226"/>
                  </a:cubicBezTo>
                  <a:cubicBezTo>
                    <a:pt x="63771" y="48117"/>
                    <a:pt x="70637" y="43372"/>
                    <a:pt x="78308" y="40367"/>
                  </a:cubicBezTo>
                  <a:cubicBezTo>
                    <a:pt x="86234" y="37258"/>
                    <a:pt x="94689" y="35690"/>
                    <a:pt x="103208" y="35748"/>
                  </a:cubicBezTo>
                  <a:cubicBezTo>
                    <a:pt x="114672" y="35548"/>
                    <a:pt x="125988" y="38479"/>
                    <a:pt x="135927" y="44224"/>
                  </a:cubicBezTo>
                  <a:cubicBezTo>
                    <a:pt x="145547" y="49971"/>
                    <a:pt x="153346" y="58324"/>
                    <a:pt x="158410" y="68318"/>
                  </a:cubicBezTo>
                  <a:cubicBezTo>
                    <a:pt x="163899" y="78772"/>
                    <a:pt x="166633" y="91353"/>
                    <a:pt x="166633" y="106059"/>
                  </a:cubicBezTo>
                  <a:cubicBezTo>
                    <a:pt x="166760" y="116157"/>
                    <a:pt x="165128" y="126197"/>
                    <a:pt x="161780" y="135727"/>
                  </a:cubicBezTo>
                  <a:close/>
                </a:path>
              </a:pathLst>
            </a:custGeom>
            <a:solidFill>
              <a:srgbClr val="00A443"/>
            </a:solidFill>
            <a:ln w="2119" cap="flat">
              <a:noFill/>
              <a:prstDash val="solid"/>
              <a:miter/>
            </a:ln>
          </p:spPr>
          <p:txBody>
            <a:bodyPr rtlCol="0" anchor="ctr"/>
            <a:lstStyle/>
            <a:p>
              <a:endParaRPr lang="es-ES" sz="1092" dirty="0"/>
            </a:p>
          </p:txBody>
        </p:sp>
        <p:sp>
          <p:nvSpPr>
            <p:cNvPr id="29" name="Forma libre: forma 28">
              <a:extLst>
                <a:ext uri="{FF2B5EF4-FFF2-40B4-BE49-F238E27FC236}">
                  <a16:creationId xmlns:a16="http://schemas.microsoft.com/office/drawing/2014/main" id="{02D3399A-1E65-496D-1963-21EA1AF9B2F9}"/>
                </a:ext>
              </a:extLst>
            </p:cNvPr>
            <p:cNvSpPr/>
            <p:nvPr/>
          </p:nvSpPr>
          <p:spPr>
            <a:xfrm>
              <a:off x="23000817" y="938482"/>
              <a:ext cx="295529" cy="204090"/>
            </a:xfrm>
            <a:custGeom>
              <a:avLst/>
              <a:gdLst>
                <a:gd name="connsiteX0" fmla="*/ 222039 w 295529"/>
                <a:gd name="connsiteY0" fmla="*/ 109727 h 204090"/>
                <a:gd name="connsiteX1" fmla="*/ 216826 w 295529"/>
                <a:gd name="connsiteY1" fmla="*/ 127188 h 204090"/>
                <a:gd name="connsiteX2" fmla="*/ 211613 w 295529"/>
                <a:gd name="connsiteY2" fmla="*/ 146260 h 204090"/>
                <a:gd name="connsiteX3" fmla="*/ 199958 w 295529"/>
                <a:gd name="connsiteY3" fmla="*/ 110108 h 204090"/>
                <a:gd name="connsiteX4" fmla="*/ 164951 w 295529"/>
                <a:gd name="connsiteY4" fmla="*/ 0 h 204090"/>
                <a:gd name="connsiteX5" fmla="*/ 130812 w 295529"/>
                <a:gd name="connsiteY5" fmla="*/ 0 h 204090"/>
                <a:gd name="connsiteX6" fmla="*/ 96377 w 295529"/>
                <a:gd name="connsiteY6" fmla="*/ 109727 h 204090"/>
                <a:gd name="connsiteX7" fmla="*/ 90952 w 295529"/>
                <a:gd name="connsiteY7" fmla="*/ 127591 h 204090"/>
                <a:gd name="connsiteX8" fmla="*/ 85124 w 295529"/>
                <a:gd name="connsiteY8" fmla="*/ 146663 h 204090"/>
                <a:gd name="connsiteX9" fmla="*/ 79509 w 295529"/>
                <a:gd name="connsiteY9" fmla="*/ 127591 h 204090"/>
                <a:gd name="connsiteX10" fmla="*/ 74274 w 295529"/>
                <a:gd name="connsiteY10" fmla="*/ 109727 h 204090"/>
                <a:gd name="connsiteX11" fmla="*/ 41767 w 295529"/>
                <a:gd name="connsiteY11" fmla="*/ 106 h 204090"/>
                <a:gd name="connsiteX12" fmla="*/ 0 w 295529"/>
                <a:gd name="connsiteY12" fmla="*/ 106 h 204090"/>
                <a:gd name="connsiteX13" fmla="*/ 64654 w 295529"/>
                <a:gd name="connsiteY13" fmla="*/ 204090 h 204090"/>
                <a:gd name="connsiteX14" fmla="*/ 101992 w 295529"/>
                <a:gd name="connsiteY14" fmla="*/ 204090 h 204090"/>
                <a:gd name="connsiteX15" fmla="*/ 136512 w 295529"/>
                <a:gd name="connsiteY15" fmla="*/ 94469 h 204090"/>
                <a:gd name="connsiteX16" fmla="*/ 147362 w 295529"/>
                <a:gd name="connsiteY16" fmla="*/ 58741 h 204090"/>
                <a:gd name="connsiteX17" fmla="*/ 158996 w 295529"/>
                <a:gd name="connsiteY17" fmla="*/ 94469 h 204090"/>
                <a:gd name="connsiteX18" fmla="*/ 193537 w 295529"/>
                <a:gd name="connsiteY18" fmla="*/ 204090 h 204090"/>
                <a:gd name="connsiteX19" fmla="*/ 231278 w 295529"/>
                <a:gd name="connsiteY19" fmla="*/ 204090 h 204090"/>
                <a:gd name="connsiteX20" fmla="*/ 295529 w 295529"/>
                <a:gd name="connsiteY20" fmla="*/ 106 h 204090"/>
                <a:gd name="connsiteX21" fmla="*/ 254567 w 295529"/>
                <a:gd name="connsiteY21" fmla="*/ 106 h 20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5529" h="204090">
                  <a:moveTo>
                    <a:pt x="222039" y="109727"/>
                  </a:moveTo>
                  <a:cubicBezTo>
                    <a:pt x="220174" y="115618"/>
                    <a:pt x="218437" y="121439"/>
                    <a:pt x="216826" y="127188"/>
                  </a:cubicBezTo>
                  <a:cubicBezTo>
                    <a:pt x="215215" y="132937"/>
                    <a:pt x="213478" y="139295"/>
                    <a:pt x="211613" y="146260"/>
                  </a:cubicBezTo>
                  <a:cubicBezTo>
                    <a:pt x="206782" y="131257"/>
                    <a:pt x="202904" y="119206"/>
                    <a:pt x="199958" y="110108"/>
                  </a:cubicBezTo>
                  <a:lnTo>
                    <a:pt x="164951" y="0"/>
                  </a:lnTo>
                  <a:lnTo>
                    <a:pt x="130812" y="0"/>
                  </a:lnTo>
                  <a:lnTo>
                    <a:pt x="96377" y="109727"/>
                  </a:lnTo>
                  <a:cubicBezTo>
                    <a:pt x="94491" y="115900"/>
                    <a:pt x="92668" y="121855"/>
                    <a:pt x="90952" y="127591"/>
                  </a:cubicBezTo>
                  <a:cubicBezTo>
                    <a:pt x="89193" y="133355"/>
                    <a:pt x="87264" y="139712"/>
                    <a:pt x="85124" y="146663"/>
                  </a:cubicBezTo>
                  <a:cubicBezTo>
                    <a:pt x="83005" y="139712"/>
                    <a:pt x="81098" y="133355"/>
                    <a:pt x="79509" y="127591"/>
                  </a:cubicBezTo>
                  <a:cubicBezTo>
                    <a:pt x="77919" y="121827"/>
                    <a:pt x="76160" y="115894"/>
                    <a:pt x="74274" y="109727"/>
                  </a:cubicBezTo>
                  <a:lnTo>
                    <a:pt x="41767" y="106"/>
                  </a:lnTo>
                  <a:lnTo>
                    <a:pt x="0" y="106"/>
                  </a:lnTo>
                  <a:lnTo>
                    <a:pt x="64654" y="204090"/>
                  </a:lnTo>
                  <a:lnTo>
                    <a:pt x="101992" y="204090"/>
                  </a:lnTo>
                  <a:lnTo>
                    <a:pt x="136512" y="94469"/>
                  </a:lnTo>
                  <a:cubicBezTo>
                    <a:pt x="139458" y="85639"/>
                    <a:pt x="143082" y="73730"/>
                    <a:pt x="147362" y="58741"/>
                  </a:cubicBezTo>
                  <a:cubicBezTo>
                    <a:pt x="152448" y="73730"/>
                    <a:pt x="156326" y="85639"/>
                    <a:pt x="158996" y="94469"/>
                  </a:cubicBezTo>
                  <a:lnTo>
                    <a:pt x="193537" y="204090"/>
                  </a:lnTo>
                  <a:lnTo>
                    <a:pt x="231278" y="204090"/>
                  </a:lnTo>
                  <a:lnTo>
                    <a:pt x="295529" y="106"/>
                  </a:lnTo>
                  <a:lnTo>
                    <a:pt x="254567" y="106"/>
                  </a:lnTo>
                  <a:close/>
                </a:path>
              </a:pathLst>
            </a:custGeom>
            <a:solidFill>
              <a:srgbClr val="00A443"/>
            </a:solidFill>
            <a:ln w="2119" cap="flat">
              <a:noFill/>
              <a:prstDash val="solid"/>
              <a:miter/>
            </a:ln>
          </p:spPr>
          <p:txBody>
            <a:bodyPr rtlCol="0" anchor="ctr"/>
            <a:lstStyle/>
            <a:p>
              <a:endParaRPr lang="es-ES" sz="1092" dirty="0"/>
            </a:p>
          </p:txBody>
        </p:sp>
        <p:sp>
          <p:nvSpPr>
            <p:cNvPr id="30" name="Forma libre: forma 29">
              <a:extLst>
                <a:ext uri="{FF2B5EF4-FFF2-40B4-BE49-F238E27FC236}">
                  <a16:creationId xmlns:a16="http://schemas.microsoft.com/office/drawing/2014/main" id="{1CB3FF2E-7BE4-DB9B-FE43-93692DFB289A}"/>
                </a:ext>
              </a:extLst>
            </p:cNvPr>
            <p:cNvSpPr/>
            <p:nvPr/>
          </p:nvSpPr>
          <p:spPr>
            <a:xfrm>
              <a:off x="23296333" y="934464"/>
              <a:ext cx="192321" cy="212494"/>
            </a:xfrm>
            <a:custGeom>
              <a:avLst/>
              <a:gdLst>
                <a:gd name="connsiteX0" fmla="*/ 146570 w 192321"/>
                <a:gd name="connsiteY0" fmla="*/ 13067 h 212494"/>
                <a:gd name="connsiteX1" fmla="*/ 97979 w 192321"/>
                <a:gd name="connsiteY1" fmla="*/ 14 h 212494"/>
                <a:gd name="connsiteX2" fmla="*/ 58415 w 192321"/>
                <a:gd name="connsiteY2" fmla="*/ 7430 h 212494"/>
                <a:gd name="connsiteX3" fmla="*/ 27307 w 192321"/>
                <a:gd name="connsiteY3" fmla="*/ 28982 h 212494"/>
                <a:gd name="connsiteX4" fmla="*/ 7027 w 192321"/>
                <a:gd name="connsiteY4" fmla="*/ 62506 h 212494"/>
                <a:gd name="connsiteX5" fmla="*/ 13 w 192321"/>
                <a:gd name="connsiteY5" fmla="*/ 106074 h 212494"/>
                <a:gd name="connsiteX6" fmla="*/ 12855 w 192321"/>
                <a:gd name="connsiteY6" fmla="*/ 161680 h 212494"/>
                <a:gd name="connsiteX7" fmla="*/ 48180 w 192321"/>
                <a:gd name="connsiteY7" fmla="*/ 199039 h 212494"/>
                <a:gd name="connsiteX8" fmla="*/ 99992 w 192321"/>
                <a:gd name="connsiteY8" fmla="*/ 212474 h 212494"/>
                <a:gd name="connsiteX9" fmla="*/ 134300 w 192321"/>
                <a:gd name="connsiteY9" fmla="*/ 207452 h 212494"/>
                <a:gd name="connsiteX10" fmla="*/ 164837 w 192321"/>
                <a:gd name="connsiteY10" fmla="*/ 191008 h 212494"/>
                <a:gd name="connsiteX11" fmla="*/ 188719 w 192321"/>
                <a:gd name="connsiteY11" fmla="*/ 161489 h 212494"/>
                <a:gd name="connsiteX12" fmla="*/ 158204 w 192321"/>
                <a:gd name="connsiteY12" fmla="*/ 142608 h 212494"/>
                <a:gd name="connsiteX13" fmla="*/ 142946 w 192321"/>
                <a:gd name="connsiteY13" fmla="*/ 162887 h 212494"/>
                <a:gd name="connsiteX14" fmla="*/ 123260 w 192321"/>
                <a:gd name="connsiteY14" fmla="*/ 174140 h 212494"/>
                <a:gd name="connsiteX15" fmla="*/ 99950 w 192321"/>
                <a:gd name="connsiteY15" fmla="*/ 177552 h 212494"/>
                <a:gd name="connsiteX16" fmla="*/ 69032 w 192321"/>
                <a:gd name="connsiteY16" fmla="*/ 169520 h 212494"/>
                <a:gd name="connsiteX17" fmla="*/ 47587 w 192321"/>
                <a:gd name="connsiteY17" fmla="*/ 145532 h 212494"/>
                <a:gd name="connsiteX18" fmla="*/ 40106 w 192321"/>
                <a:gd name="connsiteY18" fmla="*/ 115229 h 212494"/>
                <a:gd name="connsiteX19" fmla="*/ 191940 w 192321"/>
                <a:gd name="connsiteY19" fmla="*/ 115229 h 212494"/>
                <a:gd name="connsiteX20" fmla="*/ 192321 w 192321"/>
                <a:gd name="connsiteY20" fmla="*/ 109613 h 212494"/>
                <a:gd name="connsiteX21" fmla="*/ 192321 w 192321"/>
                <a:gd name="connsiteY21" fmla="*/ 104379 h 212494"/>
                <a:gd name="connsiteX22" fmla="*/ 180094 w 192321"/>
                <a:gd name="connsiteY22" fmla="*/ 49579 h 212494"/>
                <a:gd name="connsiteX23" fmla="*/ 146570 w 192321"/>
                <a:gd name="connsiteY23" fmla="*/ 13067 h 212494"/>
                <a:gd name="connsiteX24" fmla="*/ 55216 w 192321"/>
                <a:gd name="connsiteY24" fmla="*/ 52016 h 212494"/>
                <a:gd name="connsiteX25" fmla="*/ 73482 w 192321"/>
                <a:gd name="connsiteY25" fmla="*/ 37967 h 212494"/>
                <a:gd name="connsiteX26" fmla="*/ 97576 w 192321"/>
                <a:gd name="connsiteY26" fmla="*/ 33347 h 212494"/>
                <a:gd name="connsiteX27" fmla="*/ 137119 w 192321"/>
                <a:gd name="connsiteY27" fmla="*/ 50999 h 212494"/>
                <a:gd name="connsiteX28" fmla="*/ 151317 w 192321"/>
                <a:gd name="connsiteY28" fmla="*/ 85943 h 212494"/>
                <a:gd name="connsiteX29" fmla="*/ 41272 w 192321"/>
                <a:gd name="connsiteY29" fmla="*/ 85943 h 212494"/>
                <a:gd name="connsiteX30" fmla="*/ 43772 w 192321"/>
                <a:gd name="connsiteY30" fmla="*/ 74902 h 212494"/>
                <a:gd name="connsiteX31" fmla="*/ 55216 w 192321"/>
                <a:gd name="connsiteY31" fmla="*/ 52016 h 2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2321" h="212494">
                  <a:moveTo>
                    <a:pt x="146570" y="13067"/>
                  </a:moveTo>
                  <a:cubicBezTo>
                    <a:pt x="131927" y="4241"/>
                    <a:pt x="115080" y="-281"/>
                    <a:pt x="97979" y="14"/>
                  </a:cubicBezTo>
                  <a:cubicBezTo>
                    <a:pt x="84438" y="-156"/>
                    <a:pt x="70982" y="2366"/>
                    <a:pt x="58415" y="7430"/>
                  </a:cubicBezTo>
                  <a:cubicBezTo>
                    <a:pt x="46633" y="12319"/>
                    <a:pt x="36016" y="19666"/>
                    <a:pt x="27307" y="28982"/>
                  </a:cubicBezTo>
                  <a:cubicBezTo>
                    <a:pt x="18301" y="38632"/>
                    <a:pt x="11393" y="50048"/>
                    <a:pt x="7027" y="62506"/>
                  </a:cubicBezTo>
                  <a:cubicBezTo>
                    <a:pt x="2175" y="76511"/>
                    <a:pt x="-199" y="91256"/>
                    <a:pt x="13" y="106074"/>
                  </a:cubicBezTo>
                  <a:cubicBezTo>
                    <a:pt x="13" y="127265"/>
                    <a:pt x="4294" y="145801"/>
                    <a:pt x="12855" y="161680"/>
                  </a:cubicBezTo>
                  <a:cubicBezTo>
                    <a:pt x="20971" y="177140"/>
                    <a:pt x="33198" y="190065"/>
                    <a:pt x="48180" y="199039"/>
                  </a:cubicBezTo>
                  <a:cubicBezTo>
                    <a:pt x="63883" y="208190"/>
                    <a:pt x="81810" y="212839"/>
                    <a:pt x="99992" y="212474"/>
                  </a:cubicBezTo>
                  <a:cubicBezTo>
                    <a:pt x="111605" y="212496"/>
                    <a:pt x="123175" y="210802"/>
                    <a:pt x="134300" y="207452"/>
                  </a:cubicBezTo>
                  <a:cubicBezTo>
                    <a:pt x="145489" y="204078"/>
                    <a:pt x="155873" y="198486"/>
                    <a:pt x="164837" y="191008"/>
                  </a:cubicBezTo>
                  <a:cubicBezTo>
                    <a:pt x="174563" y="182739"/>
                    <a:pt x="182658" y="172729"/>
                    <a:pt x="188719" y="161489"/>
                  </a:cubicBezTo>
                  <a:lnTo>
                    <a:pt x="158204" y="142608"/>
                  </a:lnTo>
                  <a:cubicBezTo>
                    <a:pt x="154432" y="150258"/>
                    <a:pt x="149240" y="157134"/>
                    <a:pt x="142946" y="162887"/>
                  </a:cubicBezTo>
                  <a:cubicBezTo>
                    <a:pt x="137267" y="168005"/>
                    <a:pt x="130549" y="171843"/>
                    <a:pt x="123260" y="174140"/>
                  </a:cubicBezTo>
                  <a:cubicBezTo>
                    <a:pt x="115716" y="176460"/>
                    <a:pt x="107854" y="177611"/>
                    <a:pt x="99950" y="177552"/>
                  </a:cubicBezTo>
                  <a:cubicBezTo>
                    <a:pt x="89100" y="177734"/>
                    <a:pt x="78420" y="174958"/>
                    <a:pt x="69032" y="169520"/>
                  </a:cubicBezTo>
                  <a:cubicBezTo>
                    <a:pt x="59644" y="163843"/>
                    <a:pt x="52185" y="155488"/>
                    <a:pt x="47587" y="145532"/>
                  </a:cubicBezTo>
                  <a:cubicBezTo>
                    <a:pt x="43158" y="136011"/>
                    <a:pt x="40615" y="125718"/>
                    <a:pt x="40106" y="115229"/>
                  </a:cubicBezTo>
                  <a:lnTo>
                    <a:pt x="191940" y="115229"/>
                  </a:lnTo>
                  <a:cubicBezTo>
                    <a:pt x="192194" y="113368"/>
                    <a:pt x="192321" y="111491"/>
                    <a:pt x="192321" y="109613"/>
                  </a:cubicBezTo>
                  <a:lnTo>
                    <a:pt x="192321" y="104379"/>
                  </a:lnTo>
                  <a:cubicBezTo>
                    <a:pt x="192321" y="83500"/>
                    <a:pt x="188252" y="65233"/>
                    <a:pt x="180094" y="49579"/>
                  </a:cubicBezTo>
                  <a:cubicBezTo>
                    <a:pt x="172486" y="34553"/>
                    <a:pt x="160895" y="21919"/>
                    <a:pt x="146570" y="13067"/>
                  </a:cubicBezTo>
                  <a:close/>
                  <a:moveTo>
                    <a:pt x="55216" y="52016"/>
                  </a:moveTo>
                  <a:cubicBezTo>
                    <a:pt x="60005" y="45845"/>
                    <a:pt x="66298" y="41007"/>
                    <a:pt x="73482" y="37967"/>
                  </a:cubicBezTo>
                  <a:cubicBezTo>
                    <a:pt x="81111" y="34801"/>
                    <a:pt x="89312" y="33228"/>
                    <a:pt x="97576" y="33347"/>
                  </a:cubicBezTo>
                  <a:cubicBezTo>
                    <a:pt x="112749" y="32951"/>
                    <a:pt x="127286" y="39439"/>
                    <a:pt x="137119" y="50999"/>
                  </a:cubicBezTo>
                  <a:cubicBezTo>
                    <a:pt x="144493" y="59475"/>
                    <a:pt x="149219" y="71124"/>
                    <a:pt x="151317" y="85943"/>
                  </a:cubicBezTo>
                  <a:lnTo>
                    <a:pt x="41272" y="85943"/>
                  </a:lnTo>
                  <a:cubicBezTo>
                    <a:pt x="41865" y="82213"/>
                    <a:pt x="42692" y="78524"/>
                    <a:pt x="43772" y="74902"/>
                  </a:cubicBezTo>
                  <a:cubicBezTo>
                    <a:pt x="46103" y="66615"/>
                    <a:pt x="49981" y="58848"/>
                    <a:pt x="55216" y="52016"/>
                  </a:cubicBezTo>
                  <a:close/>
                </a:path>
              </a:pathLst>
            </a:custGeom>
            <a:solidFill>
              <a:srgbClr val="00A443"/>
            </a:solidFill>
            <a:ln w="2119" cap="flat">
              <a:noFill/>
              <a:prstDash val="solid"/>
              <a:miter/>
            </a:ln>
          </p:spPr>
          <p:txBody>
            <a:bodyPr rtlCol="0" anchor="ctr"/>
            <a:lstStyle/>
            <a:p>
              <a:endParaRPr lang="es-ES" sz="1092" dirty="0"/>
            </a:p>
          </p:txBody>
        </p:sp>
        <p:sp>
          <p:nvSpPr>
            <p:cNvPr id="31" name="Forma libre: forma 30">
              <a:extLst>
                <a:ext uri="{FF2B5EF4-FFF2-40B4-BE49-F238E27FC236}">
                  <a16:creationId xmlns:a16="http://schemas.microsoft.com/office/drawing/2014/main" id="{B472AC28-7AF9-4B31-ADF9-9665DBCA7520}"/>
                </a:ext>
              </a:extLst>
            </p:cNvPr>
            <p:cNvSpPr/>
            <p:nvPr/>
          </p:nvSpPr>
          <p:spPr>
            <a:xfrm>
              <a:off x="23513893" y="934470"/>
              <a:ext cx="106399" cy="207996"/>
            </a:xfrm>
            <a:custGeom>
              <a:avLst/>
              <a:gdLst>
                <a:gd name="connsiteX0" fmla="*/ 94766 w 106399"/>
                <a:gd name="connsiteY0" fmla="*/ 7 h 207996"/>
                <a:gd name="connsiteX1" fmla="*/ 62429 w 106399"/>
                <a:gd name="connsiteY1" fmla="*/ 9246 h 207996"/>
                <a:gd name="connsiteX2" fmla="*/ 39352 w 106399"/>
                <a:gd name="connsiteY2" fmla="*/ 37346 h 207996"/>
                <a:gd name="connsiteX3" fmla="*/ 39352 w 106399"/>
                <a:gd name="connsiteY3" fmla="*/ 4012 h 207996"/>
                <a:gd name="connsiteX4" fmla="*/ 0 w 106399"/>
                <a:gd name="connsiteY4" fmla="*/ 4012 h 207996"/>
                <a:gd name="connsiteX5" fmla="*/ 0 w 106399"/>
                <a:gd name="connsiteY5" fmla="*/ 207997 h 207996"/>
                <a:gd name="connsiteX6" fmla="*/ 39352 w 106399"/>
                <a:gd name="connsiteY6" fmla="*/ 207997 h 207996"/>
                <a:gd name="connsiteX7" fmla="*/ 39352 w 106399"/>
                <a:gd name="connsiteY7" fmla="*/ 99181 h 207996"/>
                <a:gd name="connsiteX8" fmla="*/ 52596 w 106399"/>
                <a:gd name="connsiteY8" fmla="*/ 57435 h 207996"/>
                <a:gd name="connsiteX9" fmla="*/ 86332 w 106399"/>
                <a:gd name="connsiteY9" fmla="*/ 41774 h 207996"/>
                <a:gd name="connsiteX10" fmla="*/ 106400 w 106399"/>
                <a:gd name="connsiteY10" fmla="*/ 41774 h 207996"/>
                <a:gd name="connsiteX11" fmla="*/ 106400 w 106399"/>
                <a:gd name="connsiteY11" fmla="*/ 7 h 20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99" h="207996">
                  <a:moveTo>
                    <a:pt x="94766" y="7"/>
                  </a:moveTo>
                  <a:cubicBezTo>
                    <a:pt x="83302" y="-171"/>
                    <a:pt x="72071" y="3044"/>
                    <a:pt x="62429" y="9246"/>
                  </a:cubicBezTo>
                  <a:cubicBezTo>
                    <a:pt x="52935" y="15392"/>
                    <a:pt x="45243" y="24758"/>
                    <a:pt x="39352" y="37346"/>
                  </a:cubicBezTo>
                  <a:lnTo>
                    <a:pt x="39352" y="4012"/>
                  </a:lnTo>
                  <a:lnTo>
                    <a:pt x="0" y="4012"/>
                  </a:lnTo>
                  <a:lnTo>
                    <a:pt x="0" y="207997"/>
                  </a:lnTo>
                  <a:lnTo>
                    <a:pt x="39352" y="207997"/>
                  </a:lnTo>
                  <a:lnTo>
                    <a:pt x="39352" y="99181"/>
                  </a:lnTo>
                  <a:cubicBezTo>
                    <a:pt x="39352" y="81789"/>
                    <a:pt x="43759" y="67875"/>
                    <a:pt x="52596" y="57435"/>
                  </a:cubicBezTo>
                  <a:cubicBezTo>
                    <a:pt x="60818" y="47276"/>
                    <a:pt x="73278" y="41493"/>
                    <a:pt x="86332" y="41774"/>
                  </a:cubicBezTo>
                  <a:lnTo>
                    <a:pt x="106400" y="41774"/>
                  </a:lnTo>
                  <a:lnTo>
                    <a:pt x="106400" y="7"/>
                  </a:lnTo>
                  <a:close/>
                </a:path>
              </a:pathLst>
            </a:custGeom>
            <a:solidFill>
              <a:srgbClr val="00A443"/>
            </a:solidFill>
            <a:ln w="2119" cap="flat">
              <a:noFill/>
              <a:prstDash val="solid"/>
              <a:miter/>
            </a:ln>
          </p:spPr>
          <p:txBody>
            <a:bodyPr rtlCol="0" anchor="ctr"/>
            <a:lstStyle/>
            <a:p>
              <a:endParaRPr lang="es-ES" sz="1092" dirty="0"/>
            </a:p>
          </p:txBody>
        </p:sp>
        <p:sp>
          <p:nvSpPr>
            <p:cNvPr id="32" name="Forma libre: forma 31">
              <a:extLst>
                <a:ext uri="{FF2B5EF4-FFF2-40B4-BE49-F238E27FC236}">
                  <a16:creationId xmlns:a16="http://schemas.microsoft.com/office/drawing/2014/main" id="{447BF7E2-537D-D2C0-F5AC-81C58CA6543A}"/>
                </a:ext>
              </a:extLst>
            </p:cNvPr>
            <p:cNvSpPr/>
            <p:nvPr/>
          </p:nvSpPr>
          <p:spPr>
            <a:xfrm>
              <a:off x="20826516" y="737210"/>
              <a:ext cx="267147" cy="428326"/>
            </a:xfrm>
            <a:custGeom>
              <a:avLst/>
              <a:gdLst>
                <a:gd name="connsiteX0" fmla="*/ 0 w 267147"/>
                <a:gd name="connsiteY0" fmla="*/ 305362 h 428326"/>
                <a:gd name="connsiteX1" fmla="*/ 35453 w 267147"/>
                <a:gd name="connsiteY1" fmla="*/ 391737 h 428326"/>
                <a:gd name="connsiteX2" fmla="*/ 176966 w 267147"/>
                <a:gd name="connsiteY2" fmla="*/ 414920 h 428326"/>
                <a:gd name="connsiteX3" fmla="*/ 219475 w 267147"/>
                <a:gd name="connsiteY3" fmla="*/ 0 h 428326"/>
                <a:gd name="connsiteX4" fmla="*/ 0 w 267147"/>
                <a:gd name="connsiteY4" fmla="*/ 305362 h 42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47" h="428326">
                  <a:moveTo>
                    <a:pt x="0" y="305362"/>
                  </a:moveTo>
                  <a:cubicBezTo>
                    <a:pt x="-49" y="337704"/>
                    <a:pt x="12696" y="368753"/>
                    <a:pt x="35453" y="391737"/>
                  </a:cubicBezTo>
                  <a:cubicBezTo>
                    <a:pt x="79360" y="435644"/>
                    <a:pt x="138971" y="435560"/>
                    <a:pt x="176966" y="414920"/>
                  </a:cubicBezTo>
                  <a:cubicBezTo>
                    <a:pt x="223480" y="389681"/>
                    <a:pt x="328121" y="313987"/>
                    <a:pt x="219475" y="0"/>
                  </a:cubicBezTo>
                  <a:cubicBezTo>
                    <a:pt x="219475" y="148210"/>
                    <a:pt x="0" y="163277"/>
                    <a:pt x="0" y="305362"/>
                  </a:cubicBezTo>
                  <a:close/>
                </a:path>
              </a:pathLst>
            </a:custGeom>
            <a:solidFill>
              <a:srgbClr val="FF9C1A"/>
            </a:solidFill>
            <a:ln w="2119" cap="flat">
              <a:noFill/>
              <a:prstDash val="solid"/>
              <a:miter/>
            </a:ln>
          </p:spPr>
          <p:txBody>
            <a:bodyPr rtlCol="0" anchor="ctr"/>
            <a:lstStyle/>
            <a:p>
              <a:endParaRPr lang="es-ES" sz="1092" dirty="0"/>
            </a:p>
          </p:txBody>
        </p:sp>
        <p:sp>
          <p:nvSpPr>
            <p:cNvPr id="33" name="Forma libre: forma 32">
              <a:extLst>
                <a:ext uri="{FF2B5EF4-FFF2-40B4-BE49-F238E27FC236}">
                  <a16:creationId xmlns:a16="http://schemas.microsoft.com/office/drawing/2014/main" id="{F73DBD17-553C-01B2-E17D-F98EFA1B937A}"/>
                </a:ext>
              </a:extLst>
            </p:cNvPr>
            <p:cNvSpPr/>
            <p:nvPr/>
          </p:nvSpPr>
          <p:spPr>
            <a:xfrm>
              <a:off x="20670932" y="737210"/>
              <a:ext cx="255520" cy="428307"/>
            </a:xfrm>
            <a:custGeom>
              <a:avLst/>
              <a:gdLst>
                <a:gd name="connsiteX0" fmla="*/ 255521 w 255520"/>
                <a:gd name="connsiteY0" fmla="*/ 129752 h 428307"/>
                <a:gd name="connsiteX1" fmla="*/ 219496 w 255520"/>
                <a:gd name="connsiteY1" fmla="*/ 0 h 428307"/>
                <a:gd name="connsiteX2" fmla="*/ 0 w 255520"/>
                <a:gd name="connsiteY2" fmla="*/ 305362 h 428307"/>
                <a:gd name="connsiteX3" fmla="*/ 35410 w 255520"/>
                <a:gd name="connsiteY3" fmla="*/ 391737 h 428307"/>
                <a:gd name="connsiteX4" fmla="*/ 176924 w 255520"/>
                <a:gd name="connsiteY4" fmla="*/ 414920 h 428307"/>
                <a:gd name="connsiteX5" fmla="*/ 255521 w 255520"/>
                <a:gd name="connsiteY5" fmla="*/ 129752 h 42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520" h="428307">
                  <a:moveTo>
                    <a:pt x="255521" y="129752"/>
                  </a:moveTo>
                  <a:cubicBezTo>
                    <a:pt x="248316" y="90909"/>
                    <a:pt x="236767" y="51134"/>
                    <a:pt x="219496" y="0"/>
                  </a:cubicBezTo>
                  <a:cubicBezTo>
                    <a:pt x="219496" y="148210"/>
                    <a:pt x="0" y="163277"/>
                    <a:pt x="0" y="305362"/>
                  </a:cubicBezTo>
                  <a:cubicBezTo>
                    <a:pt x="-49" y="337697"/>
                    <a:pt x="12677" y="368742"/>
                    <a:pt x="35410" y="391737"/>
                  </a:cubicBezTo>
                  <a:cubicBezTo>
                    <a:pt x="79318" y="435644"/>
                    <a:pt x="139394" y="435517"/>
                    <a:pt x="176924" y="414920"/>
                  </a:cubicBezTo>
                  <a:cubicBezTo>
                    <a:pt x="89659" y="321870"/>
                    <a:pt x="120386" y="214156"/>
                    <a:pt x="255521" y="129752"/>
                  </a:cubicBezTo>
                  <a:close/>
                </a:path>
              </a:pathLst>
            </a:custGeom>
            <a:solidFill>
              <a:srgbClr val="0DA9FF"/>
            </a:solidFill>
            <a:ln w="2119" cap="flat">
              <a:noFill/>
              <a:prstDash val="solid"/>
              <a:miter/>
            </a:ln>
          </p:spPr>
          <p:txBody>
            <a:bodyPr rtlCol="0" anchor="ctr"/>
            <a:lstStyle/>
            <a:p>
              <a:endParaRPr lang="es-ES" sz="1092" dirty="0"/>
            </a:p>
          </p:txBody>
        </p:sp>
        <p:sp>
          <p:nvSpPr>
            <p:cNvPr id="34" name="Forma libre: forma 33">
              <a:extLst>
                <a:ext uri="{FF2B5EF4-FFF2-40B4-BE49-F238E27FC236}">
                  <a16:creationId xmlns:a16="http://schemas.microsoft.com/office/drawing/2014/main" id="{99266816-03BE-A997-2449-9D96AD698691}"/>
                </a:ext>
              </a:extLst>
            </p:cNvPr>
            <p:cNvSpPr/>
            <p:nvPr/>
          </p:nvSpPr>
          <p:spPr>
            <a:xfrm>
              <a:off x="20515348" y="737210"/>
              <a:ext cx="255520" cy="529266"/>
            </a:xfrm>
            <a:custGeom>
              <a:avLst/>
              <a:gdLst>
                <a:gd name="connsiteX0" fmla="*/ 255521 w 255520"/>
                <a:gd name="connsiteY0" fmla="*/ 129752 h 529266"/>
                <a:gd name="connsiteX1" fmla="*/ 219496 w 255520"/>
                <a:gd name="connsiteY1" fmla="*/ 0 h 529266"/>
                <a:gd name="connsiteX2" fmla="*/ 0 w 255520"/>
                <a:gd name="connsiteY2" fmla="*/ 305362 h 529266"/>
                <a:gd name="connsiteX3" fmla="*/ 59038 w 255520"/>
                <a:gd name="connsiteY3" fmla="*/ 410321 h 529266"/>
                <a:gd name="connsiteX4" fmla="*/ 53380 w 255520"/>
                <a:gd name="connsiteY4" fmla="*/ 529266 h 529266"/>
                <a:gd name="connsiteX5" fmla="*/ 81543 w 255520"/>
                <a:gd name="connsiteY5" fmla="*/ 524583 h 529266"/>
                <a:gd name="connsiteX6" fmla="*/ 77093 w 255520"/>
                <a:gd name="connsiteY6" fmla="*/ 419433 h 529266"/>
                <a:gd name="connsiteX7" fmla="*/ 176923 w 255520"/>
                <a:gd name="connsiteY7" fmla="*/ 414962 h 529266"/>
                <a:gd name="connsiteX8" fmla="*/ 255521 w 255520"/>
                <a:gd name="connsiteY8" fmla="*/ 129752 h 52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5520" h="529266">
                  <a:moveTo>
                    <a:pt x="255521" y="129752"/>
                  </a:moveTo>
                  <a:cubicBezTo>
                    <a:pt x="248316" y="90909"/>
                    <a:pt x="236746" y="51134"/>
                    <a:pt x="219496" y="0"/>
                  </a:cubicBezTo>
                  <a:cubicBezTo>
                    <a:pt x="219496" y="148210"/>
                    <a:pt x="0" y="163277"/>
                    <a:pt x="0" y="305362"/>
                  </a:cubicBezTo>
                  <a:cubicBezTo>
                    <a:pt x="0" y="378238"/>
                    <a:pt x="59038" y="410321"/>
                    <a:pt x="59038" y="410321"/>
                  </a:cubicBezTo>
                  <a:cubicBezTo>
                    <a:pt x="49865" y="449285"/>
                    <a:pt x="47947" y="489607"/>
                    <a:pt x="53380" y="529266"/>
                  </a:cubicBezTo>
                  <a:lnTo>
                    <a:pt x="81543" y="524583"/>
                  </a:lnTo>
                  <a:cubicBezTo>
                    <a:pt x="67769" y="476691"/>
                    <a:pt x="76224" y="424540"/>
                    <a:pt x="77093" y="419433"/>
                  </a:cubicBezTo>
                  <a:cubicBezTo>
                    <a:pt x="113117" y="433864"/>
                    <a:pt x="150265" y="429584"/>
                    <a:pt x="176923" y="414962"/>
                  </a:cubicBezTo>
                  <a:cubicBezTo>
                    <a:pt x="89532" y="321870"/>
                    <a:pt x="120386" y="214177"/>
                    <a:pt x="255521" y="129752"/>
                  </a:cubicBezTo>
                  <a:close/>
                </a:path>
              </a:pathLst>
            </a:custGeom>
            <a:solidFill>
              <a:srgbClr val="00A443"/>
            </a:solidFill>
            <a:ln w="2119" cap="flat">
              <a:noFill/>
              <a:prstDash val="solid"/>
              <a:miter/>
            </a:ln>
          </p:spPr>
          <p:txBody>
            <a:bodyPr rtlCol="0" anchor="ctr"/>
            <a:lstStyle/>
            <a:p>
              <a:endParaRPr lang="es-ES" sz="1092" dirty="0"/>
            </a:p>
          </p:txBody>
        </p:sp>
      </p:grpSp>
    </p:spTree>
    <p:extLst>
      <p:ext uri="{BB962C8B-B14F-4D97-AF65-F5344CB8AC3E}">
        <p14:creationId xmlns:p14="http://schemas.microsoft.com/office/powerpoint/2010/main" val="516295639"/>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ECCA-F846-54CB-7192-72A015E369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B67C91-B904-D31B-22C6-8E8A1EDC78BA}"/>
              </a:ext>
            </a:extLst>
          </p:cNvPr>
          <p:cNvSpPr>
            <a:spLocks noGrp="1"/>
          </p:cNvSpPr>
          <p:nvPr>
            <p:ph type="subTitle" idx="1"/>
          </p:nvPr>
        </p:nvSpPr>
        <p:spPr>
          <a:xfrm>
            <a:off x="1524000" y="3602038"/>
            <a:ext cx="9144000" cy="1655762"/>
          </a:xfrm>
        </p:spPr>
        <p:txBody>
          <a:bodyPr/>
          <a:lstStyle>
            <a:lvl1pPr marL="0" indent="0" algn="ctr">
              <a:buNone/>
              <a:defRPr sz="2400"/>
            </a:lvl1pPr>
            <a:lvl2pPr marL="457207" indent="0" algn="ctr">
              <a:buNone/>
              <a:defRPr sz="2000"/>
            </a:lvl2pPr>
            <a:lvl3pPr marL="914413" indent="0" algn="ctr">
              <a:buNone/>
              <a:defRPr sz="1800"/>
            </a:lvl3pPr>
            <a:lvl4pPr marL="1371620" indent="0" algn="ctr">
              <a:buNone/>
              <a:defRPr sz="1600"/>
            </a:lvl4pPr>
            <a:lvl5pPr marL="1828826" indent="0" algn="ctr">
              <a:buNone/>
              <a:defRPr sz="1600"/>
            </a:lvl5pPr>
            <a:lvl6pPr marL="2286033" indent="0" algn="ctr">
              <a:buNone/>
              <a:defRPr sz="1600"/>
            </a:lvl6pPr>
            <a:lvl7pPr marL="2743239" indent="0" algn="ctr">
              <a:buNone/>
              <a:defRPr sz="1600"/>
            </a:lvl7pPr>
            <a:lvl8pPr marL="3200446" indent="0" algn="ctr">
              <a:buNone/>
              <a:defRPr sz="1600"/>
            </a:lvl8pPr>
            <a:lvl9pPr marL="3657652"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6C488B6-580D-60EE-9EFF-E63CE79E9F0D}"/>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767A3A53-73B1-6484-F6B9-AC8AD15EFEF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28C6EC8-C6CF-3C2F-E9D9-60C29BF01E09}"/>
              </a:ext>
            </a:extLst>
          </p:cNvPr>
          <p:cNvSpPr>
            <a:spLocks noGrp="1"/>
          </p:cNvSpPr>
          <p:nvPr>
            <p:ph type="sldNum" sz="quarter" idx="12"/>
          </p:nvPr>
        </p:nvSpPr>
        <p:spPr/>
        <p:txBody>
          <a:bodyPr/>
          <a:lstStyle/>
          <a:p>
            <a:fld id="{D5846E91-796F-48DB-9F0D-7C10E74BFCFD}" type="slidenum">
              <a:rPr lang="en-GB" smtClean="0"/>
              <a:t>‹#›</a:t>
            </a:fld>
            <a:endParaRPr lang="en-GB" dirty="0"/>
          </a:p>
        </p:txBody>
      </p:sp>
    </p:spTree>
    <p:extLst>
      <p:ext uri="{BB962C8B-B14F-4D97-AF65-F5344CB8AC3E}">
        <p14:creationId xmlns:p14="http://schemas.microsoft.com/office/powerpoint/2010/main" val="29496910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rgbClr val="FF9C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422543951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3647304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C21AF6-E24E-9F48-A028-3DFE29622415}"/>
              </a:ext>
            </a:extLst>
          </p:cNvPr>
          <p:cNvSpPr/>
          <p:nvPr userDrawn="1"/>
        </p:nvSpPr>
        <p:spPr>
          <a:xfrm>
            <a:off x="528016" y="517912"/>
            <a:ext cx="11135969" cy="5822176"/>
          </a:xfrm>
          <a:prstGeom prst="roundRect">
            <a:avLst>
              <a:gd name="adj" fmla="val 1613"/>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2" name="Text Placeholder 21">
            <a:extLst>
              <a:ext uri="{FF2B5EF4-FFF2-40B4-BE49-F238E27FC236}">
                <a16:creationId xmlns:a16="http://schemas.microsoft.com/office/drawing/2014/main" id="{0F724B89-8A1F-1EDF-443F-743B4975CDB3}"/>
              </a:ext>
            </a:extLst>
          </p:cNvPr>
          <p:cNvSpPr>
            <a:spLocks noGrp="1"/>
          </p:cNvSpPr>
          <p:nvPr>
            <p:ph type="body" sz="quarter" idx="12" hasCustomPrompt="1"/>
          </p:nvPr>
        </p:nvSpPr>
        <p:spPr>
          <a:xfrm>
            <a:off x="860612" y="3752454"/>
            <a:ext cx="4773796" cy="1240871"/>
          </a:xfrm>
        </p:spPr>
        <p:txBody>
          <a:bodyPr/>
          <a:lstStyle>
            <a:lvl1pPr>
              <a:lnSpc>
                <a:spcPct val="100000"/>
              </a:lnSpc>
              <a:spcBef>
                <a:spcPts val="0"/>
              </a:spcBef>
              <a:spcAft>
                <a:spcPts val="364"/>
              </a:spcAft>
              <a:defRPr sz="3275">
                <a:solidFill>
                  <a:schemeClr val="bg1"/>
                </a:solidFill>
              </a:defRPr>
            </a:lvl1pPr>
          </a:lstStyle>
          <a:p>
            <a:pPr lvl="0"/>
            <a:r>
              <a:rPr lang="en-US"/>
              <a:t>Job Title</a:t>
            </a:r>
          </a:p>
          <a:p>
            <a:pPr lvl="0"/>
            <a:r>
              <a:rPr lang="en-US" err="1"/>
              <a:t>ScottishPower</a:t>
            </a:r>
            <a:endParaRPr lang="en-GB"/>
          </a:p>
        </p:txBody>
      </p:sp>
      <p:sp>
        <p:nvSpPr>
          <p:cNvPr id="20" name="Text Placeholder 19">
            <a:extLst>
              <a:ext uri="{FF2B5EF4-FFF2-40B4-BE49-F238E27FC236}">
                <a16:creationId xmlns:a16="http://schemas.microsoft.com/office/drawing/2014/main" id="{15223C70-0CCB-E355-42CE-C037A08485EA}"/>
              </a:ext>
            </a:extLst>
          </p:cNvPr>
          <p:cNvSpPr>
            <a:spLocks noGrp="1"/>
          </p:cNvSpPr>
          <p:nvPr>
            <p:ph type="body" sz="quarter" idx="11" hasCustomPrompt="1"/>
          </p:nvPr>
        </p:nvSpPr>
        <p:spPr>
          <a:xfrm>
            <a:off x="906338" y="2230486"/>
            <a:ext cx="4727589" cy="1290929"/>
          </a:xfrm>
        </p:spPr>
        <p:txBody>
          <a:bodyPr/>
          <a:lstStyle>
            <a:lvl1pPr>
              <a:defRPr sz="8368">
                <a:solidFill>
                  <a:schemeClr val="bg1"/>
                </a:solidFill>
                <a:latin typeface="Freestyle Script" panose="030804020302050B0404" pitchFamily="66" charset="0"/>
              </a:defRPr>
            </a:lvl1pPr>
            <a:lvl2pPr>
              <a:defRPr>
                <a:latin typeface="Freestyle Script" panose="030804020302050B0404" pitchFamily="66" charset="0"/>
              </a:defRPr>
            </a:lvl2pPr>
            <a:lvl3pPr>
              <a:defRPr>
                <a:latin typeface="Freestyle Script" panose="030804020302050B0404" pitchFamily="66" charset="0"/>
              </a:defRPr>
            </a:lvl3pPr>
            <a:lvl4pPr>
              <a:defRPr>
                <a:latin typeface="Freestyle Script" panose="030804020302050B0404" pitchFamily="66" charset="0"/>
              </a:defRPr>
            </a:lvl4pPr>
            <a:lvl5pPr>
              <a:defRPr>
                <a:latin typeface="Freestyle Script" panose="030804020302050B0404" pitchFamily="66" charset="0"/>
              </a:defRPr>
            </a:lvl5pPr>
          </a:lstStyle>
          <a:p>
            <a:pPr lvl="0"/>
            <a:r>
              <a:rPr lang="en-US"/>
              <a:t>Name</a:t>
            </a:r>
            <a:endParaRPr lang="en-GB"/>
          </a:p>
        </p:txBody>
      </p:sp>
      <p:sp>
        <p:nvSpPr>
          <p:cNvPr id="7" name="Rectangle: Rounded Corners 6">
            <a:extLst>
              <a:ext uri="{FF2B5EF4-FFF2-40B4-BE49-F238E27FC236}">
                <a16:creationId xmlns:a16="http://schemas.microsoft.com/office/drawing/2014/main" id="{76E98C4D-252A-C13E-C3B4-ADF45E0B6909}"/>
              </a:ext>
            </a:extLst>
          </p:cNvPr>
          <p:cNvSpPr/>
          <p:nvPr userDrawn="1"/>
        </p:nvSpPr>
        <p:spPr>
          <a:xfrm>
            <a:off x="860902" y="5287472"/>
            <a:ext cx="2407734" cy="1240451"/>
          </a:xfrm>
          <a:prstGeom prst="roundRect">
            <a:avLst>
              <a:gd name="adj" fmla="val 9848"/>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 name="Picture 9" descr="A logo with green and orange letters&#10;&#10;AI-generated content may be incorrect.">
            <a:extLst>
              <a:ext uri="{FF2B5EF4-FFF2-40B4-BE49-F238E27FC236}">
                <a16:creationId xmlns:a16="http://schemas.microsoft.com/office/drawing/2014/main" id="{B34B4FFE-6440-B826-7795-DC34FCCCE59E}"/>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6404" b="36404"/>
          <a:stretch/>
        </p:blipFill>
        <p:spPr>
          <a:xfrm>
            <a:off x="689741" y="1190505"/>
            <a:ext cx="3927624" cy="640162"/>
          </a:xfrm>
          <a:prstGeom prst="rect">
            <a:avLst/>
          </a:prstGeom>
        </p:spPr>
      </p:pic>
      <p:sp>
        <p:nvSpPr>
          <p:cNvPr id="12" name="Rectangle: Rounded Corners 11">
            <a:extLst>
              <a:ext uri="{FF2B5EF4-FFF2-40B4-BE49-F238E27FC236}">
                <a16:creationId xmlns:a16="http://schemas.microsoft.com/office/drawing/2014/main" id="{2879CF51-D24E-BA27-268C-1BB3CE9F6469}"/>
              </a:ext>
            </a:extLst>
          </p:cNvPr>
          <p:cNvSpPr/>
          <p:nvPr userDrawn="1"/>
        </p:nvSpPr>
        <p:spPr>
          <a:xfrm>
            <a:off x="7992189" y="316821"/>
            <a:ext cx="3331207" cy="1240451"/>
          </a:xfrm>
          <a:prstGeom prst="roundRect">
            <a:avLst>
              <a:gd name="adj" fmla="val 9848"/>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5821">
                <a:latin typeface="Freestyle Script" panose="030804020302050B0404" pitchFamily="66" charset="0"/>
                <a:ea typeface="IberPangea" panose="020B0504000000000000" pitchFamily="34" charset="0"/>
                <a:cs typeface="MV Boli" panose="02000500030200090000" pitchFamily="2" charset="0"/>
              </a:rPr>
              <a:t>Induction </a:t>
            </a:r>
            <a:r>
              <a:rPr lang="en-GB" sz="5821" b="1">
                <a:latin typeface="Freestyle Script" panose="030804020302050B0404" pitchFamily="66" charset="0"/>
                <a:ea typeface="IberPangea" panose="020B0504000000000000" pitchFamily="34" charset="0"/>
                <a:cs typeface="MV Boli" panose="02000500030200090000" pitchFamily="2" charset="0"/>
              </a:rPr>
              <a:t>2025</a:t>
            </a:r>
            <a:endParaRPr lang="en-GB" sz="5821" b="1"/>
          </a:p>
        </p:txBody>
      </p:sp>
      <p:sp>
        <p:nvSpPr>
          <p:cNvPr id="16" name="Text Placeholder 15">
            <a:extLst>
              <a:ext uri="{FF2B5EF4-FFF2-40B4-BE49-F238E27FC236}">
                <a16:creationId xmlns:a16="http://schemas.microsoft.com/office/drawing/2014/main" id="{517140D1-0E46-8113-BD20-18A114003748}"/>
              </a:ext>
            </a:extLst>
          </p:cNvPr>
          <p:cNvSpPr>
            <a:spLocks noGrp="1"/>
          </p:cNvSpPr>
          <p:nvPr>
            <p:ph type="body" sz="quarter" idx="10" hasCustomPrompt="1"/>
          </p:nvPr>
        </p:nvSpPr>
        <p:spPr>
          <a:xfrm>
            <a:off x="7528428" y="5903167"/>
            <a:ext cx="3927624" cy="312865"/>
          </a:xfrm>
        </p:spPr>
        <p:txBody>
          <a:bodyPr/>
          <a:lstStyle>
            <a:lvl1pPr algn="r">
              <a:defRPr sz="1698">
                <a:solidFill>
                  <a:schemeClr val="bg1"/>
                </a:solidFill>
              </a:defRPr>
            </a:lvl1pPr>
          </a:lstStyle>
          <a:p>
            <a:pPr lvl="0"/>
            <a:r>
              <a:rPr lang="en-GB"/>
              <a:t>Date</a:t>
            </a:r>
          </a:p>
        </p:txBody>
      </p:sp>
    </p:spTree>
    <p:extLst>
      <p:ext uri="{BB962C8B-B14F-4D97-AF65-F5344CB8AC3E}">
        <p14:creationId xmlns:p14="http://schemas.microsoft.com/office/powerpoint/2010/main" val="210414783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tx2"/>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2" y="438866"/>
            <a:ext cx="9289413" cy="3016075"/>
          </a:xfrm>
          <a:prstGeom prst="rect">
            <a:avLst/>
          </a:prstGeom>
        </p:spPr>
        <p:txBody>
          <a:bodyPr anchor="t">
            <a:normAutofit/>
          </a:bodyPr>
          <a:lstStyle>
            <a:lvl1pPr>
              <a:lnSpc>
                <a:spcPct val="80000"/>
              </a:lnSpc>
              <a:defRPr sz="7000" b="1" i="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4" name="Marcador de número de diapositiva 2">
            <a:extLst>
              <a:ext uri="{FF2B5EF4-FFF2-40B4-BE49-F238E27FC236}">
                <a16:creationId xmlns:a16="http://schemas.microsoft.com/office/drawing/2014/main" id="{3ED489D6-131A-3CD4-5081-ADD1132C322E}"/>
              </a:ext>
            </a:extLst>
          </p:cNvPr>
          <p:cNvSpPr>
            <a:spLocks noGrp="1"/>
          </p:cNvSpPr>
          <p:nvPr>
            <p:ph type="sldNum" sz="quarter" idx="4"/>
          </p:nvPr>
        </p:nvSpPr>
        <p:spPr>
          <a:xfrm>
            <a:off x="11164832" y="6453339"/>
            <a:ext cx="619949" cy="240554"/>
          </a:xfrm>
          <a:prstGeom prst="rect">
            <a:avLst/>
          </a:prstGeom>
        </p:spPr>
        <p:txBody>
          <a:bodyPr/>
          <a:lstStyle>
            <a:lvl1pPr algn="r">
              <a:defRPr>
                <a:solidFill>
                  <a:schemeClr val="bg1"/>
                </a:solidFill>
                <a:latin typeface="+mn-lt"/>
              </a:defRPr>
            </a:lvl1pPr>
          </a:lstStyle>
          <a:p>
            <a:fld id="{92A49E42-579D-0A4D-A382-D64C66A04E33}" type="slidenum">
              <a:rPr lang="es-ES" smtClean="0"/>
              <a:pPr/>
              <a:t>‹#›</a:t>
            </a:fld>
            <a:endParaRPr lang="es-ES"/>
          </a:p>
        </p:txBody>
      </p:sp>
      <p:grpSp>
        <p:nvGrpSpPr>
          <p:cNvPr id="3" name="Grupo 2">
            <a:extLst>
              <a:ext uri="{FF2B5EF4-FFF2-40B4-BE49-F238E27FC236}">
                <a16:creationId xmlns:a16="http://schemas.microsoft.com/office/drawing/2014/main" id="{758A2A80-6789-F427-EC39-6C7C9A7C273D}"/>
              </a:ext>
            </a:extLst>
          </p:cNvPr>
          <p:cNvGrpSpPr/>
          <p:nvPr userDrawn="1"/>
        </p:nvGrpSpPr>
        <p:grpSpPr>
          <a:xfrm>
            <a:off x="10242043"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D40C0476-0163-BCFB-B0E2-56C57EDEFFC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D3FDF14B-FAED-D657-9715-4264C23C63A1}"/>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ED80135B-9B3D-C0B0-592E-76614844FA0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EE28A361-FEA6-782A-7C55-CA078FA226E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24FBA5A1-A068-6F2D-89E0-857F72F4B4ED}"/>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F622509E-05A4-59E0-86A1-99E1DA99D80D}"/>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6C8B03D9-958E-F1B2-A618-66FB0CC3E12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FA983D89-85B4-5245-B384-9F639885E7F0}"/>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BFE4B7D9-7638-1734-EF93-65CB7D6A6AF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3CB07835-3670-E61E-4607-C62AD5ECFC77}"/>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10D9D516-6E4A-648F-4AAF-453F10C0E8F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9B71F43F-3FD9-24A5-C8F6-04E9EFA40A2E}"/>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4618552B-E665-11B1-9586-95D106C7A51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62C6624B-41F2-2BCC-09F9-1BFFBD7EE34F}"/>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3F04FE24-9614-D04F-AE96-C370413514A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6689BD66-5E00-4F61-E927-2A54BD00523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41060026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p:bg>
      <p:bgRef idx="1001">
        <a:schemeClr val="bg1"/>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E9E5E572-ACA6-848C-1471-C2088F7E0DC4}"/>
              </a:ext>
            </a:extLst>
          </p:cNvPr>
          <p:cNvSpPr>
            <a:spLocks noGrp="1"/>
          </p:cNvSpPr>
          <p:nvPr>
            <p:ph type="body" sz="quarter" idx="20" hasCustomPrompt="1"/>
          </p:nvPr>
        </p:nvSpPr>
        <p:spPr>
          <a:xfrm>
            <a:off x="356401" y="439201"/>
            <a:ext cx="9289413" cy="3016075"/>
          </a:xfrm>
          <a:prstGeom prst="rect">
            <a:avLst/>
          </a:prstGeom>
        </p:spPr>
        <p:txBody>
          <a:bodyPr anchor="t">
            <a:normAutofit/>
          </a:bodyPr>
          <a:lstStyle>
            <a:lvl1pPr>
              <a:lnSpc>
                <a:spcPct val="80000"/>
              </a:lnSpc>
              <a:defRPr sz="7000" b="1" i="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17" name="Marcador de número de diapositiva 2">
            <a:extLst>
              <a:ext uri="{FF2B5EF4-FFF2-40B4-BE49-F238E27FC236}">
                <a16:creationId xmlns:a16="http://schemas.microsoft.com/office/drawing/2014/main" id="{9B53B229-7197-263A-D62C-1B9C79392EF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fld id="{92A49E42-579D-0A4D-A382-D64C66A04E33}" type="slidenum">
              <a:rPr lang="es-ES" smtClean="0"/>
              <a:pPr/>
              <a:t>‹#›</a:t>
            </a:fld>
            <a:endParaRPr lang="es-ES"/>
          </a:p>
        </p:txBody>
      </p:sp>
    </p:spTree>
    <p:extLst>
      <p:ext uri="{BB962C8B-B14F-4D97-AF65-F5344CB8AC3E}">
        <p14:creationId xmlns:p14="http://schemas.microsoft.com/office/powerpoint/2010/main" val="2338104656"/>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5" y="2622552"/>
            <a:ext cx="1706063" cy="1612900"/>
          </a:xfrm>
          <a:prstGeom prst="rect">
            <a:avLst/>
          </a:prstGeom>
        </p:spPr>
      </p:pic>
    </p:spTree>
    <p:extLst>
      <p:ext uri="{BB962C8B-B14F-4D97-AF65-F5344CB8AC3E}">
        <p14:creationId xmlns:p14="http://schemas.microsoft.com/office/powerpoint/2010/main" val="3631160058"/>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Symbol">
    <p:bg>
      <p:bgPr>
        <a:solidFill>
          <a:schemeClr val="bg1"/>
        </a:solidFill>
        <a:effectLst/>
      </p:bgPr>
    </p:bg>
    <p:spTree>
      <p:nvGrpSpPr>
        <p:cNvPr id="1" name=""/>
        <p:cNvGrpSpPr/>
        <p:nvPr/>
      </p:nvGrpSpPr>
      <p:grpSpPr>
        <a:xfrm>
          <a:off x="0" y="0"/>
          <a:ext cx="0" cy="0"/>
          <a:chOff x="0" y="0"/>
          <a:chExt cx="0" cy="0"/>
        </a:xfrm>
      </p:grpSpPr>
      <p:grpSp>
        <p:nvGrpSpPr>
          <p:cNvPr id="32" name="Grupo 31">
            <a:extLst>
              <a:ext uri="{FF2B5EF4-FFF2-40B4-BE49-F238E27FC236}">
                <a16:creationId xmlns:a16="http://schemas.microsoft.com/office/drawing/2014/main" id="{63A19033-1877-D3FE-25FE-0B61DC554FD5}"/>
              </a:ext>
            </a:extLst>
          </p:cNvPr>
          <p:cNvGrpSpPr/>
          <p:nvPr userDrawn="1"/>
        </p:nvGrpSpPr>
        <p:grpSpPr>
          <a:xfrm>
            <a:off x="3829690" y="3042686"/>
            <a:ext cx="4532620" cy="772625"/>
            <a:chOff x="858380" y="3171155"/>
            <a:chExt cx="4884170" cy="832550"/>
          </a:xfrm>
        </p:grpSpPr>
        <p:sp>
          <p:nvSpPr>
            <p:cNvPr id="33" name="Forma libre: forma 32">
              <a:extLst>
                <a:ext uri="{FF2B5EF4-FFF2-40B4-BE49-F238E27FC236}">
                  <a16:creationId xmlns:a16="http://schemas.microsoft.com/office/drawing/2014/main" id="{2539CDA2-301D-20B6-5521-9970C858B46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E5F36363-FABA-699F-34B9-D34697781FF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754248B4-B757-47E9-CB3E-789556E1A933}"/>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4F116E2B-28B1-13CF-8B37-9EB10DB9DBD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BDE0DAEB-FF9C-D953-8E3C-F81C8D00B6E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6A27E1C8-06B1-0B63-77C1-1978FE07D23E}"/>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115B70A8-5F96-901A-F7FE-579D1829DD8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96C23634-A02D-B63E-B78C-E3EBB0554736}"/>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67D8265F-9FA1-9333-025A-2C3546EEBBA7}"/>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397818D9-4CE2-1B25-56C0-58786A1132A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43" name="Forma libre: forma 42">
              <a:extLst>
                <a:ext uri="{FF2B5EF4-FFF2-40B4-BE49-F238E27FC236}">
                  <a16:creationId xmlns:a16="http://schemas.microsoft.com/office/drawing/2014/main" id="{0BFC209E-EBFF-1160-CFF3-78BFDD79B94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44" name="Forma libre: forma 43">
              <a:extLst>
                <a:ext uri="{FF2B5EF4-FFF2-40B4-BE49-F238E27FC236}">
                  <a16:creationId xmlns:a16="http://schemas.microsoft.com/office/drawing/2014/main" id="{FCC89B3C-5348-8165-5037-1A70E3F3BD7D}"/>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45" name="Forma libre: forma 44">
              <a:extLst>
                <a:ext uri="{FF2B5EF4-FFF2-40B4-BE49-F238E27FC236}">
                  <a16:creationId xmlns:a16="http://schemas.microsoft.com/office/drawing/2014/main" id="{5A17DC87-B8E6-A658-1841-B6C855C9823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46" name="Forma libre: forma 45">
              <a:extLst>
                <a:ext uri="{FF2B5EF4-FFF2-40B4-BE49-F238E27FC236}">
                  <a16:creationId xmlns:a16="http://schemas.microsoft.com/office/drawing/2014/main" id="{33767AFA-BAAE-421D-B0E0-ADDF1A15F34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47" name="Forma libre: forma 46">
              <a:extLst>
                <a:ext uri="{FF2B5EF4-FFF2-40B4-BE49-F238E27FC236}">
                  <a16:creationId xmlns:a16="http://schemas.microsoft.com/office/drawing/2014/main" id="{087E26AB-A459-F53E-C1CB-14990EDB21C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48" name="Forma libre: forma 47">
              <a:extLst>
                <a:ext uri="{FF2B5EF4-FFF2-40B4-BE49-F238E27FC236}">
                  <a16:creationId xmlns:a16="http://schemas.microsoft.com/office/drawing/2014/main" id="{F105C46A-82BD-8222-A18A-9878002399C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159592740"/>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ymbol Green">
    <p:bg>
      <p:bgPr>
        <a:solidFill>
          <a:schemeClr val="tx2"/>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32189909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Symbol Green">
    <p:bg>
      <p:bgPr>
        <a:solidFill>
          <a:schemeClr val="tx2"/>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902153F5-C22C-D868-F68B-1AF1D8E313CA}"/>
              </a:ext>
            </a:extLst>
          </p:cNvPr>
          <p:cNvGrpSpPr/>
          <p:nvPr userDrawn="1"/>
        </p:nvGrpSpPr>
        <p:grpSpPr>
          <a:xfrm>
            <a:off x="3829690" y="3042686"/>
            <a:ext cx="4532620" cy="772625"/>
            <a:chOff x="858380" y="3171155"/>
            <a:chExt cx="4884170" cy="832550"/>
          </a:xfrm>
          <a:solidFill>
            <a:schemeClr val="bg1"/>
          </a:solidFill>
        </p:grpSpPr>
        <p:sp>
          <p:nvSpPr>
            <p:cNvPr id="16" name="Forma libre: forma 15">
              <a:extLst>
                <a:ext uri="{FF2B5EF4-FFF2-40B4-BE49-F238E27FC236}">
                  <a16:creationId xmlns:a16="http://schemas.microsoft.com/office/drawing/2014/main" id="{8C267C6C-D711-9067-D549-A07A0682A0A3}"/>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43FF5764-CE11-53BD-1C25-DD8FD5227E2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AE3F06BD-A162-A09B-3632-3C2AE076887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C78834D6-8FBC-D197-95E4-3125818C632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E4037DBC-1B0B-7E1B-D2B6-60D01010F97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98CA0BB6-BB1F-1BE6-F396-EBF74F457BE1}"/>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2F4317A4-15B2-7E5A-8D8C-E88F4DE31A6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59D919B1-087F-BD36-2A20-D409E5E246BE}"/>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0E9A6BD8-F2E3-0BEF-2427-64DAB8D9F66C}"/>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0C14492A-6D28-B230-BB2A-71D368E437FF}"/>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50BF553B-9A30-8F0B-51B0-33C0E3C3B4F5}"/>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F7457A62-6334-4FC8-6196-37C32FD7AE65}"/>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3F6C6BB9-FA2E-63AE-69CC-37479617C37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6C2A3F79-B255-399C-2096-8F9E4B9612C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2E98D7EE-AAA6-A882-2527-62B29233BF2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130F69DF-720A-7E8E-BE8A-52B69AE5E4BA}"/>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419914945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Logo">
    <p:bg>
      <p:bgPr>
        <a:solidFill>
          <a:schemeClr val="bg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7B074CEE-37AE-36D5-2921-1A639DA04BFF}"/>
              </a:ext>
            </a:extLst>
          </p:cNvPr>
          <p:cNvGrpSpPr/>
          <p:nvPr userDrawn="1"/>
        </p:nvGrpSpPr>
        <p:grpSpPr>
          <a:xfrm>
            <a:off x="3790939" y="3036053"/>
            <a:ext cx="4610124" cy="785836"/>
            <a:chOff x="858380" y="3171155"/>
            <a:chExt cx="4884170" cy="832550"/>
          </a:xfrm>
        </p:grpSpPr>
        <p:sp>
          <p:nvSpPr>
            <p:cNvPr id="16" name="Forma libre: forma 15">
              <a:extLst>
                <a:ext uri="{FF2B5EF4-FFF2-40B4-BE49-F238E27FC236}">
                  <a16:creationId xmlns:a16="http://schemas.microsoft.com/office/drawing/2014/main" id="{0781914B-2D38-BDC0-DF95-19F325DA6A61}"/>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68D6E59E-42D3-E598-C1E6-DFB0DE43D726}"/>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ADAB0CDF-7411-3DF3-A1ED-8D04AFCC853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DDB3C757-F3C8-877B-FCAB-4A8B14A45670}"/>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B3502A96-3231-5E2A-E273-52F29936F43C}"/>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BD7887A9-6FF6-9E30-5997-B798DAC22228}"/>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64C98FE8-752B-C6B6-E593-1BEE504AFDCB}"/>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8702567B-7386-402F-5F38-F4DEAAD1C14A}"/>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8215870F-6DE1-7C29-DE1B-5C24D3D7D9AE}"/>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72DA0635-2DE4-1705-47DE-266647A00B1D}"/>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45BF2631-8CEC-1B23-3640-287FD08B6A52}"/>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A4AA272A-51F0-7BE3-CEC3-CB6B7C89B78C}"/>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EC4F2052-7E04-41BC-15F0-2F422CD464A3}"/>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D5A412D2-B376-B26A-1863-41FEB3BB174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2CBC68FA-6984-AFAA-03C1-9225DEB0BB8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921E7B20-0476-C5EB-D894-917AE36B6045}"/>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4017959469"/>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a:solidFill>
                  <a:srgbClr val="FFFFFF"/>
                </a:solidFill>
                <a:latin typeface="Freestyle Script" panose="030804020302050B0404" pitchFamily="66" charset="0"/>
                <a:cs typeface="IberPangea"/>
              </a:rPr>
              <a:t>Comfort Break</a:t>
            </a:r>
            <a:endParaRPr sz="17404">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972294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A80E0804-FCB6-960C-EA90-95A8526DE424}"/>
              </a:ext>
            </a:extLst>
          </p:cNvPr>
          <p:cNvSpPr>
            <a:spLocks noGrp="1"/>
          </p:cNvSpPr>
          <p:nvPr>
            <p:ph type="body" sz="quarter" idx="10"/>
          </p:nvPr>
        </p:nvSpPr>
        <p:spPr>
          <a:xfrm>
            <a:off x="875052" y="2597261"/>
            <a:ext cx="10442859" cy="2911088"/>
          </a:xfrm>
        </p:spPr>
        <p:txBody>
          <a:bodyPr/>
          <a:lstStyle>
            <a:lvl1pPr algn="ctr">
              <a:defRPr sz="17404">
                <a:solidFill>
                  <a:schemeClr val="bg1"/>
                </a:solidFill>
                <a:latin typeface="Freestyle Script" panose="030804020302050B0404" pitchFamily="66" charset="0"/>
              </a:defRPr>
            </a:lvl1pPr>
          </a:lstStyle>
          <a:p>
            <a:pPr lvl="0"/>
            <a:endParaRPr lang="en-GB"/>
          </a:p>
        </p:txBody>
      </p:sp>
    </p:spTree>
    <p:extLst>
      <p:ext uri="{BB962C8B-B14F-4D97-AF65-F5344CB8AC3E}">
        <p14:creationId xmlns:p14="http://schemas.microsoft.com/office/powerpoint/2010/main" val="26899391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9B7BE7D-09CA-AD6B-2866-B9FAE6F4108D}"/>
              </a:ext>
            </a:extLst>
          </p:cNvPr>
          <p:cNvSpPr/>
          <p:nvPr userDrawn="1"/>
        </p:nvSpPr>
        <p:spPr>
          <a:xfrm>
            <a:off x="317955" y="305957"/>
            <a:ext cx="11556087" cy="6246086"/>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logo with green and orange letters&#10;&#10;AI-generated content may be incorrect.">
            <a:extLst>
              <a:ext uri="{FF2B5EF4-FFF2-40B4-BE49-F238E27FC236}">
                <a16:creationId xmlns:a16="http://schemas.microsoft.com/office/drawing/2014/main" id="{04457CFF-9FB7-DD3B-82A3-3A4FCF024A8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rcRect t="30693" b="30693"/>
          <a:stretch/>
        </p:blipFill>
        <p:spPr>
          <a:xfrm>
            <a:off x="4132186" y="1502516"/>
            <a:ext cx="3927624" cy="909024"/>
          </a:xfrm>
          <a:prstGeom prst="rect">
            <a:avLst/>
          </a:prstGeom>
        </p:spPr>
      </p:pic>
      <p:sp>
        <p:nvSpPr>
          <p:cNvPr id="8" name="object 3">
            <a:extLst>
              <a:ext uri="{FF2B5EF4-FFF2-40B4-BE49-F238E27FC236}">
                <a16:creationId xmlns:a16="http://schemas.microsoft.com/office/drawing/2014/main" id="{5616B41B-CD74-2D6D-9CFC-56F3542E46E8}"/>
              </a:ext>
            </a:extLst>
          </p:cNvPr>
          <p:cNvSpPr txBox="1"/>
          <p:nvPr userDrawn="1"/>
        </p:nvSpPr>
        <p:spPr>
          <a:xfrm>
            <a:off x="890838" y="2643468"/>
            <a:ext cx="10410321" cy="2712098"/>
          </a:xfrm>
          <a:prstGeom prst="rect">
            <a:avLst/>
          </a:prstGeom>
        </p:spPr>
        <p:txBody>
          <a:bodyPr vert="horz" wrap="square" lIns="0" tIns="6931" rIns="0" bIns="0" rtlCol="0">
            <a:spAutoFit/>
          </a:bodyPr>
          <a:lstStyle/>
          <a:p>
            <a:pPr marL="7701" marR="3081" algn="ctr">
              <a:lnSpc>
                <a:spcPct val="100600"/>
              </a:lnSpc>
              <a:spcBef>
                <a:spcPts val="55"/>
              </a:spcBef>
            </a:pPr>
            <a:r>
              <a:rPr lang="en-GB" sz="17404" spc="-6">
                <a:solidFill>
                  <a:srgbClr val="FFFFFF"/>
                </a:solidFill>
                <a:latin typeface="Freestyle Script" panose="030804020302050B0404" pitchFamily="66" charset="0"/>
                <a:cs typeface="IberPangea"/>
              </a:rPr>
              <a:t>Lunch</a:t>
            </a:r>
            <a:endParaRPr sz="17404">
              <a:latin typeface="Freestyle Script" panose="030804020302050B0404" pitchFamily="66" charset="0"/>
              <a:cs typeface="IberPangea"/>
            </a:endParaRPr>
          </a:p>
        </p:txBody>
      </p:sp>
      <p:sp>
        <p:nvSpPr>
          <p:cNvPr id="10" name="Rectangle: Rounded Corners 9">
            <a:extLst>
              <a:ext uri="{FF2B5EF4-FFF2-40B4-BE49-F238E27FC236}">
                <a16:creationId xmlns:a16="http://schemas.microsoft.com/office/drawing/2014/main" id="{B202B468-567A-3048-6A92-66C9447814BB}"/>
              </a:ext>
            </a:extLst>
          </p:cNvPr>
          <p:cNvSpPr/>
          <p:nvPr userDrawn="1"/>
        </p:nvSpPr>
        <p:spPr>
          <a:xfrm>
            <a:off x="4524950" y="305958"/>
            <a:ext cx="2449622" cy="812655"/>
          </a:xfrm>
          <a:prstGeom prst="roundRect">
            <a:avLst>
              <a:gd name="adj" fmla="val 5452"/>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911311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32F2203-A5DB-3FF2-8846-2532CC12707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2" name="Title 1">
            <a:extLst>
              <a:ext uri="{FF2B5EF4-FFF2-40B4-BE49-F238E27FC236}">
                <a16:creationId xmlns:a16="http://schemas.microsoft.com/office/drawing/2014/main" id="{7BA79557-8FB2-CFF9-EFF9-EB882C8E4835}"/>
              </a:ext>
            </a:extLst>
          </p:cNvPr>
          <p:cNvSpPr>
            <a:spLocks noGrp="1"/>
          </p:cNvSpPr>
          <p:nvPr>
            <p:ph type="title"/>
          </p:nvPr>
        </p:nvSpPr>
        <p:spPr>
          <a:xfrm>
            <a:off x="406799" y="379289"/>
            <a:ext cx="9709239" cy="369662"/>
          </a:xfrm>
        </p:spPr>
        <p:txBody>
          <a:bodyPr/>
          <a:lstStyle/>
          <a:p>
            <a:r>
              <a:rPr lang="en-US"/>
              <a:t>Click to edit Master title style</a:t>
            </a:r>
            <a:endParaRPr lang="en-GB"/>
          </a:p>
        </p:txBody>
      </p:sp>
    </p:spTree>
    <p:extLst>
      <p:ext uri="{BB962C8B-B14F-4D97-AF65-F5344CB8AC3E}">
        <p14:creationId xmlns:p14="http://schemas.microsoft.com/office/powerpoint/2010/main" val="410716271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5" y="1138518"/>
            <a:ext cx="8065026" cy="5170803"/>
          </a:xfrm>
          <a:prstGeom prst="roundRect">
            <a:avLst>
              <a:gd name="adj" fmla="val 1974"/>
            </a:avLst>
          </a:prstGeom>
        </p:spPr>
        <p:txBody>
          <a:bodyPr/>
          <a:lstStyle>
            <a:lvl1pPr>
              <a:defRPr>
                <a:solidFill>
                  <a:schemeClr val="tx1">
                    <a:lumMod val="75000"/>
                    <a:lumOff val="25000"/>
                  </a:schemeClr>
                </a:solidFill>
              </a:defRPr>
            </a:lvl1pPr>
          </a:lstStyle>
          <a:p>
            <a:r>
              <a:rPr lang="en-US"/>
              <a:t>Click on the icon to add an image</a:t>
            </a:r>
          </a:p>
        </p:txBody>
      </p:sp>
      <p:sp>
        <p:nvSpPr>
          <p:cNvPr id="5" name="Title 4">
            <a:extLst>
              <a:ext uri="{FF2B5EF4-FFF2-40B4-BE49-F238E27FC236}">
                <a16:creationId xmlns:a16="http://schemas.microsoft.com/office/drawing/2014/main" id="{1BDCFE08-A158-401C-30C4-DCDDCB04F7E2}"/>
              </a:ext>
            </a:extLst>
          </p:cNvPr>
          <p:cNvSpPr>
            <a:spLocks noGrp="1"/>
          </p:cNvSpPr>
          <p:nvPr>
            <p:ph type="title"/>
          </p:nvPr>
        </p:nvSpPr>
        <p:spPr/>
        <p:txBody>
          <a:bodyPr/>
          <a:lstStyle/>
          <a:p>
            <a:r>
              <a:rPr lang="es-ES"/>
              <a:t>Haga clic para modificar el estilo de título del patrón</a:t>
            </a:r>
            <a:endParaRPr lang="en-US"/>
          </a:p>
        </p:txBody>
      </p:sp>
      <p:sp>
        <p:nvSpPr>
          <p:cNvPr id="8" name="Text Placeholder 7">
            <a:extLst>
              <a:ext uri="{FF2B5EF4-FFF2-40B4-BE49-F238E27FC236}">
                <a16:creationId xmlns:a16="http://schemas.microsoft.com/office/drawing/2014/main" id="{76CDA7D8-C2DA-A45E-2DDF-74ED78083653}"/>
              </a:ext>
            </a:extLst>
          </p:cNvPr>
          <p:cNvSpPr>
            <a:spLocks noGrp="1"/>
          </p:cNvSpPr>
          <p:nvPr>
            <p:ph type="body" sz="quarter" idx="14"/>
          </p:nvPr>
        </p:nvSpPr>
        <p:spPr>
          <a:xfrm>
            <a:off x="4068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2855494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261"/>
        <p:cNvGrpSpPr/>
        <p:nvPr/>
      </p:nvGrpSpPr>
      <p:grpSpPr>
        <a:xfrm>
          <a:off x="0" y="0"/>
          <a:ext cx="0" cy="0"/>
          <a:chOff x="0" y="0"/>
          <a:chExt cx="0" cy="0"/>
        </a:xfrm>
      </p:grpSpPr>
      <p:sp>
        <p:nvSpPr>
          <p:cNvPr id="262" name="Google Shape;262;p27"/>
          <p:cNvSpPr txBox="1">
            <a:spLocks noGrp="1"/>
          </p:cNvSpPr>
          <p:nvPr>
            <p:ph type="body" idx="1"/>
          </p:nvPr>
        </p:nvSpPr>
        <p:spPr>
          <a:xfrm>
            <a:off x="406400" y="1137600"/>
            <a:ext cx="3006000" cy="5173200"/>
          </a:xfrm>
          <a:prstGeom prst="rect">
            <a:avLst/>
          </a:prstGeom>
          <a:noFill/>
          <a:ln>
            <a:noFill/>
          </a:ln>
        </p:spPr>
        <p:txBody>
          <a:bodyPr spcFirstLastPara="1" wrap="square" lIns="0" tIns="45700" rIns="91425" bIns="45700" anchor="t" anchorCtr="0">
            <a:noAutofit/>
          </a:bodyPr>
          <a:lstStyle>
            <a:lvl1pPr marL="457207" marR="0" lvl="0" indent="-228603"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13" marR="0" lvl="1" indent="-228603"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20" marR="0" lvl="2" indent="-298454"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26" marR="0" lvl="3"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33" marR="0" lvl="4" indent="-29845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39" marR="0" lvl="5" indent="-292104"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46" marR="0" lvl="6"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52" marR="0" lvl="7"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59" marR="0" lvl="8" indent="-45720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63" name="Google Shape;263;p27"/>
          <p:cNvSpPr txBox="1">
            <a:spLocks noGrp="1"/>
          </p:cNvSpPr>
          <p:nvPr>
            <p:ph type="title"/>
          </p:nvPr>
        </p:nvSpPr>
        <p:spPr>
          <a:xfrm>
            <a:off x="406798" y="177982"/>
            <a:ext cx="9666643" cy="607923"/>
          </a:xfrm>
          <a:prstGeom prst="rect">
            <a:avLst/>
          </a:prstGeom>
          <a:noFill/>
          <a:ln>
            <a:noFill/>
          </a:ln>
        </p:spPr>
        <p:txBody>
          <a:bodyPr spcFirstLastPara="1" wrap="square" lIns="0" tIns="0" rIns="0" bIns="0" anchor="ctr"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53764171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unda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13CB03-640E-6669-471F-12AD2AE6ED3D}"/>
              </a:ext>
            </a:extLst>
          </p:cNvPr>
          <p:cNvSpPr>
            <a:spLocks noGrp="1"/>
          </p:cNvSpPr>
          <p:nvPr>
            <p:ph type="body" sz="quarter" idx="20" hasCustomPrompt="1"/>
          </p:nvPr>
        </p:nvSpPr>
        <p:spPr>
          <a:xfrm>
            <a:off x="407221" y="1138519"/>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23" name="Marcador de número de diapositiva 2">
            <a:extLst>
              <a:ext uri="{FF2B5EF4-FFF2-40B4-BE49-F238E27FC236}">
                <a16:creationId xmlns:a16="http://schemas.microsoft.com/office/drawing/2014/main" id="{BBB0FEA3-A194-17EC-DF0F-9052FE9B319A}"/>
              </a:ext>
            </a:extLst>
          </p:cNvPr>
          <p:cNvSpPr>
            <a:spLocks noGrp="1"/>
          </p:cNvSpPr>
          <p:nvPr>
            <p:ph type="sldNum" sz="quarter" idx="4"/>
          </p:nvPr>
        </p:nvSpPr>
        <p:spPr>
          <a:xfrm>
            <a:off x="11164832" y="6453339"/>
            <a:ext cx="619949" cy="240554"/>
          </a:xfrm>
          <a:prstGeom prst="rect">
            <a:avLst/>
          </a:prstGeom>
        </p:spPr>
        <p:txBody>
          <a:bodyPr/>
          <a:lstStyle>
            <a:lvl1pPr algn="r">
              <a:defRPr>
                <a:latin typeface="+mn-lt"/>
              </a:defRPr>
            </a:lvl1pPr>
          </a:lstStyle>
          <a:p>
            <a:pPr defTabSz="914413" rtl="0"/>
            <a:fld id="{92A49E42-579D-0A4D-A382-D64C66A04E33}" type="slidenum">
              <a:rPr lang="es-ES" sz="1800" kern="1200" smtClean="0">
                <a:solidFill>
                  <a:srgbClr val="3A3734"/>
                </a:solidFill>
                <a:ea typeface="+mn-ea"/>
                <a:cs typeface="+mn-cs"/>
              </a:rPr>
              <a:pPr defTabSz="914413" rtl="0"/>
              <a:t>‹#›</a:t>
            </a:fld>
            <a:endParaRPr lang="es-ES" sz="1800" kern="1200">
              <a:solidFill>
                <a:srgbClr val="3A3734"/>
              </a:solidFill>
              <a:ea typeface="+mn-ea"/>
              <a:cs typeface="+mn-cs"/>
            </a:endParaRPr>
          </a:p>
        </p:txBody>
      </p:sp>
      <p:sp>
        <p:nvSpPr>
          <p:cNvPr id="3" name="Title 20">
            <a:extLst>
              <a:ext uri="{FF2B5EF4-FFF2-40B4-BE49-F238E27FC236}">
                <a16:creationId xmlns:a16="http://schemas.microsoft.com/office/drawing/2014/main" id="{89219FEA-B435-5D8C-A51F-2931121E101C}"/>
              </a:ext>
            </a:extLst>
          </p:cNvPr>
          <p:cNvSpPr>
            <a:spLocks noGrp="1"/>
          </p:cNvSpPr>
          <p:nvPr>
            <p:ph type="title" hasCustomPrompt="1"/>
          </p:nvPr>
        </p:nvSpPr>
        <p:spPr>
          <a:xfrm>
            <a:off x="406800" y="265346"/>
            <a:ext cx="9642636" cy="505294"/>
          </a:xfrm>
        </p:spPr>
        <p:txBody>
          <a:bodyPr anchor="ctr" anchorCtr="0"/>
          <a:lstStyle/>
          <a:p>
            <a:r>
              <a:rPr lang="en-GB"/>
              <a:t>Click to edit Master title style</a:t>
            </a:r>
            <a:endParaRPr lang="en-US"/>
          </a:p>
        </p:txBody>
      </p:sp>
      <p:pic>
        <p:nvPicPr>
          <p:cNvPr id="8" name="Picture 7">
            <a:extLst>
              <a:ext uri="{FF2B5EF4-FFF2-40B4-BE49-F238E27FC236}">
                <a16:creationId xmlns:a16="http://schemas.microsoft.com/office/drawing/2014/main" id="{B682E6FE-3769-3B42-C99E-9E6009AEE864}"/>
              </a:ext>
            </a:extLst>
          </p:cNvPr>
          <p:cNvPicPr>
            <a:picLocks noChangeAspect="1"/>
          </p:cNvPicPr>
          <p:nvPr userDrawn="1"/>
        </p:nvPicPr>
        <p:blipFill>
          <a:blip r:embed="rId2"/>
          <a:stretch>
            <a:fillRect/>
          </a:stretch>
        </p:blipFill>
        <p:spPr>
          <a:xfrm>
            <a:off x="10116039" y="226989"/>
            <a:ext cx="1726999" cy="531389"/>
          </a:xfrm>
          <a:prstGeom prst="rect">
            <a:avLst/>
          </a:prstGeom>
        </p:spPr>
      </p:pic>
    </p:spTree>
    <p:extLst>
      <p:ext uri="{BB962C8B-B14F-4D97-AF65-F5344CB8AC3E}">
        <p14:creationId xmlns:p14="http://schemas.microsoft.com/office/powerpoint/2010/main" val="88364995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2 Column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hasCustomPrompt="1"/>
          </p:nvPr>
        </p:nvSpPr>
        <p:spPr>
          <a:xfrm>
            <a:off x="36358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Placeholder 3">
            <a:extLst>
              <a:ext uri="{FF2B5EF4-FFF2-40B4-BE49-F238E27FC236}">
                <a16:creationId xmlns:a16="http://schemas.microsoft.com/office/drawing/2014/main" id="{CB05D2F3-C3FC-C553-C3F4-25601318A6B4}"/>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5" name="Conector recto 17">
            <a:extLst>
              <a:ext uri="{FF2B5EF4-FFF2-40B4-BE49-F238E27FC236}">
                <a16:creationId xmlns:a16="http://schemas.microsoft.com/office/drawing/2014/main" id="{506864F7-1141-D6CB-3BEC-774E1F90887D}"/>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Grupo 6">
            <a:extLst>
              <a:ext uri="{FF2B5EF4-FFF2-40B4-BE49-F238E27FC236}">
                <a16:creationId xmlns:a16="http://schemas.microsoft.com/office/drawing/2014/main" id="{8642450C-80C4-B945-90F3-249033ACC814}"/>
              </a:ext>
            </a:extLst>
          </p:cNvPr>
          <p:cNvGrpSpPr/>
          <p:nvPr userDrawn="1"/>
        </p:nvGrpSpPr>
        <p:grpSpPr>
          <a:xfrm>
            <a:off x="10242043" y="390759"/>
            <a:ext cx="1541628" cy="262784"/>
            <a:chOff x="858380" y="3171155"/>
            <a:chExt cx="4884170" cy="832550"/>
          </a:xfrm>
        </p:grpSpPr>
        <p:sp>
          <p:nvSpPr>
            <p:cNvPr id="8" name="Forma libre: forma 7">
              <a:extLst>
                <a:ext uri="{FF2B5EF4-FFF2-40B4-BE49-F238E27FC236}">
                  <a16:creationId xmlns:a16="http://schemas.microsoft.com/office/drawing/2014/main" id="{76878B8A-67DE-921A-2CA4-50E84DDE6E92}"/>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5F5BF34A-5A62-116F-894E-006EF2C1D3B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FF49645E-5D0D-6CD6-6E72-3BDD398A175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CC081B49-19BA-C1E5-2D13-83FFBE386EBE}"/>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B1061465-C7BB-9B0B-6F29-A9C17658014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CFC72754-C494-65ED-FA59-DE05ED93A923}"/>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D153437B-43D5-4A9A-BAC4-6D65D8AE8862}"/>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CD7325D5-BDC4-3BE9-C641-B50C3C3AC522}"/>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B56B63CC-F116-11B4-A5EF-CAAE6C24035D}"/>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CFE481F2-F671-6FDC-54AB-709A1DFEE8B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C696717D-BFFB-DD50-A235-782B61CB5D14}"/>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1FC35BC1-F437-F1CB-CC50-C19B80119F8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ED4C4F8E-963C-1194-CE10-C13F742E6DCB}"/>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FEFBE04-0FB4-9240-96F2-114E97D9469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9F4FFBF9-1233-0987-C675-2F74A577B25D}"/>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BC4FA3A3-4131-AB0B-DD93-75C69DED3A8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20647194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EEB8821E-36BC-01B3-8A8F-E53DFB4E1132}"/>
              </a:ext>
            </a:extLst>
          </p:cNvPr>
          <p:cNvSpPr>
            <a:spLocks noGrp="1"/>
          </p:cNvSpPr>
          <p:nvPr>
            <p:ph type="title"/>
          </p:nvPr>
        </p:nvSpPr>
        <p:spPr>
          <a:xfrm>
            <a:off x="406797" y="177982"/>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7FC3FE16-FAEC-5F05-D1A8-330217CD69E0}"/>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230C1E9-2214-7DDD-438B-D2EDB159846D}"/>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93C562EC-C454-7D7D-015D-EBF18C7326B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40B32349-16AD-40D5-6E80-72101ED622A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5695A172-64D8-2F07-916D-65DA50ADC82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89DC5A09-60E2-81CA-C0CE-A4CD590AF03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A8DE57DD-55C0-38B6-1DB3-4776769DE3C0}"/>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1F5F8EF8-A063-8981-787E-87598B24EA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0C2417B9-AA90-636B-92A1-1041A1C7B91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F031F858-48E3-86FD-7B7A-6B1B7713D073}"/>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2C9A0216-A4ED-552A-93B4-D3CD45C4632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4BF1BDFB-98FC-486F-FDF7-6C9C8A020FA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D8CA06E2-A0A3-DA6B-EC5F-0633037B0B9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FF56A072-C105-5EEE-4099-4B080B79646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B7F235A9-33B5-A443-3F8E-14D1D997EA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080271BE-920D-2BB3-9EBB-28B0EC1CBF06}"/>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6F4E2B01-7CD5-4ED3-6832-7C3E374049B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5B9E8D18-56B6-0235-4F75-8F82493433F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405056232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BBFECC-08BA-1150-2787-13EEAB2F3DF7}"/>
              </a:ext>
            </a:extLst>
          </p:cNvPr>
          <p:cNvSpPr>
            <a:spLocks noGrp="1"/>
          </p:cNvSpPr>
          <p:nvPr>
            <p:ph type="ftr" sz="quarter" idx="10"/>
          </p:nvPr>
        </p:nvSpPr>
        <p:spPr/>
        <p:txBody>
          <a:bodyPr/>
          <a:lstStyle/>
          <a:p>
            <a:endParaRPr lang="en-US"/>
          </a:p>
        </p:txBody>
      </p:sp>
      <p:sp>
        <p:nvSpPr>
          <p:cNvPr id="3" name="Date Placeholder 2">
            <a:extLst>
              <a:ext uri="{FF2B5EF4-FFF2-40B4-BE49-F238E27FC236}">
                <a16:creationId xmlns:a16="http://schemas.microsoft.com/office/drawing/2014/main" id="{69E2C0D5-B541-167B-1DED-39EB1B4B8021}"/>
              </a:ext>
            </a:extLst>
          </p:cNvPr>
          <p:cNvSpPr>
            <a:spLocks noGrp="1"/>
          </p:cNvSpPr>
          <p:nvPr>
            <p:ph type="dt" sz="half" idx="11"/>
          </p:nvPr>
        </p:nvSpPr>
        <p:spPr/>
        <p:txBody>
          <a:bodyPr/>
          <a:lstStyle/>
          <a:p>
            <a:endParaRPr lang="en-US"/>
          </a:p>
        </p:txBody>
      </p:sp>
      <p:sp>
        <p:nvSpPr>
          <p:cNvPr id="4" name="Slide Number Placeholder 3">
            <a:extLst>
              <a:ext uri="{FF2B5EF4-FFF2-40B4-BE49-F238E27FC236}">
                <a16:creationId xmlns:a16="http://schemas.microsoft.com/office/drawing/2014/main" id="{C734CC6D-A5DA-CA2E-3D76-CEEA9F6A9AA1}"/>
              </a:ext>
            </a:extLst>
          </p:cNvPr>
          <p:cNvSpPr>
            <a:spLocks noGrp="1"/>
          </p:cNvSpPr>
          <p:nvPr>
            <p:ph type="sldNum" sz="quarter" idx="12"/>
          </p:nvPr>
        </p:nvSpPr>
        <p:spPr/>
        <p:txBody>
          <a:bodyPr/>
          <a:lstStyle/>
          <a:p>
            <a:fld id="{370654C4-BFE8-FB48-BCB0-24DEFEF3CA44}" type="slidenum">
              <a:rPr lang="en-US" smtClean="0"/>
              <a:pPr/>
              <a:t>‹#›</a:t>
            </a:fld>
            <a:endParaRPr lang="en-US"/>
          </a:p>
        </p:txBody>
      </p:sp>
    </p:spTree>
    <p:extLst>
      <p:ext uri="{BB962C8B-B14F-4D97-AF65-F5344CB8AC3E}">
        <p14:creationId xmlns:p14="http://schemas.microsoft.com/office/powerpoint/2010/main" val="336780955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3_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5" y="2622552"/>
            <a:ext cx="1706063" cy="1612900"/>
          </a:xfrm>
          <a:prstGeom prst="rect">
            <a:avLst/>
          </a:prstGeom>
        </p:spPr>
      </p:pic>
    </p:spTree>
    <p:extLst>
      <p:ext uri="{BB962C8B-B14F-4D97-AF65-F5344CB8AC3E}">
        <p14:creationId xmlns:p14="http://schemas.microsoft.com/office/powerpoint/2010/main" val="3976351916"/>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3_Symbol Green">
    <p:bg>
      <p:bgPr>
        <a:solidFill>
          <a:schemeClr val="tx2"/>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408269157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4_Title and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3">
            <a:extLst>
              <a:ext uri="{FF2B5EF4-FFF2-40B4-BE49-F238E27FC236}">
                <a16:creationId xmlns:a16="http://schemas.microsoft.com/office/drawing/2014/main" id="{1C1DFE0D-0FAF-C00F-0A97-7136E078C53E}"/>
              </a:ext>
            </a:extLst>
          </p:cNvPr>
          <p:cNvSpPr>
            <a:spLocks noGrp="1"/>
          </p:cNvSpPr>
          <p:nvPr>
            <p:ph type="title"/>
          </p:nvPr>
        </p:nvSpPr>
        <p:spPr>
          <a:xfrm>
            <a:off x="406798" y="177982"/>
            <a:ext cx="9666643"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3" name="Conector recto 17">
            <a:extLst>
              <a:ext uri="{FF2B5EF4-FFF2-40B4-BE49-F238E27FC236}">
                <a16:creationId xmlns:a16="http://schemas.microsoft.com/office/drawing/2014/main" id="{D917F8DE-39A9-D563-702C-7ED22E3C66B4}"/>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BBE9FBE0-C9CB-0A46-3BFA-C24EBA40F226}"/>
              </a:ext>
            </a:extLst>
          </p:cNvPr>
          <p:cNvGrpSpPr/>
          <p:nvPr userDrawn="1"/>
        </p:nvGrpSpPr>
        <p:grpSpPr>
          <a:xfrm>
            <a:off x="10242043" y="390759"/>
            <a:ext cx="1541628" cy="262784"/>
            <a:chOff x="858380" y="3171155"/>
            <a:chExt cx="4884170" cy="832550"/>
          </a:xfrm>
        </p:grpSpPr>
        <p:sp>
          <p:nvSpPr>
            <p:cNvPr id="7" name="Forma libre: forma 6">
              <a:extLst>
                <a:ext uri="{FF2B5EF4-FFF2-40B4-BE49-F238E27FC236}">
                  <a16:creationId xmlns:a16="http://schemas.microsoft.com/office/drawing/2014/main" id="{4126D621-36C1-AD12-3A48-8DA04466C414}"/>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81F884AF-E27E-0D07-91FE-1E8E2EC7B83B}"/>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374ED967-6461-E598-7289-4526A6E86A9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78E93AE3-1E41-6B1F-6E12-14006F3DE6CE}"/>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5C753C55-AC3F-2008-0DB1-840EA635A4DB}"/>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C9EC214E-55DB-6BB4-F598-6A2F5F78ABA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2877FB19-B943-AE81-A2A1-9C79033AAA3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1B0B0BA5-C6A9-80A2-D0A2-E4C3FB60AC3D}"/>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D688DDA1-0E37-EF2B-51F0-3EFF9AB3A98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BDC98B16-0441-BD14-F43C-BBCA2144446E}"/>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12C4A174-8492-5218-AB47-2165EDCB44C3}"/>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0EFFCA25-E6A9-933F-5223-6DE5951AC268}"/>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21AF754B-004F-E1D5-30E6-4948BAA06E8D}"/>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B99D45EF-6CCA-D513-3883-657E2132D107}"/>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EE6953CC-DA5E-3C8B-16EC-8450DFC4693E}"/>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65BC55D8-C055-2607-AE05-5E841279B19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1900178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slideLayout" Target="../slideLayouts/slideLayout74.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42" Type="http://schemas.openxmlformats.org/officeDocument/2006/relationships/slideLayout" Target="../slideLayouts/slideLayout77.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 Id="rId46" Type="http://schemas.openxmlformats.org/officeDocument/2006/relationships/theme" Target="../theme/theme3.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41" Type="http://schemas.openxmlformats.org/officeDocument/2006/relationships/slideLayout" Target="../slideLayouts/slideLayout76.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slideLayout" Target="../slideLayouts/slideLayout75.xml"/><Relationship Id="rId45" Type="http://schemas.openxmlformats.org/officeDocument/2006/relationships/slideLayout" Target="../slideLayouts/slideLayout80.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4" Type="http://schemas.openxmlformats.org/officeDocument/2006/relationships/slideLayout" Target="../slideLayouts/slideLayout79.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43" Type="http://schemas.openxmlformats.org/officeDocument/2006/relationships/slideLayout" Target="../slideLayouts/slideLayout7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3" Type="http://schemas.openxmlformats.org/officeDocument/2006/relationships/slideLayout" Target="../slideLayouts/slideLayout83.xml"/><Relationship Id="rId21" Type="http://schemas.openxmlformats.org/officeDocument/2006/relationships/slideLayout" Target="../slideLayouts/slideLayout101.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theme" Target="../theme/theme4.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EEB6E8-1840-1DF0-1E5E-A4AEA799F050}"/>
              </a:ext>
            </a:extLst>
          </p:cNvPr>
          <p:cNvSpPr txBox="1"/>
          <p:nvPr userDrawn="1"/>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13" name="TextBox 12">
            <a:extLst>
              <a:ext uri="{FF2B5EF4-FFF2-40B4-BE49-F238E27FC236}">
                <a16:creationId xmlns:a16="http://schemas.microsoft.com/office/drawing/2014/main" id="{350C31E3-F20B-D6B4-46BE-A014CCEF20E8}"/>
              </a:ext>
            </a:extLst>
          </p:cNvPr>
          <p:cNvSpPr txBox="1"/>
          <p:nvPr>
            <p:extLst>
              <p:ext uri="{1162E1C5-73C7-4A58-AE30-91384D911F3F}">
                <p184:classification xmlns:p184="http://schemas.microsoft.com/office/powerpoint/2018/4/main" val="ftr"/>
              </p:ext>
            </p:extLst>
          </p:nvPr>
        </p:nvSpPr>
        <p:spPr>
          <a:xfrm>
            <a:off x="5695950" y="6611620"/>
            <a:ext cx="831850" cy="182880"/>
          </a:xfrm>
          <a:prstGeom prst="rect">
            <a:avLst/>
          </a:prstGeom>
        </p:spPr>
        <p:txBody>
          <a:bodyPr horzOverflow="overflow" lIns="0" tIns="0" rIns="0" bIns="0">
            <a:spAutoFit/>
          </a:bodyPr>
          <a:lstStyle/>
          <a:p>
            <a:pPr algn="l"/>
            <a:r>
              <a:rPr lang="en-GB" sz="1200">
                <a:solidFill>
                  <a:srgbClr val="0000FF">
                    <a:alpha val="50000"/>
                  </a:srgbClr>
                </a:solidFill>
                <a:latin typeface="Aptos" panose="020B0004020202020204" pitchFamily="34" charset="0"/>
              </a:rPr>
              <a:t>Internal Use</a:t>
            </a:r>
          </a:p>
        </p:txBody>
      </p:sp>
    </p:spTree>
    <p:extLst>
      <p:ext uri="{BB962C8B-B14F-4D97-AF65-F5344CB8AC3E}">
        <p14:creationId xmlns:p14="http://schemas.microsoft.com/office/powerpoint/2010/main" val="12413388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sldNum="0" hdr="0" ftr="0" dt="0"/>
  <p:txStyles>
    <p:titleStyle>
      <a:lvl1pPr algn="l" rtl="0" eaLnBrk="1" fontAlgn="base" hangingPunct="1">
        <a:lnSpc>
          <a:spcPct val="85000"/>
        </a:lnSpc>
        <a:spcBef>
          <a:spcPct val="0"/>
        </a:spcBef>
        <a:spcAft>
          <a:spcPct val="0"/>
        </a:spcAft>
        <a:defRPr sz="2300" b="1" i="0" kern="1200">
          <a:solidFill>
            <a:schemeClr val="accent1"/>
          </a:solidFill>
          <a:latin typeface="+mj-lt"/>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75" algn="l" rtl="0" eaLnBrk="1" fontAlgn="base" hangingPunct="1">
        <a:lnSpc>
          <a:spcPct val="90000"/>
        </a:lnSpc>
        <a:spcBef>
          <a:spcPct val="0"/>
        </a:spcBef>
        <a:spcAft>
          <a:spcPct val="0"/>
        </a:spcAft>
        <a:defRPr sz="8799">
          <a:solidFill>
            <a:schemeClr val="tx1"/>
          </a:solidFill>
          <a:latin typeface="Arial" pitchFamily="2" charset="77"/>
        </a:defRPr>
      </a:lvl6pPr>
      <a:lvl7pPr marL="1828549" algn="l" rtl="0" eaLnBrk="1" fontAlgn="base" hangingPunct="1">
        <a:lnSpc>
          <a:spcPct val="90000"/>
        </a:lnSpc>
        <a:spcBef>
          <a:spcPct val="0"/>
        </a:spcBef>
        <a:spcAft>
          <a:spcPct val="0"/>
        </a:spcAft>
        <a:defRPr sz="8799">
          <a:solidFill>
            <a:schemeClr val="tx1"/>
          </a:solidFill>
          <a:latin typeface="Arial" pitchFamily="2" charset="77"/>
        </a:defRPr>
      </a:lvl7pPr>
      <a:lvl8pPr marL="2742823" algn="l" rtl="0" eaLnBrk="1" fontAlgn="base" hangingPunct="1">
        <a:lnSpc>
          <a:spcPct val="90000"/>
        </a:lnSpc>
        <a:spcBef>
          <a:spcPct val="0"/>
        </a:spcBef>
        <a:spcAft>
          <a:spcPct val="0"/>
        </a:spcAft>
        <a:defRPr sz="8799">
          <a:solidFill>
            <a:schemeClr val="tx1"/>
          </a:solidFill>
          <a:latin typeface="Arial" pitchFamily="2" charset="77"/>
        </a:defRPr>
      </a:lvl8pPr>
      <a:lvl9pPr marL="3657097" algn="l" rtl="0" eaLnBrk="1" fontAlgn="base" hangingPunct="1">
        <a:lnSpc>
          <a:spcPct val="90000"/>
        </a:lnSpc>
        <a:spcBef>
          <a:spcPct val="0"/>
        </a:spcBef>
        <a:spcAft>
          <a:spcPct val="0"/>
        </a:spcAft>
        <a:defRPr sz="8799">
          <a:solidFill>
            <a:schemeClr val="tx1"/>
          </a:solidFill>
          <a:latin typeface="Arial" pitchFamily="2" charset="77"/>
        </a:defRPr>
      </a:lvl9pPr>
    </p:titleStyle>
    <p:bodyStyle>
      <a:lvl1pPr marL="0" indent="0" algn="l" defTabSz="331171" rtl="0" eaLnBrk="1" fontAlgn="base" hangingPunct="1">
        <a:lnSpc>
          <a:spcPct val="120000"/>
        </a:lnSpc>
        <a:spcBef>
          <a:spcPts val="0"/>
        </a:spcBef>
        <a:spcAft>
          <a:spcPts val="600"/>
        </a:spcAft>
        <a:buClr>
          <a:schemeClr val="tx1"/>
        </a:buClr>
        <a:buFontTx/>
        <a:buNone/>
        <a:defRPr sz="1100" b="0" i="0" kern="1200">
          <a:solidFill>
            <a:schemeClr val="tx1"/>
          </a:solidFill>
          <a:latin typeface="+mn-lt"/>
          <a:ea typeface="IberPangea Text Light" panose="020B0404000000000000" pitchFamily="34" charset="0"/>
          <a:cs typeface="IberPangea Text Light" panose="020B0404000000000000" pitchFamily="34" charset="0"/>
        </a:defRPr>
      </a:lvl1pPr>
      <a:lvl2pPr marL="0" indent="0" algn="l" defTabSz="331171" rtl="0" eaLnBrk="1" fontAlgn="base" hangingPunct="1">
        <a:lnSpc>
          <a:spcPct val="120000"/>
        </a:lnSpc>
        <a:spcBef>
          <a:spcPts val="0"/>
        </a:spcBef>
        <a:spcAft>
          <a:spcPts val="0"/>
        </a:spcAft>
        <a:buClr>
          <a:schemeClr val="tx1"/>
        </a:buClr>
        <a:buFont typeface="Arial"/>
        <a:buNone/>
        <a:tabLst/>
        <a:defRPr sz="11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111125" indent="-107950" algn="l" defTabSz="331171"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3pPr>
      <a:lvl4pPr marL="231775" indent="-115888" algn="l"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4pPr>
      <a:lvl5pPr marL="357188" indent="-120650" algn="l"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5pPr>
      <a:lvl6pPr marL="154769" indent="-142863" algn="l" defTabSz="1828549" rtl="0" eaLnBrk="1" latinLnBrk="0" hangingPunct="1">
        <a:lnSpc>
          <a:spcPct val="100000"/>
        </a:lnSpc>
        <a:spcBef>
          <a:spcPts val="1000"/>
        </a:spcBef>
        <a:buClr>
          <a:schemeClr val="tx2"/>
        </a:buClr>
        <a:buSzPct val="100000"/>
        <a:buFont typeface="Arial" panose="020B0604020202020204" pitchFamily="34" charset="0"/>
        <a:buChar char="•"/>
        <a:tabLst/>
        <a:defRPr sz="10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5942783"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057"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331"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549" rtl="0" eaLnBrk="1" latinLnBrk="0" hangingPunct="1">
        <a:defRPr sz="3600" kern="1200">
          <a:solidFill>
            <a:schemeClr val="tx1"/>
          </a:solidFill>
          <a:latin typeface="+mn-lt"/>
          <a:ea typeface="+mn-ea"/>
          <a:cs typeface="+mn-cs"/>
        </a:defRPr>
      </a:lvl1pPr>
      <a:lvl2pPr marL="914275" algn="l" defTabSz="1828549" rtl="0" eaLnBrk="1" latinLnBrk="0" hangingPunct="1">
        <a:defRPr sz="3600" kern="1200">
          <a:solidFill>
            <a:schemeClr val="tx1"/>
          </a:solidFill>
          <a:latin typeface="+mn-lt"/>
          <a:ea typeface="+mn-ea"/>
          <a:cs typeface="+mn-cs"/>
        </a:defRPr>
      </a:lvl2pPr>
      <a:lvl3pPr marL="1828549" algn="l" defTabSz="1828549" rtl="0" eaLnBrk="1" latinLnBrk="0" hangingPunct="1">
        <a:defRPr sz="3600" kern="1200">
          <a:solidFill>
            <a:schemeClr val="tx1"/>
          </a:solidFill>
          <a:latin typeface="+mn-lt"/>
          <a:ea typeface="+mn-ea"/>
          <a:cs typeface="+mn-cs"/>
        </a:defRPr>
      </a:lvl3pPr>
      <a:lvl4pPr marL="2742823" algn="l" defTabSz="1828549" rtl="0" eaLnBrk="1" latinLnBrk="0" hangingPunct="1">
        <a:defRPr sz="3600" kern="1200">
          <a:solidFill>
            <a:schemeClr val="tx1"/>
          </a:solidFill>
          <a:latin typeface="+mn-lt"/>
          <a:ea typeface="+mn-ea"/>
          <a:cs typeface="+mn-cs"/>
        </a:defRPr>
      </a:lvl4pPr>
      <a:lvl5pPr marL="3657097" algn="l" defTabSz="1828549" rtl="0" eaLnBrk="1" latinLnBrk="0" hangingPunct="1">
        <a:defRPr sz="3600" kern="1200">
          <a:solidFill>
            <a:schemeClr val="tx1"/>
          </a:solidFill>
          <a:latin typeface="+mn-lt"/>
          <a:ea typeface="+mn-ea"/>
          <a:cs typeface="+mn-cs"/>
        </a:defRPr>
      </a:lvl5pPr>
      <a:lvl6pPr marL="4571371" algn="l" defTabSz="1828549" rtl="0" eaLnBrk="1" latinLnBrk="0" hangingPunct="1">
        <a:defRPr sz="3600" kern="1200">
          <a:solidFill>
            <a:schemeClr val="tx1"/>
          </a:solidFill>
          <a:latin typeface="+mn-lt"/>
          <a:ea typeface="+mn-ea"/>
          <a:cs typeface="+mn-cs"/>
        </a:defRPr>
      </a:lvl6pPr>
      <a:lvl7pPr marL="5485646" algn="l" defTabSz="1828549" rtl="0" eaLnBrk="1" latinLnBrk="0" hangingPunct="1">
        <a:defRPr sz="3600" kern="1200">
          <a:solidFill>
            <a:schemeClr val="tx1"/>
          </a:solidFill>
          <a:latin typeface="+mn-lt"/>
          <a:ea typeface="+mn-ea"/>
          <a:cs typeface="+mn-cs"/>
        </a:defRPr>
      </a:lvl7pPr>
      <a:lvl8pPr marL="6399920" algn="l" defTabSz="1828549" rtl="0" eaLnBrk="1" latinLnBrk="0" hangingPunct="1">
        <a:defRPr sz="3600" kern="1200">
          <a:solidFill>
            <a:schemeClr val="tx1"/>
          </a:solidFill>
          <a:latin typeface="+mn-lt"/>
          <a:ea typeface="+mn-ea"/>
          <a:cs typeface="+mn-cs"/>
        </a:defRPr>
      </a:lvl8pPr>
      <a:lvl9pPr marL="7314195" algn="l" defTabSz="182854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5" orient="horz" pos="4066">
          <p15:clr>
            <a:srgbClr val="F26B43"/>
          </p15:clr>
        </p15:guide>
        <p15:guide id="6" pos="3908">
          <p15:clr>
            <a:srgbClr val="F26B43"/>
          </p15:clr>
        </p15:guide>
        <p15:guide id="7" pos="3772">
          <p15:clr>
            <a:srgbClr val="F26B43"/>
          </p15:clr>
        </p15:guide>
        <p15:guide id="9" orient="horz" pos="713">
          <p15:clr>
            <a:srgbClr val="F26B43"/>
          </p15:clr>
        </p15:guide>
        <p15:guide id="10" orient="horz" pos="397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A98BD0-AD46-6A64-AC7D-3F02EE185D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620A40C-9561-AF10-82A7-7B5E3CEB6F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C4D259-2A75-0950-561B-E213F34A97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a:extLst>
              <a:ext uri="{FF2B5EF4-FFF2-40B4-BE49-F238E27FC236}">
                <a16:creationId xmlns:a16="http://schemas.microsoft.com/office/drawing/2014/main" id="{085BAB5D-698F-5791-1D4A-C11CD4EB0B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BF07585-E59B-7C35-BA7A-CCE324B678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46E91-796F-48DB-9F0D-7C10E74BFCFD}" type="slidenum">
              <a:rPr lang="en-GB" smtClean="0"/>
              <a:t>‹#›</a:t>
            </a:fld>
            <a:endParaRPr lang="en-GB"/>
          </a:p>
        </p:txBody>
      </p:sp>
      <p:sp>
        <p:nvSpPr>
          <p:cNvPr id="8" name="TextBox 7">
            <a:extLst>
              <a:ext uri="{FF2B5EF4-FFF2-40B4-BE49-F238E27FC236}">
                <a16:creationId xmlns:a16="http://schemas.microsoft.com/office/drawing/2014/main" id="{DB33E05A-0090-E68F-B87A-92A6F800B7FC}"/>
              </a:ext>
            </a:extLst>
          </p:cNvPr>
          <p:cNvSpPr txBox="1"/>
          <p:nvPr userDrawn="1">
            <p:extLst>
              <p:ext uri="{1162E1C5-73C7-4A58-AE30-91384D911F3F}">
                <p184:classification xmlns:p184="http://schemas.microsoft.com/office/powerpoint/2018/4/main" val="ftr"/>
              </p:ext>
            </p:extLst>
          </p:nvPr>
        </p:nvSpPr>
        <p:spPr>
          <a:xfrm>
            <a:off x="5695950" y="6611620"/>
            <a:ext cx="831850" cy="182880"/>
          </a:xfrm>
          <a:prstGeom prst="rect">
            <a:avLst/>
          </a:prstGeom>
        </p:spPr>
        <p:txBody>
          <a:bodyPr horzOverflow="overflow" lIns="0" tIns="0" rIns="0" bIns="0">
            <a:spAutoFit/>
          </a:bodyPr>
          <a:lstStyle/>
          <a:p>
            <a:pPr algn="l"/>
            <a:r>
              <a:rPr lang="en-GB" sz="1200">
                <a:solidFill>
                  <a:srgbClr val="0000FF">
                    <a:alpha val="50000"/>
                  </a:srgbClr>
                </a:solidFill>
                <a:latin typeface="Aptos" panose="020B0004020202020204" pitchFamily="34" charset="0"/>
              </a:rPr>
              <a:t>Internal Use</a:t>
            </a:r>
          </a:p>
        </p:txBody>
      </p:sp>
    </p:spTree>
    <p:extLst>
      <p:ext uri="{BB962C8B-B14F-4D97-AF65-F5344CB8AC3E}">
        <p14:creationId xmlns:p14="http://schemas.microsoft.com/office/powerpoint/2010/main" val="270541788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8799B55F-054F-0ED4-3C8D-22DCA12B2019}"/>
              </a:ext>
            </a:extLst>
          </p:cNvPr>
          <p:cNvSpPr>
            <a:spLocks noGrp="1"/>
          </p:cNvSpPr>
          <p:nvPr>
            <p:ph type="title"/>
          </p:nvPr>
        </p:nvSpPr>
        <p:spPr>
          <a:xfrm>
            <a:off x="406799" y="580112"/>
            <a:ext cx="5797151" cy="820063"/>
          </a:xfrm>
          <a:prstGeom prst="rect">
            <a:avLst/>
          </a:prstGeom>
        </p:spPr>
        <p:txBody>
          <a:bodyPr vert="horz" lIns="0" tIns="0" rIns="0" bIns="0" rtlCol="0" anchor="t" anchorCtr="0">
            <a:noAutofit/>
          </a:bodyPr>
          <a:lstStyle/>
          <a:p>
            <a:r>
              <a:rPr lang="es-ES"/>
              <a:t>Haga clic para modificar el estilo de título del patrón</a:t>
            </a:r>
            <a:endParaRPr lang="en-US"/>
          </a:p>
        </p:txBody>
      </p:sp>
      <p:sp>
        <p:nvSpPr>
          <p:cNvPr id="7" name="Footer Placeholder 6">
            <a:extLst>
              <a:ext uri="{FF2B5EF4-FFF2-40B4-BE49-F238E27FC236}">
                <a16:creationId xmlns:a16="http://schemas.microsoft.com/office/drawing/2014/main" id="{73897BFF-52F2-0133-42C9-94F4F647131D}"/>
              </a:ext>
            </a:extLst>
          </p:cNvPr>
          <p:cNvSpPr>
            <a:spLocks noGrp="1"/>
          </p:cNvSpPr>
          <p:nvPr>
            <p:ph type="ftr" sz="quarter" idx="3"/>
          </p:nvPr>
        </p:nvSpPr>
        <p:spPr>
          <a:xfrm>
            <a:off x="413155" y="6454775"/>
            <a:ext cx="3001558" cy="216000"/>
          </a:xfrm>
          <a:prstGeom prst="rect">
            <a:avLst/>
          </a:prstGeom>
        </p:spPr>
        <p:txBody>
          <a:bodyPr vert="horz" lIns="0" tIns="0" rIns="0" bIns="0" rtlCol="0" anchor="t" anchorCtr="0"/>
          <a:lstStyle>
            <a:lvl1pPr algn="l">
              <a:defRPr sz="600">
                <a:solidFill>
                  <a:schemeClr val="tx1"/>
                </a:solidFill>
                <a:latin typeface="+mn-lt"/>
              </a:defRPr>
            </a:lvl1pPr>
          </a:lstStyle>
          <a:p>
            <a:endParaRPr lang="en-US"/>
          </a:p>
        </p:txBody>
      </p:sp>
      <p:sp>
        <p:nvSpPr>
          <p:cNvPr id="8" name="Date Placeholder 7">
            <a:extLst>
              <a:ext uri="{FF2B5EF4-FFF2-40B4-BE49-F238E27FC236}">
                <a16:creationId xmlns:a16="http://schemas.microsoft.com/office/drawing/2014/main" id="{52F6059A-7238-E77D-482F-39CAB6806EAD}"/>
              </a:ext>
            </a:extLst>
          </p:cNvPr>
          <p:cNvSpPr>
            <a:spLocks noGrp="1"/>
          </p:cNvSpPr>
          <p:nvPr>
            <p:ph type="dt" sz="half" idx="2"/>
          </p:nvPr>
        </p:nvSpPr>
        <p:spPr>
          <a:xfrm>
            <a:off x="3414713" y="6454775"/>
            <a:ext cx="1338870" cy="216000"/>
          </a:xfrm>
          <a:prstGeom prst="rect">
            <a:avLst/>
          </a:prstGeom>
        </p:spPr>
        <p:txBody>
          <a:bodyPr vert="horz" lIns="0" tIns="0" rIns="0" bIns="0" rtlCol="0" anchor="t" anchorCtr="0"/>
          <a:lstStyle>
            <a:lvl1pPr algn="l">
              <a:defRPr sz="600">
                <a:solidFill>
                  <a:schemeClr val="tx1"/>
                </a:solidFill>
                <a:latin typeface="+mn-lt"/>
              </a:defRPr>
            </a:lvl1pPr>
          </a:lstStyle>
          <a:p>
            <a:endParaRPr lang="en-US"/>
          </a:p>
        </p:txBody>
      </p:sp>
      <p:sp>
        <p:nvSpPr>
          <p:cNvPr id="9" name="Slide Number Placeholder 8">
            <a:extLst>
              <a:ext uri="{FF2B5EF4-FFF2-40B4-BE49-F238E27FC236}">
                <a16:creationId xmlns:a16="http://schemas.microsoft.com/office/drawing/2014/main" id="{C3974B82-B796-11B9-8915-3A95D0A0015C}"/>
              </a:ext>
            </a:extLst>
          </p:cNvPr>
          <p:cNvSpPr>
            <a:spLocks noGrp="1"/>
          </p:cNvSpPr>
          <p:nvPr>
            <p:ph type="sldNum" sz="quarter" idx="4"/>
          </p:nvPr>
        </p:nvSpPr>
        <p:spPr>
          <a:xfrm>
            <a:off x="9042400" y="6454775"/>
            <a:ext cx="2743200" cy="216000"/>
          </a:xfrm>
          <a:prstGeom prst="rect">
            <a:avLst/>
          </a:prstGeom>
        </p:spPr>
        <p:txBody>
          <a:bodyPr vert="horz" lIns="0" tIns="0" rIns="0" bIns="0" rtlCol="0" anchor="t" anchorCtr="0"/>
          <a:lstStyle>
            <a:lvl1pPr algn="r">
              <a:defRPr sz="900">
                <a:solidFill>
                  <a:schemeClr val="tx1"/>
                </a:solidFill>
                <a:latin typeface="+mn-lt"/>
              </a:defRPr>
            </a:lvl1pPr>
          </a:lstStyle>
          <a:p>
            <a:fld id="{370654C4-BFE8-FB48-BCB0-24DEFEF3CA44}" type="slidenum">
              <a:rPr lang="en-US" smtClean="0"/>
              <a:pPr/>
              <a:t>‹#›</a:t>
            </a:fld>
            <a:endParaRPr lang="en-US"/>
          </a:p>
        </p:txBody>
      </p:sp>
      <p:sp>
        <p:nvSpPr>
          <p:cNvPr id="10" name="Text Placeholder 9">
            <a:extLst>
              <a:ext uri="{FF2B5EF4-FFF2-40B4-BE49-F238E27FC236}">
                <a16:creationId xmlns:a16="http://schemas.microsoft.com/office/drawing/2014/main" id="{77FE6C2D-DC95-E024-C642-0A85AA476EE0}"/>
              </a:ext>
            </a:extLst>
          </p:cNvPr>
          <p:cNvSpPr>
            <a:spLocks noGrp="1"/>
          </p:cNvSpPr>
          <p:nvPr>
            <p:ph type="body" idx="1"/>
          </p:nvPr>
        </p:nvSpPr>
        <p:spPr>
          <a:xfrm>
            <a:off x="406401" y="1404000"/>
            <a:ext cx="3008313" cy="4906313"/>
          </a:xfrm>
          <a:prstGeom prst="rect">
            <a:avLst/>
          </a:prstGeom>
        </p:spPr>
        <p:txBody>
          <a:bodyPr vert="horz" lIns="0" tIns="0" rIns="0" bIns="0" rtlCol="0">
            <a:no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grpSp>
        <p:nvGrpSpPr>
          <p:cNvPr id="2" name="Grupo 1">
            <a:extLst>
              <a:ext uri="{FF2B5EF4-FFF2-40B4-BE49-F238E27FC236}">
                <a16:creationId xmlns:a16="http://schemas.microsoft.com/office/drawing/2014/main" id="{823178A0-3F0F-1A3A-40AB-65A748118ACE}"/>
              </a:ext>
            </a:extLst>
          </p:cNvPr>
          <p:cNvGrpSpPr/>
          <p:nvPr userDrawn="1"/>
        </p:nvGrpSpPr>
        <p:grpSpPr>
          <a:xfrm>
            <a:off x="10242043" y="390759"/>
            <a:ext cx="1541628" cy="262784"/>
            <a:chOff x="858380" y="3171155"/>
            <a:chExt cx="4884170" cy="832550"/>
          </a:xfrm>
        </p:grpSpPr>
        <p:sp>
          <p:nvSpPr>
            <p:cNvPr id="5" name="Forma libre: forma 4">
              <a:extLst>
                <a:ext uri="{FF2B5EF4-FFF2-40B4-BE49-F238E27FC236}">
                  <a16:creationId xmlns:a16="http://schemas.microsoft.com/office/drawing/2014/main" id="{C6AB701B-C138-5C25-F403-2221AC4A154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sz="1092"/>
            </a:p>
          </p:txBody>
        </p:sp>
        <p:sp>
          <p:nvSpPr>
            <p:cNvPr id="6" name="Forma libre: forma 5">
              <a:extLst>
                <a:ext uri="{FF2B5EF4-FFF2-40B4-BE49-F238E27FC236}">
                  <a16:creationId xmlns:a16="http://schemas.microsoft.com/office/drawing/2014/main" id="{FDEEF403-0E32-AF3D-5A01-18C6DAE7B86B}"/>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sz="1092"/>
            </a:p>
          </p:txBody>
        </p:sp>
        <p:sp>
          <p:nvSpPr>
            <p:cNvPr id="11" name="Forma libre: forma 10">
              <a:extLst>
                <a:ext uri="{FF2B5EF4-FFF2-40B4-BE49-F238E27FC236}">
                  <a16:creationId xmlns:a16="http://schemas.microsoft.com/office/drawing/2014/main" id="{63CB3119-DCF9-1E56-E274-CC62D1305588}"/>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sz="1092"/>
            </a:p>
          </p:txBody>
        </p:sp>
        <p:sp>
          <p:nvSpPr>
            <p:cNvPr id="12" name="Forma libre: forma 11">
              <a:extLst>
                <a:ext uri="{FF2B5EF4-FFF2-40B4-BE49-F238E27FC236}">
                  <a16:creationId xmlns:a16="http://schemas.microsoft.com/office/drawing/2014/main" id="{16BE575B-1768-32EB-C147-A8612027FD8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sz="1092"/>
            </a:p>
          </p:txBody>
        </p:sp>
        <p:sp>
          <p:nvSpPr>
            <p:cNvPr id="26" name="Forma libre: forma 25">
              <a:extLst>
                <a:ext uri="{FF2B5EF4-FFF2-40B4-BE49-F238E27FC236}">
                  <a16:creationId xmlns:a16="http://schemas.microsoft.com/office/drawing/2014/main" id="{1B2CE969-341C-4D46-632B-E409C130A2F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sz="1092"/>
            </a:p>
          </p:txBody>
        </p:sp>
        <p:sp>
          <p:nvSpPr>
            <p:cNvPr id="27" name="Forma libre: forma 26">
              <a:extLst>
                <a:ext uri="{FF2B5EF4-FFF2-40B4-BE49-F238E27FC236}">
                  <a16:creationId xmlns:a16="http://schemas.microsoft.com/office/drawing/2014/main" id="{5ABEAC58-F29C-1745-90BF-E46A4D3EDDA5}"/>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sz="1092"/>
            </a:p>
          </p:txBody>
        </p:sp>
        <p:sp>
          <p:nvSpPr>
            <p:cNvPr id="28" name="Forma libre: forma 27">
              <a:extLst>
                <a:ext uri="{FF2B5EF4-FFF2-40B4-BE49-F238E27FC236}">
                  <a16:creationId xmlns:a16="http://schemas.microsoft.com/office/drawing/2014/main" id="{659E2710-0B60-4A02-FEBC-F8AD8FEAFF3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sz="1092"/>
            </a:p>
          </p:txBody>
        </p:sp>
        <p:sp>
          <p:nvSpPr>
            <p:cNvPr id="29" name="Forma libre: forma 28">
              <a:extLst>
                <a:ext uri="{FF2B5EF4-FFF2-40B4-BE49-F238E27FC236}">
                  <a16:creationId xmlns:a16="http://schemas.microsoft.com/office/drawing/2014/main" id="{1DE45FEE-047C-7F2E-3FE6-6CD3D6B67895}"/>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sz="1092"/>
            </a:p>
          </p:txBody>
        </p:sp>
        <p:sp>
          <p:nvSpPr>
            <p:cNvPr id="30" name="Forma libre: forma 29">
              <a:extLst>
                <a:ext uri="{FF2B5EF4-FFF2-40B4-BE49-F238E27FC236}">
                  <a16:creationId xmlns:a16="http://schemas.microsoft.com/office/drawing/2014/main" id="{13717E58-A5DF-D860-4AA1-9FB41675C73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sz="1092"/>
            </a:p>
          </p:txBody>
        </p:sp>
        <p:sp>
          <p:nvSpPr>
            <p:cNvPr id="31" name="Forma libre: forma 30">
              <a:extLst>
                <a:ext uri="{FF2B5EF4-FFF2-40B4-BE49-F238E27FC236}">
                  <a16:creationId xmlns:a16="http://schemas.microsoft.com/office/drawing/2014/main" id="{165BEF18-9091-3481-E255-ADFBC3D5E44D}"/>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sz="1092"/>
            </a:p>
          </p:txBody>
        </p:sp>
        <p:sp>
          <p:nvSpPr>
            <p:cNvPr id="32" name="Forma libre: forma 31">
              <a:extLst>
                <a:ext uri="{FF2B5EF4-FFF2-40B4-BE49-F238E27FC236}">
                  <a16:creationId xmlns:a16="http://schemas.microsoft.com/office/drawing/2014/main" id="{13D88AF7-6E5A-C114-9D37-27A215355E3C}"/>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sz="1092"/>
            </a:p>
          </p:txBody>
        </p:sp>
        <p:sp>
          <p:nvSpPr>
            <p:cNvPr id="33" name="Forma libre: forma 32">
              <a:extLst>
                <a:ext uri="{FF2B5EF4-FFF2-40B4-BE49-F238E27FC236}">
                  <a16:creationId xmlns:a16="http://schemas.microsoft.com/office/drawing/2014/main" id="{42B782FE-FD27-137C-3000-8FC353981ED3}"/>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sz="1092"/>
            </a:p>
          </p:txBody>
        </p:sp>
        <p:sp>
          <p:nvSpPr>
            <p:cNvPr id="34" name="Forma libre: forma 33">
              <a:extLst>
                <a:ext uri="{FF2B5EF4-FFF2-40B4-BE49-F238E27FC236}">
                  <a16:creationId xmlns:a16="http://schemas.microsoft.com/office/drawing/2014/main" id="{740BB831-6E27-744B-DED0-091C9CC029D5}"/>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sz="1092"/>
            </a:p>
          </p:txBody>
        </p:sp>
        <p:sp>
          <p:nvSpPr>
            <p:cNvPr id="35" name="Forma libre: forma 34">
              <a:extLst>
                <a:ext uri="{FF2B5EF4-FFF2-40B4-BE49-F238E27FC236}">
                  <a16:creationId xmlns:a16="http://schemas.microsoft.com/office/drawing/2014/main" id="{6996791A-1C7A-9FCA-33E2-1E72D96178F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sz="1092"/>
            </a:p>
          </p:txBody>
        </p:sp>
        <p:sp>
          <p:nvSpPr>
            <p:cNvPr id="36" name="Forma libre: forma 35">
              <a:extLst>
                <a:ext uri="{FF2B5EF4-FFF2-40B4-BE49-F238E27FC236}">
                  <a16:creationId xmlns:a16="http://schemas.microsoft.com/office/drawing/2014/main" id="{40B907FF-1831-244C-D523-3F628C8A909B}"/>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sz="1092"/>
            </a:p>
          </p:txBody>
        </p:sp>
        <p:sp>
          <p:nvSpPr>
            <p:cNvPr id="37" name="Forma libre: forma 36">
              <a:extLst>
                <a:ext uri="{FF2B5EF4-FFF2-40B4-BE49-F238E27FC236}">
                  <a16:creationId xmlns:a16="http://schemas.microsoft.com/office/drawing/2014/main" id="{808F8A28-413C-6E72-1CE5-3027AE34634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sz="1092"/>
            </a:p>
          </p:txBody>
        </p:sp>
      </p:grpSp>
      <p:sp>
        <p:nvSpPr>
          <p:cNvPr id="13" name="TextBox 12">
            <a:extLst>
              <a:ext uri="{FF2B5EF4-FFF2-40B4-BE49-F238E27FC236}">
                <a16:creationId xmlns:a16="http://schemas.microsoft.com/office/drawing/2014/main" id="{EB4EBA35-370D-C319-BBD9-EA2AF8ADECB8}"/>
              </a:ext>
            </a:extLst>
          </p:cNvPr>
          <p:cNvSpPr txBox="1"/>
          <p:nvPr userDrawn="1">
            <p:extLst>
              <p:ext uri="{1162E1C5-73C7-4A58-AE30-91384D911F3F}">
                <p184:classification xmlns:p184="http://schemas.microsoft.com/office/powerpoint/2018/4/main" val="ftr"/>
              </p:ext>
            </p:extLst>
          </p:nvPr>
        </p:nvSpPr>
        <p:spPr>
          <a:xfrm>
            <a:off x="5695950" y="6611620"/>
            <a:ext cx="831850" cy="182880"/>
          </a:xfrm>
          <a:prstGeom prst="rect">
            <a:avLst/>
          </a:prstGeom>
        </p:spPr>
        <p:txBody>
          <a:bodyPr horzOverflow="overflow" lIns="0" tIns="0" rIns="0" bIns="0">
            <a:spAutoFit/>
          </a:bodyPr>
          <a:lstStyle/>
          <a:p>
            <a:pPr algn="l"/>
            <a:r>
              <a:rPr lang="en-GB" sz="1200">
                <a:solidFill>
                  <a:srgbClr val="0000FF">
                    <a:alpha val="50000"/>
                  </a:srgbClr>
                </a:solidFill>
                <a:latin typeface="Aptos" panose="020B0004020202020204" pitchFamily="34" charset="0"/>
              </a:rPr>
              <a:t>Internal Use</a:t>
            </a:r>
          </a:p>
        </p:txBody>
      </p:sp>
    </p:spTree>
    <p:extLst>
      <p:ext uri="{BB962C8B-B14F-4D97-AF65-F5344CB8AC3E}">
        <p14:creationId xmlns:p14="http://schemas.microsoft.com/office/powerpoint/2010/main" val="266194008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 id="2147483739" r:id="rId42"/>
    <p:sldLayoutId id="2147483740" r:id="rId43"/>
    <p:sldLayoutId id="2147483741" r:id="rId44"/>
    <p:sldLayoutId id="2147483742" r:id="rId45"/>
  </p:sldLayoutIdLst>
  <p:hf hdr="0" ftr="0" dt="0"/>
  <p:txStyles>
    <p:titleStyle>
      <a:lvl1pPr algn="l" rtl="0" eaLnBrk="1" fontAlgn="base" hangingPunct="1">
        <a:lnSpc>
          <a:spcPct val="85000"/>
        </a:lnSpc>
        <a:spcBef>
          <a:spcPct val="0"/>
        </a:spcBef>
        <a:spcAft>
          <a:spcPct val="0"/>
        </a:spcAft>
        <a:defRPr sz="2400" b="1" i="0" kern="120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88" algn="l" rtl="0" eaLnBrk="1" fontAlgn="base" hangingPunct="1">
        <a:lnSpc>
          <a:spcPct val="90000"/>
        </a:lnSpc>
        <a:spcBef>
          <a:spcPct val="0"/>
        </a:spcBef>
        <a:spcAft>
          <a:spcPct val="0"/>
        </a:spcAft>
        <a:defRPr sz="8799">
          <a:solidFill>
            <a:schemeClr val="tx1"/>
          </a:solidFill>
          <a:latin typeface="Arial" pitchFamily="2" charset="77"/>
        </a:defRPr>
      </a:lvl6pPr>
      <a:lvl7pPr marL="1828575" algn="l" rtl="0" eaLnBrk="1" fontAlgn="base" hangingPunct="1">
        <a:lnSpc>
          <a:spcPct val="90000"/>
        </a:lnSpc>
        <a:spcBef>
          <a:spcPct val="0"/>
        </a:spcBef>
        <a:spcAft>
          <a:spcPct val="0"/>
        </a:spcAft>
        <a:defRPr sz="8799">
          <a:solidFill>
            <a:schemeClr val="tx1"/>
          </a:solidFill>
          <a:latin typeface="Arial" pitchFamily="2" charset="77"/>
        </a:defRPr>
      </a:lvl7pPr>
      <a:lvl8pPr marL="2742862" algn="l" rtl="0" eaLnBrk="1" fontAlgn="base" hangingPunct="1">
        <a:lnSpc>
          <a:spcPct val="90000"/>
        </a:lnSpc>
        <a:spcBef>
          <a:spcPct val="0"/>
        </a:spcBef>
        <a:spcAft>
          <a:spcPct val="0"/>
        </a:spcAft>
        <a:defRPr sz="8799">
          <a:solidFill>
            <a:schemeClr val="tx1"/>
          </a:solidFill>
          <a:latin typeface="Arial" pitchFamily="2" charset="77"/>
        </a:defRPr>
      </a:lvl8pPr>
      <a:lvl9pPr marL="3657149" algn="l" rtl="0" eaLnBrk="1" fontAlgn="base" hangingPunct="1">
        <a:lnSpc>
          <a:spcPct val="90000"/>
        </a:lnSpc>
        <a:spcBef>
          <a:spcPct val="0"/>
        </a:spcBef>
        <a:spcAft>
          <a:spcPct val="0"/>
        </a:spcAft>
        <a:defRPr sz="8799">
          <a:solidFill>
            <a:schemeClr val="tx1"/>
          </a:solidFill>
          <a:latin typeface="Arial" pitchFamily="2" charset="77"/>
        </a:defRPr>
      </a:lvl9pPr>
    </p:titleStyle>
    <p:bodyStyle>
      <a:lvl1pPr marL="0" indent="0" algn="l" defTabSz="331176" rtl="0" eaLnBrk="1" fontAlgn="base" hangingPunct="1">
        <a:lnSpc>
          <a:spcPct val="120000"/>
        </a:lnSpc>
        <a:spcBef>
          <a:spcPts val="600"/>
        </a:spcBef>
        <a:spcAft>
          <a:spcPct val="0"/>
        </a:spcAft>
        <a:buClr>
          <a:schemeClr val="tx1"/>
        </a:buClr>
        <a:buFontTx/>
        <a:buNone/>
        <a:defRPr sz="1000" b="0" i="0" kern="1200">
          <a:solidFill>
            <a:schemeClr val="tx1"/>
          </a:solidFill>
          <a:latin typeface="+mn-lt"/>
          <a:ea typeface="IberPangea Text Light" panose="020B0404000000000000" pitchFamily="34" charset="0"/>
          <a:cs typeface="IberPangea Text Light" panose="020B0404000000000000" pitchFamily="34" charset="0"/>
        </a:defRPr>
      </a:lvl1pPr>
      <a:lvl2pPr marL="135722" indent="-123817" algn="l" defTabSz="331176"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SmBold" panose="020B0504000000000000" pitchFamily="34" charset="0"/>
          <a:cs typeface="IberPangea Text SmBold" panose="020B0504000000000000" pitchFamily="34" charset="0"/>
        </a:defRPr>
      </a:lvl2pPr>
      <a:lvl3pPr marL="268269" indent="-109530" algn="l" defTabSz="331176"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3pPr>
      <a:lvl4pPr marL="400021" indent="-109530" algn="l"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4pPr>
      <a:lvl5pPr marL="536535" indent="-113499" algn="l"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5pPr>
      <a:lvl6pPr marL="154771" indent="-142865" algn="l" defTabSz="1828575" rtl="0" eaLnBrk="1" latinLnBrk="0" hangingPunct="1">
        <a:lnSpc>
          <a:spcPct val="100000"/>
        </a:lnSpc>
        <a:spcBef>
          <a:spcPts val="1000"/>
        </a:spcBef>
        <a:buClr>
          <a:schemeClr val="tx2"/>
        </a:buClr>
        <a:buSzPct val="100000"/>
        <a:buFont typeface="Arial" panose="020B0604020202020204" pitchFamily="34" charset="0"/>
        <a:buChar char="•"/>
        <a:tabLst/>
        <a:defRPr sz="10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5942867"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155"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442"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575" rtl="0" eaLnBrk="1" latinLnBrk="0" hangingPunct="1">
        <a:defRPr sz="3600" kern="1200">
          <a:solidFill>
            <a:schemeClr val="tx1"/>
          </a:solidFill>
          <a:latin typeface="+mn-lt"/>
          <a:ea typeface="+mn-ea"/>
          <a:cs typeface="+mn-cs"/>
        </a:defRPr>
      </a:lvl1pPr>
      <a:lvl2pPr marL="914288" algn="l" defTabSz="1828575" rtl="0" eaLnBrk="1" latinLnBrk="0" hangingPunct="1">
        <a:defRPr sz="3600" kern="1200">
          <a:solidFill>
            <a:schemeClr val="tx1"/>
          </a:solidFill>
          <a:latin typeface="+mn-lt"/>
          <a:ea typeface="+mn-ea"/>
          <a:cs typeface="+mn-cs"/>
        </a:defRPr>
      </a:lvl2pPr>
      <a:lvl3pPr marL="1828575" algn="l" defTabSz="1828575" rtl="0" eaLnBrk="1" latinLnBrk="0" hangingPunct="1">
        <a:defRPr sz="3600" kern="1200">
          <a:solidFill>
            <a:schemeClr val="tx1"/>
          </a:solidFill>
          <a:latin typeface="+mn-lt"/>
          <a:ea typeface="+mn-ea"/>
          <a:cs typeface="+mn-cs"/>
        </a:defRPr>
      </a:lvl3pPr>
      <a:lvl4pPr marL="2742862" algn="l" defTabSz="1828575" rtl="0" eaLnBrk="1" latinLnBrk="0" hangingPunct="1">
        <a:defRPr sz="3600" kern="1200">
          <a:solidFill>
            <a:schemeClr val="tx1"/>
          </a:solidFill>
          <a:latin typeface="+mn-lt"/>
          <a:ea typeface="+mn-ea"/>
          <a:cs typeface="+mn-cs"/>
        </a:defRPr>
      </a:lvl4pPr>
      <a:lvl5pPr marL="3657149" algn="l" defTabSz="1828575" rtl="0" eaLnBrk="1" latinLnBrk="0" hangingPunct="1">
        <a:defRPr sz="3600" kern="1200">
          <a:solidFill>
            <a:schemeClr val="tx1"/>
          </a:solidFill>
          <a:latin typeface="+mn-lt"/>
          <a:ea typeface="+mn-ea"/>
          <a:cs typeface="+mn-cs"/>
        </a:defRPr>
      </a:lvl5pPr>
      <a:lvl6pPr marL="4571436" algn="l" defTabSz="1828575" rtl="0" eaLnBrk="1" latinLnBrk="0" hangingPunct="1">
        <a:defRPr sz="3600" kern="1200">
          <a:solidFill>
            <a:schemeClr val="tx1"/>
          </a:solidFill>
          <a:latin typeface="+mn-lt"/>
          <a:ea typeface="+mn-ea"/>
          <a:cs typeface="+mn-cs"/>
        </a:defRPr>
      </a:lvl6pPr>
      <a:lvl7pPr marL="5485724" algn="l" defTabSz="1828575" rtl="0" eaLnBrk="1" latinLnBrk="0" hangingPunct="1">
        <a:defRPr sz="3600" kern="1200">
          <a:solidFill>
            <a:schemeClr val="tx1"/>
          </a:solidFill>
          <a:latin typeface="+mn-lt"/>
          <a:ea typeface="+mn-ea"/>
          <a:cs typeface="+mn-cs"/>
        </a:defRPr>
      </a:lvl7pPr>
      <a:lvl8pPr marL="6400011" algn="l" defTabSz="1828575" rtl="0" eaLnBrk="1" latinLnBrk="0" hangingPunct="1">
        <a:defRPr sz="3600" kern="1200">
          <a:solidFill>
            <a:schemeClr val="tx1"/>
          </a:solidFill>
          <a:latin typeface="+mn-lt"/>
          <a:ea typeface="+mn-ea"/>
          <a:cs typeface="+mn-cs"/>
        </a:defRPr>
      </a:lvl8pPr>
      <a:lvl9pPr marL="7314299" algn="l" defTabSz="1828575"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5" orient="horz" pos="4066">
          <p15:clr>
            <a:srgbClr val="F26B43"/>
          </p15:clr>
        </p15:guide>
        <p15:guide id="6" pos="3908">
          <p15:clr>
            <a:srgbClr val="F26B43"/>
          </p15:clr>
        </p15:guide>
        <p15:guide id="7" pos="3772">
          <p15:clr>
            <a:srgbClr val="F26B43"/>
          </p15:clr>
        </p15:guide>
        <p15:guide id="9" orient="horz" pos="882">
          <p15:clr>
            <a:srgbClr val="F26B43"/>
          </p15:clr>
        </p15:guide>
        <p15:guide id="10" orient="horz" pos="397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8799B55F-054F-0ED4-3C8D-22DCA12B2019}"/>
              </a:ext>
            </a:extLst>
          </p:cNvPr>
          <p:cNvSpPr>
            <a:spLocks noGrp="1"/>
          </p:cNvSpPr>
          <p:nvPr>
            <p:ph type="title"/>
          </p:nvPr>
        </p:nvSpPr>
        <p:spPr>
          <a:xfrm>
            <a:off x="406799" y="580112"/>
            <a:ext cx="5797151" cy="820063"/>
          </a:xfrm>
          <a:prstGeom prst="rect">
            <a:avLst/>
          </a:prstGeom>
        </p:spPr>
        <p:txBody>
          <a:bodyPr vert="horz" lIns="0" tIns="0" rIns="0" bIns="0" rtlCol="0" anchor="t" anchorCtr="0">
            <a:noAutofit/>
          </a:bodyPr>
          <a:lstStyle/>
          <a:p>
            <a:r>
              <a:rPr lang="es-ES"/>
              <a:t>Haga clic para modificar el estilo de título del patrón</a:t>
            </a:r>
            <a:endParaRPr lang="en-US"/>
          </a:p>
        </p:txBody>
      </p:sp>
      <p:sp>
        <p:nvSpPr>
          <p:cNvPr id="7" name="Footer Placeholder 6">
            <a:extLst>
              <a:ext uri="{FF2B5EF4-FFF2-40B4-BE49-F238E27FC236}">
                <a16:creationId xmlns:a16="http://schemas.microsoft.com/office/drawing/2014/main" id="{73897BFF-52F2-0133-42C9-94F4F647131D}"/>
              </a:ext>
            </a:extLst>
          </p:cNvPr>
          <p:cNvSpPr>
            <a:spLocks noGrp="1"/>
          </p:cNvSpPr>
          <p:nvPr>
            <p:ph type="ftr" sz="quarter" idx="3"/>
          </p:nvPr>
        </p:nvSpPr>
        <p:spPr>
          <a:xfrm>
            <a:off x="413155" y="6454775"/>
            <a:ext cx="3001558" cy="216000"/>
          </a:xfrm>
          <a:prstGeom prst="rect">
            <a:avLst/>
          </a:prstGeom>
        </p:spPr>
        <p:txBody>
          <a:bodyPr vert="horz" lIns="0" tIns="0" rIns="0" bIns="0" rtlCol="0" anchor="t" anchorCtr="0"/>
          <a:lstStyle>
            <a:lvl1pPr algn="l">
              <a:defRPr sz="600">
                <a:solidFill>
                  <a:schemeClr val="tx1"/>
                </a:solidFill>
                <a:latin typeface="+mn-lt"/>
              </a:defRPr>
            </a:lvl1pPr>
          </a:lstStyle>
          <a:p>
            <a:endParaRPr lang="en-US"/>
          </a:p>
        </p:txBody>
      </p:sp>
      <p:sp>
        <p:nvSpPr>
          <p:cNvPr id="8" name="Date Placeholder 7">
            <a:extLst>
              <a:ext uri="{FF2B5EF4-FFF2-40B4-BE49-F238E27FC236}">
                <a16:creationId xmlns:a16="http://schemas.microsoft.com/office/drawing/2014/main" id="{52F6059A-7238-E77D-482F-39CAB6806EAD}"/>
              </a:ext>
            </a:extLst>
          </p:cNvPr>
          <p:cNvSpPr>
            <a:spLocks noGrp="1"/>
          </p:cNvSpPr>
          <p:nvPr>
            <p:ph type="dt" sz="half" idx="2"/>
          </p:nvPr>
        </p:nvSpPr>
        <p:spPr>
          <a:xfrm>
            <a:off x="3414713" y="6454775"/>
            <a:ext cx="1338870" cy="216000"/>
          </a:xfrm>
          <a:prstGeom prst="rect">
            <a:avLst/>
          </a:prstGeom>
        </p:spPr>
        <p:txBody>
          <a:bodyPr vert="horz" lIns="0" tIns="0" rIns="0" bIns="0" rtlCol="0" anchor="t" anchorCtr="0"/>
          <a:lstStyle>
            <a:lvl1pPr algn="l">
              <a:defRPr sz="600">
                <a:solidFill>
                  <a:schemeClr val="tx1"/>
                </a:solidFill>
                <a:latin typeface="+mn-lt"/>
              </a:defRPr>
            </a:lvl1pPr>
          </a:lstStyle>
          <a:p>
            <a:endParaRPr lang="en-US"/>
          </a:p>
        </p:txBody>
      </p:sp>
      <p:sp>
        <p:nvSpPr>
          <p:cNvPr id="9" name="Slide Number Placeholder 8">
            <a:extLst>
              <a:ext uri="{FF2B5EF4-FFF2-40B4-BE49-F238E27FC236}">
                <a16:creationId xmlns:a16="http://schemas.microsoft.com/office/drawing/2014/main" id="{C3974B82-B796-11B9-8915-3A95D0A0015C}"/>
              </a:ext>
            </a:extLst>
          </p:cNvPr>
          <p:cNvSpPr>
            <a:spLocks noGrp="1"/>
          </p:cNvSpPr>
          <p:nvPr>
            <p:ph type="sldNum" sz="quarter" idx="4"/>
          </p:nvPr>
        </p:nvSpPr>
        <p:spPr>
          <a:xfrm>
            <a:off x="9042400" y="6454775"/>
            <a:ext cx="2743200" cy="216000"/>
          </a:xfrm>
          <a:prstGeom prst="rect">
            <a:avLst/>
          </a:prstGeom>
        </p:spPr>
        <p:txBody>
          <a:bodyPr vert="horz" lIns="0" tIns="0" rIns="0" bIns="0" rtlCol="0" anchor="t" anchorCtr="0"/>
          <a:lstStyle>
            <a:lvl1pPr algn="r">
              <a:defRPr sz="900">
                <a:solidFill>
                  <a:schemeClr val="tx1"/>
                </a:solidFill>
                <a:latin typeface="+mn-lt"/>
              </a:defRPr>
            </a:lvl1pPr>
          </a:lstStyle>
          <a:p>
            <a:fld id="{370654C4-BFE8-FB48-BCB0-24DEFEF3CA44}" type="slidenum">
              <a:rPr lang="en-US" smtClean="0"/>
              <a:pPr/>
              <a:t>‹#›</a:t>
            </a:fld>
            <a:endParaRPr lang="en-US"/>
          </a:p>
        </p:txBody>
      </p:sp>
      <p:sp>
        <p:nvSpPr>
          <p:cNvPr id="10" name="Text Placeholder 9">
            <a:extLst>
              <a:ext uri="{FF2B5EF4-FFF2-40B4-BE49-F238E27FC236}">
                <a16:creationId xmlns:a16="http://schemas.microsoft.com/office/drawing/2014/main" id="{77FE6C2D-DC95-E024-C642-0A85AA476EE0}"/>
              </a:ext>
            </a:extLst>
          </p:cNvPr>
          <p:cNvSpPr>
            <a:spLocks noGrp="1"/>
          </p:cNvSpPr>
          <p:nvPr>
            <p:ph type="body" idx="1"/>
          </p:nvPr>
        </p:nvSpPr>
        <p:spPr>
          <a:xfrm>
            <a:off x="406401" y="1404000"/>
            <a:ext cx="3008313" cy="4906313"/>
          </a:xfrm>
          <a:prstGeom prst="rect">
            <a:avLst/>
          </a:prstGeom>
        </p:spPr>
        <p:txBody>
          <a:bodyPr vert="horz" lIns="0" tIns="0" rIns="0" bIns="0" rtlCol="0">
            <a:no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grpSp>
        <p:nvGrpSpPr>
          <p:cNvPr id="2" name="Grupo 1">
            <a:extLst>
              <a:ext uri="{FF2B5EF4-FFF2-40B4-BE49-F238E27FC236}">
                <a16:creationId xmlns:a16="http://schemas.microsoft.com/office/drawing/2014/main" id="{823178A0-3F0F-1A3A-40AB-65A748118ACE}"/>
              </a:ext>
            </a:extLst>
          </p:cNvPr>
          <p:cNvGrpSpPr/>
          <p:nvPr userDrawn="1"/>
        </p:nvGrpSpPr>
        <p:grpSpPr>
          <a:xfrm>
            <a:off x="10242043" y="390759"/>
            <a:ext cx="1541628" cy="262784"/>
            <a:chOff x="858380" y="3171155"/>
            <a:chExt cx="4884170" cy="832550"/>
          </a:xfrm>
        </p:grpSpPr>
        <p:sp>
          <p:nvSpPr>
            <p:cNvPr id="5" name="Forma libre: forma 4">
              <a:extLst>
                <a:ext uri="{FF2B5EF4-FFF2-40B4-BE49-F238E27FC236}">
                  <a16:creationId xmlns:a16="http://schemas.microsoft.com/office/drawing/2014/main" id="{C6AB701B-C138-5C25-F403-2221AC4A154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6" name="Forma libre: forma 5">
              <a:extLst>
                <a:ext uri="{FF2B5EF4-FFF2-40B4-BE49-F238E27FC236}">
                  <a16:creationId xmlns:a16="http://schemas.microsoft.com/office/drawing/2014/main" id="{FDEEF403-0E32-AF3D-5A01-18C6DAE7B86B}"/>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63CB3119-DCF9-1E56-E274-CC62D1305588}"/>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16BE575B-1768-32EB-C147-A8612027FD8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1B2CE969-341C-4D46-632B-E409C130A2F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5ABEAC58-F29C-1745-90BF-E46A4D3EDDA5}"/>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659E2710-0B60-4A02-FEBC-F8AD8FEAFF3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1DE45FEE-047C-7F2E-3FE6-6CD3D6B67895}"/>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13717E58-A5DF-D860-4AA1-9FB41675C73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165BEF18-9091-3481-E255-ADFBC3D5E44D}"/>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13D88AF7-6E5A-C114-9D37-27A215355E3C}"/>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42B782FE-FD27-137C-3000-8FC353981ED3}"/>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740BB831-6E27-744B-DED0-091C9CC029D5}"/>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6996791A-1C7A-9FCA-33E2-1E72D96178F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40B907FF-1831-244C-D523-3F628C8A909B}"/>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808F8A28-413C-6E72-1CE5-3027AE34634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
        <p:nvSpPr>
          <p:cNvPr id="13" name="TextBox 12">
            <a:extLst>
              <a:ext uri="{FF2B5EF4-FFF2-40B4-BE49-F238E27FC236}">
                <a16:creationId xmlns:a16="http://schemas.microsoft.com/office/drawing/2014/main" id="{F209038F-EE16-2232-B042-7B459FCD6210}"/>
              </a:ext>
            </a:extLst>
          </p:cNvPr>
          <p:cNvSpPr txBox="1"/>
          <p:nvPr>
            <p:extLst>
              <p:ext uri="{1162E1C5-73C7-4A58-AE30-91384D911F3F}">
                <p184:classification xmlns:p184="http://schemas.microsoft.com/office/powerpoint/2018/4/main" val="ftr"/>
              </p:ext>
            </p:extLst>
          </p:nvPr>
        </p:nvSpPr>
        <p:spPr>
          <a:xfrm>
            <a:off x="5718937" y="6611620"/>
            <a:ext cx="788988" cy="182880"/>
          </a:xfrm>
          <a:prstGeom prst="rect">
            <a:avLst/>
          </a:prstGeom>
        </p:spPr>
        <p:txBody>
          <a:bodyPr horzOverflow="overflow" lIns="0" tIns="0" rIns="0" bIns="0">
            <a:spAutoFit/>
          </a:bodyPr>
          <a:lstStyle/>
          <a:p>
            <a:pPr algn="l"/>
            <a:r>
              <a:rPr lang="en-GB" sz="12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Internal Use</a:t>
            </a:r>
          </a:p>
        </p:txBody>
      </p:sp>
    </p:spTree>
    <p:extLst>
      <p:ext uri="{BB962C8B-B14F-4D97-AF65-F5344CB8AC3E}">
        <p14:creationId xmlns:p14="http://schemas.microsoft.com/office/powerpoint/2010/main" val="98756184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 id="2147483761" r:id="rId18"/>
    <p:sldLayoutId id="2147483762" r:id="rId19"/>
    <p:sldLayoutId id="2147483763" r:id="rId20"/>
    <p:sldLayoutId id="2147483764" r:id="rId21"/>
    <p:sldLayoutId id="2147483765" r:id="rId22"/>
    <p:sldLayoutId id="2147483766" r:id="rId23"/>
  </p:sldLayoutIdLst>
  <p:hf hdr="0" ftr="0" dt="0"/>
  <p:txStyles>
    <p:titleStyle>
      <a:lvl1pPr algn="l" rtl="0" eaLnBrk="1" fontAlgn="base" hangingPunct="1">
        <a:lnSpc>
          <a:spcPct val="85000"/>
        </a:lnSpc>
        <a:spcBef>
          <a:spcPct val="0"/>
        </a:spcBef>
        <a:spcAft>
          <a:spcPct val="0"/>
        </a:spcAft>
        <a:defRPr sz="2400" b="1" i="0" kern="1200">
          <a:solidFill>
            <a:schemeClr val="tx2"/>
          </a:solidFill>
          <a:latin typeface="IberPangea Text" panose="020B0404000000000000" pitchFamily="34" charset="0"/>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88" algn="l" rtl="0" eaLnBrk="1" fontAlgn="base" hangingPunct="1">
        <a:lnSpc>
          <a:spcPct val="90000"/>
        </a:lnSpc>
        <a:spcBef>
          <a:spcPct val="0"/>
        </a:spcBef>
        <a:spcAft>
          <a:spcPct val="0"/>
        </a:spcAft>
        <a:defRPr sz="8799">
          <a:solidFill>
            <a:schemeClr val="tx1"/>
          </a:solidFill>
          <a:latin typeface="Arial" pitchFamily="2" charset="77"/>
        </a:defRPr>
      </a:lvl6pPr>
      <a:lvl7pPr marL="1828575" algn="l" rtl="0" eaLnBrk="1" fontAlgn="base" hangingPunct="1">
        <a:lnSpc>
          <a:spcPct val="90000"/>
        </a:lnSpc>
        <a:spcBef>
          <a:spcPct val="0"/>
        </a:spcBef>
        <a:spcAft>
          <a:spcPct val="0"/>
        </a:spcAft>
        <a:defRPr sz="8799">
          <a:solidFill>
            <a:schemeClr val="tx1"/>
          </a:solidFill>
          <a:latin typeface="Arial" pitchFamily="2" charset="77"/>
        </a:defRPr>
      </a:lvl7pPr>
      <a:lvl8pPr marL="2742862" algn="l" rtl="0" eaLnBrk="1" fontAlgn="base" hangingPunct="1">
        <a:lnSpc>
          <a:spcPct val="90000"/>
        </a:lnSpc>
        <a:spcBef>
          <a:spcPct val="0"/>
        </a:spcBef>
        <a:spcAft>
          <a:spcPct val="0"/>
        </a:spcAft>
        <a:defRPr sz="8799">
          <a:solidFill>
            <a:schemeClr val="tx1"/>
          </a:solidFill>
          <a:latin typeface="Arial" pitchFamily="2" charset="77"/>
        </a:defRPr>
      </a:lvl8pPr>
      <a:lvl9pPr marL="3657149" algn="l" rtl="0" eaLnBrk="1" fontAlgn="base" hangingPunct="1">
        <a:lnSpc>
          <a:spcPct val="90000"/>
        </a:lnSpc>
        <a:spcBef>
          <a:spcPct val="0"/>
        </a:spcBef>
        <a:spcAft>
          <a:spcPct val="0"/>
        </a:spcAft>
        <a:defRPr sz="8799">
          <a:solidFill>
            <a:schemeClr val="tx1"/>
          </a:solidFill>
          <a:latin typeface="Arial" pitchFamily="2" charset="77"/>
        </a:defRPr>
      </a:lvl9pPr>
    </p:titleStyle>
    <p:bodyStyle>
      <a:lvl1pPr marL="0" indent="0" algn="l" defTabSz="331176" rtl="0" eaLnBrk="1" fontAlgn="base" hangingPunct="1">
        <a:lnSpc>
          <a:spcPct val="120000"/>
        </a:lnSpc>
        <a:spcBef>
          <a:spcPts val="600"/>
        </a:spcBef>
        <a:spcAft>
          <a:spcPct val="0"/>
        </a:spcAft>
        <a:buClr>
          <a:schemeClr val="tx1"/>
        </a:buClr>
        <a:buFontTx/>
        <a:buNone/>
        <a:defRPr sz="1000" b="0" i="0" kern="1200">
          <a:solidFill>
            <a:schemeClr val="tx1"/>
          </a:solidFill>
          <a:latin typeface="+mn-lt"/>
          <a:ea typeface="IberPangea Text Light" panose="020B0404000000000000" pitchFamily="34" charset="0"/>
          <a:cs typeface="IberPangea Text Light" panose="020B0404000000000000" pitchFamily="34" charset="0"/>
        </a:defRPr>
      </a:lvl1pPr>
      <a:lvl2pPr marL="135722" indent="-123817" algn="l" defTabSz="331176"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SmBold" panose="020B0504000000000000" pitchFamily="34" charset="0"/>
          <a:cs typeface="IberPangea Text SmBold" panose="020B0504000000000000" pitchFamily="34" charset="0"/>
        </a:defRPr>
      </a:lvl2pPr>
      <a:lvl3pPr marL="268269" indent="-109530" algn="l" defTabSz="331176"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3pPr>
      <a:lvl4pPr marL="400021" indent="-109530" algn="l"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4pPr>
      <a:lvl5pPr marL="536535" indent="-113499" algn="l" rtl="0" eaLnBrk="1" fontAlgn="base" hangingPunct="1">
        <a:lnSpc>
          <a:spcPct val="120000"/>
        </a:lnSpc>
        <a:spcBef>
          <a:spcPts val="600"/>
        </a:spcBef>
        <a:spcAft>
          <a:spcPct val="0"/>
        </a:spcAft>
        <a:buClr>
          <a:schemeClr val="tx1"/>
        </a:buClr>
        <a:buFont typeface="Arial"/>
        <a:buChar char="–"/>
        <a:tabLst/>
        <a:defRPr sz="1000" b="0" i="0" kern="1200">
          <a:solidFill>
            <a:schemeClr val="tx1"/>
          </a:solidFill>
          <a:latin typeface="+mn-lt"/>
          <a:ea typeface="IberPangea Text Light" panose="020B0404000000000000" pitchFamily="34" charset="0"/>
          <a:cs typeface="IberPangea Text Light" panose="020B0404000000000000" pitchFamily="34" charset="0"/>
        </a:defRPr>
      </a:lvl5pPr>
      <a:lvl6pPr marL="154771" indent="-142865" algn="l" defTabSz="1828575" rtl="0" eaLnBrk="1" latinLnBrk="0" hangingPunct="1">
        <a:lnSpc>
          <a:spcPct val="100000"/>
        </a:lnSpc>
        <a:spcBef>
          <a:spcPts val="1000"/>
        </a:spcBef>
        <a:buClr>
          <a:schemeClr val="tx2"/>
        </a:buClr>
        <a:buSzPct val="100000"/>
        <a:buFont typeface="Arial" panose="020B0604020202020204" pitchFamily="34" charset="0"/>
        <a:buChar char="•"/>
        <a:tabLst/>
        <a:defRPr sz="10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5942867"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155"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442" indent="-457144" algn="l" defTabSz="1828575"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575" rtl="0" eaLnBrk="1" latinLnBrk="0" hangingPunct="1">
        <a:defRPr sz="3600" kern="1200">
          <a:solidFill>
            <a:schemeClr val="tx1"/>
          </a:solidFill>
          <a:latin typeface="+mn-lt"/>
          <a:ea typeface="+mn-ea"/>
          <a:cs typeface="+mn-cs"/>
        </a:defRPr>
      </a:lvl1pPr>
      <a:lvl2pPr marL="914288" algn="l" defTabSz="1828575" rtl="0" eaLnBrk="1" latinLnBrk="0" hangingPunct="1">
        <a:defRPr sz="3600" kern="1200">
          <a:solidFill>
            <a:schemeClr val="tx1"/>
          </a:solidFill>
          <a:latin typeface="+mn-lt"/>
          <a:ea typeface="+mn-ea"/>
          <a:cs typeface="+mn-cs"/>
        </a:defRPr>
      </a:lvl2pPr>
      <a:lvl3pPr marL="1828575" algn="l" defTabSz="1828575" rtl="0" eaLnBrk="1" latinLnBrk="0" hangingPunct="1">
        <a:defRPr sz="3600" kern="1200">
          <a:solidFill>
            <a:schemeClr val="tx1"/>
          </a:solidFill>
          <a:latin typeface="+mn-lt"/>
          <a:ea typeface="+mn-ea"/>
          <a:cs typeface="+mn-cs"/>
        </a:defRPr>
      </a:lvl3pPr>
      <a:lvl4pPr marL="2742862" algn="l" defTabSz="1828575" rtl="0" eaLnBrk="1" latinLnBrk="0" hangingPunct="1">
        <a:defRPr sz="3600" kern="1200">
          <a:solidFill>
            <a:schemeClr val="tx1"/>
          </a:solidFill>
          <a:latin typeface="+mn-lt"/>
          <a:ea typeface="+mn-ea"/>
          <a:cs typeface="+mn-cs"/>
        </a:defRPr>
      </a:lvl4pPr>
      <a:lvl5pPr marL="3657149" algn="l" defTabSz="1828575" rtl="0" eaLnBrk="1" latinLnBrk="0" hangingPunct="1">
        <a:defRPr sz="3600" kern="1200">
          <a:solidFill>
            <a:schemeClr val="tx1"/>
          </a:solidFill>
          <a:latin typeface="+mn-lt"/>
          <a:ea typeface="+mn-ea"/>
          <a:cs typeface="+mn-cs"/>
        </a:defRPr>
      </a:lvl5pPr>
      <a:lvl6pPr marL="4571436" algn="l" defTabSz="1828575" rtl="0" eaLnBrk="1" latinLnBrk="0" hangingPunct="1">
        <a:defRPr sz="3600" kern="1200">
          <a:solidFill>
            <a:schemeClr val="tx1"/>
          </a:solidFill>
          <a:latin typeface="+mn-lt"/>
          <a:ea typeface="+mn-ea"/>
          <a:cs typeface="+mn-cs"/>
        </a:defRPr>
      </a:lvl6pPr>
      <a:lvl7pPr marL="5485724" algn="l" defTabSz="1828575" rtl="0" eaLnBrk="1" latinLnBrk="0" hangingPunct="1">
        <a:defRPr sz="3600" kern="1200">
          <a:solidFill>
            <a:schemeClr val="tx1"/>
          </a:solidFill>
          <a:latin typeface="+mn-lt"/>
          <a:ea typeface="+mn-ea"/>
          <a:cs typeface="+mn-cs"/>
        </a:defRPr>
      </a:lvl7pPr>
      <a:lvl8pPr marL="6400011" algn="l" defTabSz="1828575" rtl="0" eaLnBrk="1" latinLnBrk="0" hangingPunct="1">
        <a:defRPr sz="3600" kern="1200">
          <a:solidFill>
            <a:schemeClr val="tx1"/>
          </a:solidFill>
          <a:latin typeface="+mn-lt"/>
          <a:ea typeface="+mn-ea"/>
          <a:cs typeface="+mn-cs"/>
        </a:defRPr>
      </a:lvl8pPr>
      <a:lvl9pPr marL="7314299" algn="l" defTabSz="1828575"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5" orient="horz" pos="4066">
          <p15:clr>
            <a:srgbClr val="F26B43"/>
          </p15:clr>
        </p15:guide>
        <p15:guide id="6" pos="3908">
          <p15:clr>
            <a:srgbClr val="F26B43"/>
          </p15:clr>
        </p15:guide>
        <p15:guide id="7" pos="3772">
          <p15:clr>
            <a:srgbClr val="F26B43"/>
          </p15:clr>
        </p15:guide>
        <p15:guide id="9" orient="horz" pos="882">
          <p15:clr>
            <a:srgbClr val="F26B43"/>
          </p15:clr>
        </p15:guide>
        <p15:guide id="10" orient="horz" pos="397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5.png"/><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5.png"/><Relationship Id="rId2" Type="http://schemas.openxmlformats.org/officeDocument/2006/relationships/diagramData" Target="../diagrams/data3.xml"/><Relationship Id="rId1" Type="http://schemas.openxmlformats.org/officeDocument/2006/relationships/slideLayout" Target="../slideLayouts/slideLayout2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5.png"/><Relationship Id="rId2" Type="http://schemas.openxmlformats.org/officeDocument/2006/relationships/diagramData" Target="../diagrams/data4.xml"/><Relationship Id="rId1" Type="http://schemas.openxmlformats.org/officeDocument/2006/relationships/slideLayout" Target="../slideLayouts/slideLayout2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5.png"/><Relationship Id="rId2" Type="http://schemas.openxmlformats.org/officeDocument/2006/relationships/diagramData" Target="../diagrams/data5.xml"/><Relationship Id="rId1" Type="http://schemas.openxmlformats.org/officeDocument/2006/relationships/slideLayout" Target="../slideLayouts/slideLayout2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5.png"/><Relationship Id="rId2" Type="http://schemas.openxmlformats.org/officeDocument/2006/relationships/diagramData" Target="../diagrams/data6.xml"/><Relationship Id="rId1" Type="http://schemas.openxmlformats.org/officeDocument/2006/relationships/slideLayout" Target="../slideLayouts/slideLayout2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23F0D-3E77-662B-5E3A-54B3974F6E81}"/>
              </a:ext>
            </a:extLst>
          </p:cNvPr>
          <p:cNvPicPr>
            <a:picLocks noChangeAspect="1"/>
          </p:cNvPicPr>
          <p:nvPr/>
        </p:nvPicPr>
        <p:blipFill>
          <a:blip r:embed="rId2"/>
          <a:stretch>
            <a:fillRect/>
          </a:stretch>
        </p:blipFill>
        <p:spPr>
          <a:xfrm>
            <a:off x="1" y="0"/>
            <a:ext cx="12191999" cy="6858000"/>
          </a:xfrm>
          <a:prstGeom prst="rect">
            <a:avLst/>
          </a:prstGeom>
        </p:spPr>
      </p:pic>
      <p:sp>
        <p:nvSpPr>
          <p:cNvPr id="4" name="Title 1">
            <a:extLst>
              <a:ext uri="{FF2B5EF4-FFF2-40B4-BE49-F238E27FC236}">
                <a16:creationId xmlns:a16="http://schemas.microsoft.com/office/drawing/2014/main" id="{D4909384-F5E8-FAF0-A8D7-351AD8157F16}"/>
              </a:ext>
            </a:extLst>
          </p:cNvPr>
          <p:cNvSpPr txBox="1">
            <a:spLocks/>
          </p:cNvSpPr>
          <p:nvPr/>
        </p:nvSpPr>
        <p:spPr>
          <a:xfrm>
            <a:off x="217417" y="5032997"/>
            <a:ext cx="12191999" cy="706437"/>
          </a:xfrm>
          <a:prstGeom prst="rect">
            <a:avLst/>
          </a:prstGeom>
        </p:spPr>
        <p:txBody>
          <a:bodyPr>
            <a:noAutofit/>
          </a:bodyPr>
          <a:lstStyle>
            <a:lvl1pPr algn="l" rtl="0" eaLnBrk="1" fontAlgn="base" hangingPunct="1">
              <a:lnSpc>
                <a:spcPct val="85000"/>
              </a:lnSpc>
              <a:spcBef>
                <a:spcPct val="0"/>
              </a:spcBef>
              <a:spcAft>
                <a:spcPct val="0"/>
              </a:spcAft>
              <a:defRPr sz="2300" b="1" i="0" kern="1200">
                <a:solidFill>
                  <a:schemeClr val="accent1"/>
                </a:solidFill>
                <a:latin typeface="+mj-lt"/>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75" algn="l" rtl="0" eaLnBrk="1" fontAlgn="base" hangingPunct="1">
              <a:lnSpc>
                <a:spcPct val="90000"/>
              </a:lnSpc>
              <a:spcBef>
                <a:spcPct val="0"/>
              </a:spcBef>
              <a:spcAft>
                <a:spcPct val="0"/>
              </a:spcAft>
              <a:defRPr sz="8799">
                <a:solidFill>
                  <a:schemeClr val="tx1"/>
                </a:solidFill>
                <a:latin typeface="Arial" pitchFamily="2" charset="77"/>
              </a:defRPr>
            </a:lvl6pPr>
            <a:lvl7pPr marL="1828549" algn="l" rtl="0" eaLnBrk="1" fontAlgn="base" hangingPunct="1">
              <a:lnSpc>
                <a:spcPct val="90000"/>
              </a:lnSpc>
              <a:spcBef>
                <a:spcPct val="0"/>
              </a:spcBef>
              <a:spcAft>
                <a:spcPct val="0"/>
              </a:spcAft>
              <a:defRPr sz="8799">
                <a:solidFill>
                  <a:schemeClr val="tx1"/>
                </a:solidFill>
                <a:latin typeface="Arial" pitchFamily="2" charset="77"/>
              </a:defRPr>
            </a:lvl7pPr>
            <a:lvl8pPr marL="2742823" algn="l" rtl="0" eaLnBrk="1" fontAlgn="base" hangingPunct="1">
              <a:lnSpc>
                <a:spcPct val="90000"/>
              </a:lnSpc>
              <a:spcBef>
                <a:spcPct val="0"/>
              </a:spcBef>
              <a:spcAft>
                <a:spcPct val="0"/>
              </a:spcAft>
              <a:defRPr sz="8799">
                <a:solidFill>
                  <a:schemeClr val="tx1"/>
                </a:solidFill>
                <a:latin typeface="Arial" pitchFamily="2" charset="77"/>
              </a:defRPr>
            </a:lvl8pPr>
            <a:lvl9pPr marL="3657097" algn="l" rtl="0" eaLnBrk="1" fontAlgn="base" hangingPunct="1">
              <a:lnSpc>
                <a:spcPct val="90000"/>
              </a:lnSpc>
              <a:spcBef>
                <a:spcPct val="0"/>
              </a:spcBef>
              <a:spcAft>
                <a:spcPct val="0"/>
              </a:spcAft>
              <a:defRPr sz="8799">
                <a:solidFill>
                  <a:schemeClr val="tx1"/>
                </a:solidFill>
                <a:latin typeface="Arial" pitchFamily="2" charset="77"/>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endParaRPr kumimoji="0" lang="en-GB" sz="4400" b="1" i="0" u="none" strike="noStrike" kern="1200" cap="none" spc="0" normalizeH="0" baseline="0" noProof="0" dirty="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Tree>
    <p:extLst>
      <p:ext uri="{BB962C8B-B14F-4D97-AF65-F5344CB8AC3E}">
        <p14:creationId xmlns:p14="http://schemas.microsoft.com/office/powerpoint/2010/main" val="3471316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3" name="Subtitle 2">
            <a:extLst>
              <a:ext uri="{FF2B5EF4-FFF2-40B4-BE49-F238E27FC236}">
                <a16:creationId xmlns:a16="http://schemas.microsoft.com/office/drawing/2014/main" id="{831525DF-0C33-C12C-F8DA-9B68089F6FCE}"/>
              </a:ext>
            </a:extLst>
          </p:cNvPr>
          <p:cNvSpPr>
            <a:spLocks noGrp="1"/>
          </p:cNvSpPr>
          <p:nvPr>
            <p:ph type="subTitle" idx="1"/>
          </p:nvPr>
        </p:nvSpPr>
        <p:spPr>
          <a:xfrm>
            <a:off x="1185863" y="1427164"/>
            <a:ext cx="9820275" cy="5315381"/>
          </a:xfrm>
        </p:spPr>
        <p:txBody>
          <a:bodyPr vert="horz" lIns="91440" tIns="45720" rIns="91440" bIns="45720" rtlCol="0" anchor="t">
            <a:normAutofit fontScale="62500" lnSpcReduction="20000"/>
          </a:bodyPr>
          <a:lstStyle/>
          <a:p>
            <a:pPr>
              <a:lnSpc>
                <a:spcPct val="120000"/>
              </a:lnSpc>
              <a:spcBef>
                <a:spcPts val="0"/>
              </a:spcBef>
              <a:spcAft>
                <a:spcPts val="600"/>
              </a:spcAft>
            </a:pPr>
            <a:r>
              <a:rPr lang="en-GB" sz="31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Background</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You are in charge of building a cyber security program in your company. You have been assigned </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£3,000,000 </a:t>
            </a:r>
            <a:r>
              <a:rPr lang="en-GB" dirty="0">
                <a:latin typeface="IberPangea Light" panose="020B0404000000000000" pitchFamily="34" charset="0"/>
                <a:ea typeface="IberPangea Light" panose="020B0404000000000000" pitchFamily="34" charset="0"/>
                <a:cs typeface="IberPangea Light" panose="020B0404000000000000" pitchFamily="34" charset="0"/>
              </a:rPr>
              <a:t>to build defences against cyber criminals. </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Within your group table you will get to choose between ways to </a:t>
            </a:r>
            <a:r>
              <a:rPr lang="en-GB" sz="2500" b="1" dirty="0">
                <a:solidFill>
                  <a:srgbClr val="00B050"/>
                </a:solidFill>
                <a:latin typeface="IberPangea Light" panose="020B0404000000000000" pitchFamily="34" charset="0"/>
                <a:ea typeface="IberPangea Light" panose="020B0404000000000000" pitchFamily="34" charset="0"/>
                <a:cs typeface="IberPangea Light" panose="020B0404000000000000" pitchFamily="34" charset="0"/>
              </a:rPr>
              <a:t>Prevent</a:t>
            </a:r>
            <a:r>
              <a:rPr lang="en-GB" dirty="0">
                <a:latin typeface="IberPangea Light" panose="020B0404000000000000" pitchFamily="34" charset="0"/>
                <a:ea typeface="IberPangea Light" panose="020B0404000000000000" pitchFamily="34" charset="0"/>
                <a:cs typeface="IberPangea Light" panose="020B0404000000000000" pitchFamily="34" charset="0"/>
              </a:rPr>
              <a:t>, </a:t>
            </a:r>
            <a:r>
              <a:rPr lang="en-GB" sz="2500" b="1" dirty="0">
                <a:solidFill>
                  <a:srgbClr val="00B0F0"/>
                </a:solidFill>
                <a:latin typeface="IberPangea Light" panose="020B0404000000000000" pitchFamily="34" charset="0"/>
                <a:ea typeface="IberPangea Light" panose="020B0404000000000000" pitchFamily="34" charset="0"/>
                <a:cs typeface="IberPangea Light" panose="020B0404000000000000" pitchFamily="34" charset="0"/>
              </a:rPr>
              <a:t>Detect</a:t>
            </a:r>
            <a:r>
              <a:rPr lang="en-GB" dirty="0">
                <a:latin typeface="IberPangea Light" panose="020B0404000000000000" pitchFamily="34" charset="0"/>
                <a:ea typeface="IberPangea Light" panose="020B0404000000000000" pitchFamily="34" charset="0"/>
                <a:cs typeface="IberPangea Light" panose="020B0404000000000000" pitchFamily="34" charset="0"/>
              </a:rPr>
              <a:t> and </a:t>
            </a:r>
            <a:r>
              <a:rPr lang="en-GB" sz="2500" b="1" dirty="0">
                <a:solidFill>
                  <a:srgbClr val="FF9C1A"/>
                </a:solidFill>
                <a:latin typeface="IberPangea Light" panose="020B0404000000000000" pitchFamily="34" charset="0"/>
                <a:ea typeface="IberPangea Light" panose="020B0404000000000000" pitchFamily="34" charset="0"/>
                <a:cs typeface="IberPangea Light" panose="020B0404000000000000" pitchFamily="34" charset="0"/>
              </a:rPr>
              <a:t>Respond</a:t>
            </a:r>
            <a:r>
              <a:rPr lang="en-GB" dirty="0">
                <a:latin typeface="IberPangea Light" panose="020B0404000000000000" pitchFamily="34" charset="0"/>
                <a:ea typeface="IberPangea Light" panose="020B0404000000000000" pitchFamily="34" charset="0"/>
                <a:cs typeface="IberPangea Light" panose="020B0404000000000000" pitchFamily="34" charset="0"/>
              </a:rPr>
              <a:t> to cyber-attacks.</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 The Prevent cards will have </a:t>
            </a:r>
            <a:r>
              <a:rPr lang="en-GB" b="1" dirty="0">
                <a:solidFill>
                  <a:srgbClr val="00B050"/>
                </a:solidFill>
                <a:latin typeface="IberPangea Light" panose="020B0404000000000000" pitchFamily="34" charset="0"/>
                <a:ea typeface="IberPangea Light" panose="020B0404000000000000" pitchFamily="34" charset="0"/>
                <a:cs typeface="IberPangea Light" panose="020B0404000000000000" pitchFamily="34" charset="0"/>
              </a:rPr>
              <a:t>green</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the Detect cards will have </a:t>
            </a:r>
            <a:r>
              <a:rPr lang="en-GB" b="1" dirty="0">
                <a:solidFill>
                  <a:srgbClr val="00B0F0"/>
                </a:solidFill>
                <a:latin typeface="IberPangea Light" panose="020B0404000000000000" pitchFamily="34" charset="0"/>
                <a:ea typeface="IberPangea Light" panose="020B0404000000000000" pitchFamily="34" charset="0"/>
                <a:cs typeface="IberPangea Light" panose="020B0404000000000000" pitchFamily="34" charset="0"/>
              </a:rPr>
              <a:t>blue</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and the Respond cards will have </a:t>
            </a:r>
            <a:r>
              <a:rPr lang="en-GB" b="1" dirty="0">
                <a:solidFill>
                  <a:srgbClr val="FF9C1A"/>
                </a:solidFill>
                <a:latin typeface="IberPangea Light" panose="020B0404000000000000" pitchFamily="34" charset="0"/>
                <a:ea typeface="IberPangea Light" panose="020B0404000000000000" pitchFamily="34" charset="0"/>
                <a:cs typeface="IberPangea Light" panose="020B0404000000000000" pitchFamily="34" charset="0"/>
              </a:rPr>
              <a:t>orange</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and their corresponding budget costs to implement.</a:t>
            </a:r>
          </a:p>
          <a:p>
            <a:pPr>
              <a:lnSpc>
                <a:spcPct val="120000"/>
              </a:lnSpc>
              <a:spcBef>
                <a:spcPts val="0"/>
              </a:spcBef>
              <a:spcAft>
                <a:spcPts val="600"/>
              </a:spcAft>
            </a:pPr>
            <a:r>
              <a:rPr lang="en-GB" sz="32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Rules</a:t>
            </a:r>
            <a:endParaRPr lang="en-GB"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Use your control cards to discuss + agree which controls you decide to implement as part of keeping the company safe and secure within your budget.</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We will shortly tell you a type of attack you must defend against.    You must work as a team to choose a selection of controls </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(staying within budget…!!!) </a:t>
            </a:r>
            <a:r>
              <a:rPr lang="en-GB" dirty="0">
                <a:latin typeface="IberPangea Light" panose="020B0404000000000000" pitchFamily="34" charset="0"/>
                <a:ea typeface="IberPangea Light" panose="020B0404000000000000" pitchFamily="34" charset="0"/>
                <a:cs typeface="IberPangea Light" panose="020B0404000000000000" pitchFamily="34" charset="0"/>
              </a:rPr>
              <a:t>to try best defend your network. </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 After 15 minutes, we’ll run though the simulation in phases to determine what measures in each of the above categories were the best measures to defend your network.    The better the considered control, the more points on offer.</a:t>
            </a:r>
          </a:p>
          <a:p>
            <a:pPr>
              <a:lnSpc>
                <a:spcPct val="120000"/>
              </a:lnSpc>
              <a:spcBef>
                <a:spcPts val="0"/>
              </a:spcBef>
            </a:pPr>
            <a:endParaRPr lang="en-GB" sz="1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spcAft>
                <a:spcPts val="600"/>
              </a:spcAft>
            </a:pPr>
            <a:r>
              <a:rPr lang="en-GB" sz="2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There will be 4 Rounds, keep your score after each round – how are you going to protect your company……?</a:t>
            </a:r>
          </a:p>
          <a:p>
            <a:pPr>
              <a:lnSpc>
                <a:spcPct val="120000"/>
              </a:lnSpc>
              <a:spcBef>
                <a:spcPts val="0"/>
              </a:spcBef>
              <a:spcAft>
                <a:spcPts val="600"/>
              </a:spcAft>
            </a:pPr>
            <a:endParaRPr lang="en-GB" sz="2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pPr>
            <a:r>
              <a:rPr lang="en-GB" sz="32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Can you Defend Your Network….?  The team with the most points wins!</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9" name="Picture 8">
            <a:extLst>
              <a:ext uri="{FF2B5EF4-FFF2-40B4-BE49-F238E27FC236}">
                <a16:creationId xmlns:a16="http://schemas.microsoft.com/office/drawing/2014/main" id="{3452030D-B645-5AFE-EC86-A9BDAEEC8F0D}"/>
              </a:ext>
            </a:extLst>
          </p:cNvPr>
          <p:cNvPicPr>
            <a:picLocks noChangeAspect="1"/>
          </p:cNvPicPr>
          <p:nvPr/>
        </p:nvPicPr>
        <p:blipFill>
          <a:blip r:embed="rId2"/>
          <a:stretch>
            <a:fillRect/>
          </a:stretch>
        </p:blipFill>
        <p:spPr>
          <a:xfrm>
            <a:off x="10334624" y="26988"/>
            <a:ext cx="1647825" cy="533400"/>
          </a:xfrm>
          <a:prstGeom prst="rect">
            <a:avLst/>
          </a:prstGeom>
        </p:spPr>
      </p:pic>
    </p:spTree>
    <p:extLst>
      <p:ext uri="{BB962C8B-B14F-4D97-AF65-F5344CB8AC3E}">
        <p14:creationId xmlns:p14="http://schemas.microsoft.com/office/powerpoint/2010/main" val="86759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8" name="Picture 7">
            <a:extLst>
              <a:ext uri="{FF2B5EF4-FFF2-40B4-BE49-F238E27FC236}">
                <a16:creationId xmlns:a16="http://schemas.microsoft.com/office/drawing/2014/main" id="{1BCDA1A4-B49D-3284-F1D8-C2ACCB1808A6}"/>
              </a:ext>
            </a:extLst>
          </p:cNvPr>
          <p:cNvPicPr>
            <a:picLocks noChangeAspect="1"/>
          </p:cNvPicPr>
          <p:nvPr/>
        </p:nvPicPr>
        <p:blipFill>
          <a:blip r:embed="rId2"/>
          <a:stretch>
            <a:fillRect/>
          </a:stretch>
        </p:blipFill>
        <p:spPr>
          <a:xfrm>
            <a:off x="10391775" y="26988"/>
            <a:ext cx="1590674" cy="461570"/>
          </a:xfrm>
          <a:prstGeom prst="rect">
            <a:avLst/>
          </a:prstGeom>
        </p:spPr>
      </p:pic>
      <p:sp>
        <p:nvSpPr>
          <p:cNvPr id="11" name="Subtitle 2">
            <a:extLst>
              <a:ext uri="{FF2B5EF4-FFF2-40B4-BE49-F238E27FC236}">
                <a16:creationId xmlns:a16="http://schemas.microsoft.com/office/drawing/2014/main" id="{07770E4B-EC37-E82C-DAB1-ECCF03A92E21}"/>
              </a:ext>
            </a:extLst>
          </p:cNvPr>
          <p:cNvSpPr>
            <a:spLocks noGrp="1"/>
          </p:cNvSpPr>
          <p:nvPr>
            <p:ph type="subTitle" idx="1"/>
          </p:nvPr>
        </p:nvSpPr>
        <p:spPr>
          <a:xfrm>
            <a:off x="1290637" y="937420"/>
            <a:ext cx="9820275" cy="2001836"/>
          </a:xfrm>
        </p:spPr>
        <p:txBody>
          <a:bodyPr vert="horz" lIns="91440" tIns="45720" rIns="91440" bIns="45720" rtlCol="0" anchor="ctr">
            <a:normAutofit/>
          </a:bodyPr>
          <a:lstStyle/>
          <a:p>
            <a:pPr>
              <a:lnSpc>
                <a:spcPct val="120000"/>
              </a:lnSpc>
              <a:spcBef>
                <a:spcPts val="0"/>
              </a:spcBef>
              <a:spcAft>
                <a:spcPts val="600"/>
              </a:spcAft>
            </a:pPr>
            <a:r>
              <a:rPr lang="en-GB" sz="6000" b="1" u="sng">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You have 15 minutes…</a:t>
            </a:r>
          </a:p>
        </p:txBody>
      </p:sp>
      <p:sp>
        <p:nvSpPr>
          <p:cNvPr id="16" name="Flowchart: Connector 15">
            <a:extLst>
              <a:ext uri="{FF2B5EF4-FFF2-40B4-BE49-F238E27FC236}">
                <a16:creationId xmlns:a16="http://schemas.microsoft.com/office/drawing/2014/main" id="{C7D615CA-0142-0504-45D5-AB71992F95D1}"/>
              </a:ext>
            </a:extLst>
          </p:cNvPr>
          <p:cNvSpPr/>
          <p:nvPr/>
        </p:nvSpPr>
        <p:spPr>
          <a:xfrm>
            <a:off x="3909572" y="2613015"/>
            <a:ext cx="4476750" cy="3667126"/>
          </a:xfrm>
          <a:prstGeom prst="flowChartConnector">
            <a:avLst/>
          </a:prstGeom>
          <a:solidFill>
            <a:srgbClr val="0DA9FF"/>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Time is up</a:t>
            </a:r>
            <a:endPar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endParaRPr>
          </a:p>
        </p:txBody>
      </p:sp>
      <p:sp>
        <p:nvSpPr>
          <p:cNvPr id="17" name="Flowchart: Connector 16">
            <a:extLst>
              <a:ext uri="{FF2B5EF4-FFF2-40B4-BE49-F238E27FC236}">
                <a16:creationId xmlns:a16="http://schemas.microsoft.com/office/drawing/2014/main" id="{41CEBC26-92DC-9640-ED95-758EA412FF0A}"/>
              </a:ext>
            </a:extLst>
          </p:cNvPr>
          <p:cNvSpPr/>
          <p:nvPr/>
        </p:nvSpPr>
        <p:spPr>
          <a:xfrm>
            <a:off x="3923554" y="2619976"/>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 remaining</a:t>
            </a:r>
          </a:p>
        </p:txBody>
      </p:sp>
      <p:sp>
        <p:nvSpPr>
          <p:cNvPr id="18" name="Flowchart: Connector 17">
            <a:extLst>
              <a:ext uri="{FF2B5EF4-FFF2-40B4-BE49-F238E27FC236}">
                <a16:creationId xmlns:a16="http://schemas.microsoft.com/office/drawing/2014/main" id="{5D9EAF51-6B58-2183-38F9-51C923402C70}"/>
              </a:ext>
            </a:extLst>
          </p:cNvPr>
          <p:cNvSpPr/>
          <p:nvPr/>
        </p:nvSpPr>
        <p:spPr>
          <a:xfrm>
            <a:off x="3904270" y="2641261"/>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2</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9" name="Flowchart: Connector 18">
            <a:extLst>
              <a:ext uri="{FF2B5EF4-FFF2-40B4-BE49-F238E27FC236}">
                <a16:creationId xmlns:a16="http://schemas.microsoft.com/office/drawing/2014/main" id="{DD25FF60-794E-C9FC-F501-0434EA1E66AA}"/>
              </a:ext>
            </a:extLst>
          </p:cNvPr>
          <p:cNvSpPr/>
          <p:nvPr/>
        </p:nvSpPr>
        <p:spPr>
          <a:xfrm>
            <a:off x="3912157" y="2618045"/>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0" name="Flowchart: Connector 19">
            <a:extLst>
              <a:ext uri="{FF2B5EF4-FFF2-40B4-BE49-F238E27FC236}">
                <a16:creationId xmlns:a16="http://schemas.microsoft.com/office/drawing/2014/main" id="{9EAD5579-AEFF-1FA3-BF68-F46B384E1ABA}"/>
              </a:ext>
            </a:extLst>
          </p:cNvPr>
          <p:cNvSpPr/>
          <p:nvPr/>
        </p:nvSpPr>
        <p:spPr>
          <a:xfrm>
            <a:off x="3907487" y="262011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4 </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1" name="Flowchart: Connector 20">
            <a:extLst>
              <a:ext uri="{FF2B5EF4-FFF2-40B4-BE49-F238E27FC236}">
                <a16:creationId xmlns:a16="http://schemas.microsoft.com/office/drawing/2014/main" id="{F855706B-4D58-0569-5876-03534F4B52FA}"/>
              </a:ext>
            </a:extLst>
          </p:cNvPr>
          <p:cNvSpPr/>
          <p:nvPr/>
        </p:nvSpPr>
        <p:spPr>
          <a:xfrm>
            <a:off x="3896993" y="263212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5</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2" name="Flowchart: Connector 21">
            <a:extLst>
              <a:ext uri="{FF2B5EF4-FFF2-40B4-BE49-F238E27FC236}">
                <a16:creationId xmlns:a16="http://schemas.microsoft.com/office/drawing/2014/main" id="{860020E1-4ADF-4F51-9BB3-965834D336D9}"/>
              </a:ext>
            </a:extLst>
          </p:cNvPr>
          <p:cNvSpPr/>
          <p:nvPr/>
        </p:nvSpPr>
        <p:spPr>
          <a:xfrm>
            <a:off x="3904880" y="2619157"/>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6</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5" name="Flowchart: Connector 14">
            <a:extLst>
              <a:ext uri="{FF2B5EF4-FFF2-40B4-BE49-F238E27FC236}">
                <a16:creationId xmlns:a16="http://schemas.microsoft.com/office/drawing/2014/main" id="{DC77196F-1F2C-AB83-1E77-6A4A6B1BA599}"/>
              </a:ext>
            </a:extLst>
          </p:cNvPr>
          <p:cNvSpPr/>
          <p:nvPr/>
        </p:nvSpPr>
        <p:spPr>
          <a:xfrm>
            <a:off x="3897603" y="2628711"/>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7</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4" name="Flowchart: Connector 13">
            <a:extLst>
              <a:ext uri="{FF2B5EF4-FFF2-40B4-BE49-F238E27FC236}">
                <a16:creationId xmlns:a16="http://schemas.microsoft.com/office/drawing/2014/main" id="{47B8A1ED-5D61-50BD-9FCB-74A16BD4F0FD}"/>
              </a:ext>
            </a:extLst>
          </p:cNvPr>
          <p:cNvSpPr/>
          <p:nvPr/>
        </p:nvSpPr>
        <p:spPr>
          <a:xfrm>
            <a:off x="3892301" y="2626118"/>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8</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13" name="Flowchart: Connector 12">
            <a:extLst>
              <a:ext uri="{FF2B5EF4-FFF2-40B4-BE49-F238E27FC236}">
                <a16:creationId xmlns:a16="http://schemas.microsoft.com/office/drawing/2014/main" id="{8B6C12AE-1677-67F9-2780-C17A7B225BB1}"/>
              </a:ext>
            </a:extLst>
          </p:cNvPr>
          <p:cNvSpPr/>
          <p:nvPr/>
        </p:nvSpPr>
        <p:spPr>
          <a:xfrm>
            <a:off x="3889716" y="2633079"/>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9</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2" name="Flowchart: Connector 11">
            <a:extLst>
              <a:ext uri="{FF2B5EF4-FFF2-40B4-BE49-F238E27FC236}">
                <a16:creationId xmlns:a16="http://schemas.microsoft.com/office/drawing/2014/main" id="{79572E10-7F71-D5B0-0463-3E823DD703B6}"/>
              </a:ext>
            </a:extLst>
          </p:cNvPr>
          <p:cNvSpPr/>
          <p:nvPr/>
        </p:nvSpPr>
        <p:spPr>
          <a:xfrm>
            <a:off x="3897603" y="2630486"/>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10</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3" name="Flowchart: Connector 22">
            <a:extLst>
              <a:ext uri="{FF2B5EF4-FFF2-40B4-BE49-F238E27FC236}">
                <a16:creationId xmlns:a16="http://schemas.microsoft.com/office/drawing/2014/main" id="{5A4B4D15-6063-3788-0573-102392425FD9}"/>
              </a:ext>
            </a:extLst>
          </p:cNvPr>
          <p:cNvSpPr/>
          <p:nvPr/>
        </p:nvSpPr>
        <p:spPr>
          <a:xfrm>
            <a:off x="534169" y="2506250"/>
            <a:ext cx="1221637" cy="1179925"/>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Start timer</a:t>
            </a:r>
          </a:p>
        </p:txBody>
      </p:sp>
      <p:sp>
        <p:nvSpPr>
          <p:cNvPr id="9" name="Flowchart: Connector 8">
            <a:extLst>
              <a:ext uri="{FF2B5EF4-FFF2-40B4-BE49-F238E27FC236}">
                <a16:creationId xmlns:a16="http://schemas.microsoft.com/office/drawing/2014/main" id="{1E00E5B3-C7E6-EF32-1E03-EA2DD6880504}"/>
              </a:ext>
            </a:extLst>
          </p:cNvPr>
          <p:cNvSpPr/>
          <p:nvPr/>
        </p:nvSpPr>
        <p:spPr>
          <a:xfrm>
            <a:off x="3882980" y="2625981"/>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11</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10" name="Flowchart: Connector 9">
            <a:extLst>
              <a:ext uri="{FF2B5EF4-FFF2-40B4-BE49-F238E27FC236}">
                <a16:creationId xmlns:a16="http://schemas.microsoft.com/office/drawing/2014/main" id="{F11A61CA-DC13-E234-402D-4CD164C7B364}"/>
              </a:ext>
            </a:extLst>
          </p:cNvPr>
          <p:cNvSpPr/>
          <p:nvPr/>
        </p:nvSpPr>
        <p:spPr>
          <a:xfrm>
            <a:off x="3903660" y="262362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12</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4" name="Flowchart: Connector 23">
            <a:extLst>
              <a:ext uri="{FF2B5EF4-FFF2-40B4-BE49-F238E27FC236}">
                <a16:creationId xmlns:a16="http://schemas.microsoft.com/office/drawing/2014/main" id="{987499B7-190E-0472-67AD-7E704E6282E0}"/>
              </a:ext>
            </a:extLst>
          </p:cNvPr>
          <p:cNvSpPr/>
          <p:nvPr/>
        </p:nvSpPr>
        <p:spPr>
          <a:xfrm>
            <a:off x="3909550" y="2619682"/>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13</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5" name="Flowchart: Connector 24">
            <a:extLst>
              <a:ext uri="{FF2B5EF4-FFF2-40B4-BE49-F238E27FC236}">
                <a16:creationId xmlns:a16="http://schemas.microsoft.com/office/drawing/2014/main" id="{68F6A6BC-F666-169F-6E3E-17AF488B423D}"/>
              </a:ext>
            </a:extLst>
          </p:cNvPr>
          <p:cNvSpPr/>
          <p:nvPr/>
        </p:nvSpPr>
        <p:spPr>
          <a:xfrm>
            <a:off x="3909550" y="260483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14</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6" name="Flowchart: Connector 25">
            <a:extLst>
              <a:ext uri="{FF2B5EF4-FFF2-40B4-BE49-F238E27FC236}">
                <a16:creationId xmlns:a16="http://schemas.microsoft.com/office/drawing/2014/main" id="{672602C3-05E6-2E97-ABE2-05B604766257}"/>
              </a:ext>
            </a:extLst>
          </p:cNvPr>
          <p:cNvSpPr/>
          <p:nvPr/>
        </p:nvSpPr>
        <p:spPr>
          <a:xfrm>
            <a:off x="3896920" y="2619060"/>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15</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Tree>
    <p:extLst>
      <p:ext uri="{BB962C8B-B14F-4D97-AF65-F5344CB8AC3E}">
        <p14:creationId xmlns:p14="http://schemas.microsoft.com/office/powerpoint/2010/main" val="355716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23"/>
                                        </p:tgtEl>
                                      </p:cBhvr>
                                    </p:animEffect>
                                    <p:set>
                                      <p:cBhvr>
                                        <p:cTn id="7" dur="1" fill="hold">
                                          <p:stCondLst>
                                            <p:cond delay="999"/>
                                          </p:stCondLst>
                                        </p:cTn>
                                        <p:tgtEl>
                                          <p:spTgt spid="23"/>
                                        </p:tgtEl>
                                        <p:attrNameLst>
                                          <p:attrName>style.visibility</p:attrName>
                                        </p:attrNameLst>
                                      </p:cBhvr>
                                      <p:to>
                                        <p:strVal val="hidden"/>
                                      </p:to>
                                    </p:set>
                                  </p:childTnLst>
                                </p:cTn>
                              </p:par>
                            </p:childTnLst>
                          </p:cTn>
                        </p:par>
                        <p:par>
                          <p:cTn id="8" fill="hold">
                            <p:stCondLst>
                              <p:cond delay="1000"/>
                            </p:stCondLst>
                            <p:childTnLst>
                              <p:par>
                                <p:cTn id="9" presetID="1" presetClass="exit" presetSubtype="0" fill="hold" grpId="0" nodeType="afterEffect">
                                  <p:stCondLst>
                                    <p:cond delay="60000"/>
                                  </p:stCondLst>
                                  <p:childTnLst>
                                    <p:set>
                                      <p:cBhvr>
                                        <p:cTn id="10" dur="1" fill="hold">
                                          <p:stCondLst>
                                            <p:cond delay="0"/>
                                          </p:stCondLst>
                                        </p:cTn>
                                        <p:tgtEl>
                                          <p:spTgt spid="26"/>
                                        </p:tgtEl>
                                        <p:attrNameLst>
                                          <p:attrName>style.visibility</p:attrName>
                                        </p:attrNameLst>
                                      </p:cBhvr>
                                      <p:to>
                                        <p:strVal val="hidden"/>
                                      </p:to>
                                    </p:set>
                                  </p:childTnLst>
                                </p:cTn>
                              </p:par>
                            </p:childTnLst>
                          </p:cTn>
                        </p:par>
                        <p:par>
                          <p:cTn id="11" fill="hold">
                            <p:stCondLst>
                              <p:cond delay="61000"/>
                            </p:stCondLst>
                            <p:childTnLst>
                              <p:par>
                                <p:cTn id="12" presetID="1" presetClass="exit" presetSubtype="0" fill="hold" grpId="0" nodeType="afterEffect">
                                  <p:stCondLst>
                                    <p:cond delay="60000"/>
                                  </p:stCondLst>
                                  <p:childTnLst>
                                    <p:set>
                                      <p:cBhvr>
                                        <p:cTn id="13" dur="1" fill="hold">
                                          <p:stCondLst>
                                            <p:cond delay="0"/>
                                          </p:stCondLst>
                                        </p:cTn>
                                        <p:tgtEl>
                                          <p:spTgt spid="25"/>
                                        </p:tgtEl>
                                        <p:attrNameLst>
                                          <p:attrName>style.visibility</p:attrName>
                                        </p:attrNameLst>
                                      </p:cBhvr>
                                      <p:to>
                                        <p:strVal val="hidden"/>
                                      </p:to>
                                    </p:set>
                                  </p:childTnLst>
                                </p:cTn>
                              </p:par>
                            </p:childTnLst>
                          </p:cTn>
                        </p:par>
                        <p:par>
                          <p:cTn id="14" fill="hold">
                            <p:stCondLst>
                              <p:cond delay="121000"/>
                            </p:stCondLst>
                            <p:childTnLst>
                              <p:par>
                                <p:cTn id="15" presetID="1" presetClass="exit" presetSubtype="0" fill="hold" grpId="0" nodeType="afterEffect">
                                  <p:stCondLst>
                                    <p:cond delay="60000"/>
                                  </p:stCondLst>
                                  <p:childTnLst>
                                    <p:set>
                                      <p:cBhvr>
                                        <p:cTn id="16" dur="1" fill="hold">
                                          <p:stCondLst>
                                            <p:cond delay="0"/>
                                          </p:stCondLst>
                                        </p:cTn>
                                        <p:tgtEl>
                                          <p:spTgt spid="24"/>
                                        </p:tgtEl>
                                        <p:attrNameLst>
                                          <p:attrName>style.visibility</p:attrName>
                                        </p:attrNameLst>
                                      </p:cBhvr>
                                      <p:to>
                                        <p:strVal val="hidden"/>
                                      </p:to>
                                    </p:set>
                                  </p:childTnLst>
                                </p:cTn>
                              </p:par>
                            </p:childTnLst>
                          </p:cTn>
                        </p:par>
                        <p:par>
                          <p:cTn id="17" fill="hold">
                            <p:stCondLst>
                              <p:cond delay="181000"/>
                            </p:stCondLst>
                            <p:childTnLst>
                              <p:par>
                                <p:cTn id="18" presetID="1" presetClass="exit" presetSubtype="0" fill="hold" grpId="0" nodeType="afterEffect">
                                  <p:stCondLst>
                                    <p:cond delay="60000"/>
                                  </p:stCondLst>
                                  <p:childTnLst>
                                    <p:set>
                                      <p:cBhvr>
                                        <p:cTn id="19" dur="1" fill="hold">
                                          <p:stCondLst>
                                            <p:cond delay="0"/>
                                          </p:stCondLst>
                                        </p:cTn>
                                        <p:tgtEl>
                                          <p:spTgt spid="10"/>
                                        </p:tgtEl>
                                        <p:attrNameLst>
                                          <p:attrName>style.visibility</p:attrName>
                                        </p:attrNameLst>
                                      </p:cBhvr>
                                      <p:to>
                                        <p:strVal val="hidden"/>
                                      </p:to>
                                    </p:set>
                                  </p:childTnLst>
                                </p:cTn>
                              </p:par>
                            </p:childTnLst>
                          </p:cTn>
                        </p:par>
                        <p:par>
                          <p:cTn id="20" fill="hold">
                            <p:stCondLst>
                              <p:cond delay="241000"/>
                            </p:stCondLst>
                            <p:childTnLst>
                              <p:par>
                                <p:cTn id="21" presetID="1" presetClass="exit" presetSubtype="0" fill="hold" grpId="0" nodeType="afterEffect">
                                  <p:stCondLst>
                                    <p:cond delay="60000"/>
                                  </p:stCondLst>
                                  <p:childTnLst>
                                    <p:set>
                                      <p:cBhvr>
                                        <p:cTn id="22" dur="1" fill="hold">
                                          <p:stCondLst>
                                            <p:cond delay="0"/>
                                          </p:stCondLst>
                                        </p:cTn>
                                        <p:tgtEl>
                                          <p:spTgt spid="9"/>
                                        </p:tgtEl>
                                        <p:attrNameLst>
                                          <p:attrName>style.visibility</p:attrName>
                                        </p:attrNameLst>
                                      </p:cBhvr>
                                      <p:to>
                                        <p:strVal val="hidden"/>
                                      </p:to>
                                    </p:set>
                                  </p:childTnLst>
                                </p:cTn>
                              </p:par>
                            </p:childTnLst>
                          </p:cTn>
                        </p:par>
                        <p:par>
                          <p:cTn id="23" fill="hold">
                            <p:stCondLst>
                              <p:cond delay="301000"/>
                            </p:stCondLst>
                            <p:childTnLst>
                              <p:par>
                                <p:cTn id="24" presetID="1" presetClass="exit" presetSubtype="0" fill="hold" grpId="0" nodeType="afterEffect">
                                  <p:stCondLst>
                                    <p:cond delay="60000"/>
                                  </p:stCondLst>
                                  <p:childTnLst>
                                    <p:set>
                                      <p:cBhvr>
                                        <p:cTn id="25" dur="1" fill="hold">
                                          <p:stCondLst>
                                            <p:cond delay="0"/>
                                          </p:stCondLst>
                                        </p:cTn>
                                        <p:tgtEl>
                                          <p:spTgt spid="12"/>
                                        </p:tgtEl>
                                        <p:attrNameLst>
                                          <p:attrName>style.visibility</p:attrName>
                                        </p:attrNameLst>
                                      </p:cBhvr>
                                      <p:to>
                                        <p:strVal val="hidden"/>
                                      </p:to>
                                    </p:set>
                                  </p:childTnLst>
                                </p:cTn>
                              </p:par>
                            </p:childTnLst>
                          </p:cTn>
                        </p:par>
                        <p:par>
                          <p:cTn id="26" fill="hold">
                            <p:stCondLst>
                              <p:cond delay="361000"/>
                            </p:stCondLst>
                            <p:childTnLst>
                              <p:par>
                                <p:cTn id="27" presetID="10" presetClass="exit" presetSubtype="0" fill="hold" grpId="0" nodeType="afterEffect">
                                  <p:stCondLst>
                                    <p:cond delay="60000"/>
                                  </p:stCondLst>
                                  <p:childTnLst>
                                    <p:animEffect transition="out" filter="fade">
                                      <p:cBhvr>
                                        <p:cTn id="28" dur="1000"/>
                                        <p:tgtEl>
                                          <p:spTgt spid="13"/>
                                        </p:tgtEl>
                                      </p:cBhvr>
                                    </p:animEffect>
                                    <p:set>
                                      <p:cBhvr>
                                        <p:cTn id="29" dur="1" fill="hold">
                                          <p:stCondLst>
                                            <p:cond delay="999"/>
                                          </p:stCondLst>
                                        </p:cTn>
                                        <p:tgtEl>
                                          <p:spTgt spid="13"/>
                                        </p:tgtEl>
                                        <p:attrNameLst>
                                          <p:attrName>style.visibility</p:attrName>
                                        </p:attrNameLst>
                                      </p:cBhvr>
                                      <p:to>
                                        <p:strVal val="hidden"/>
                                      </p:to>
                                    </p:set>
                                  </p:childTnLst>
                                </p:cTn>
                              </p:par>
                            </p:childTnLst>
                          </p:cTn>
                        </p:par>
                        <p:par>
                          <p:cTn id="30" fill="hold">
                            <p:stCondLst>
                              <p:cond delay="422000"/>
                            </p:stCondLst>
                            <p:childTnLst>
                              <p:par>
                                <p:cTn id="31" presetID="10" presetClass="exit" presetSubtype="0" fill="hold" grpId="0" nodeType="afterEffect">
                                  <p:stCondLst>
                                    <p:cond delay="60000"/>
                                  </p:stCondLst>
                                  <p:childTnLst>
                                    <p:animEffect transition="out" filter="fade">
                                      <p:cBhvr>
                                        <p:cTn id="32" dur="1000"/>
                                        <p:tgtEl>
                                          <p:spTgt spid="14"/>
                                        </p:tgtEl>
                                      </p:cBhvr>
                                    </p:animEffect>
                                    <p:set>
                                      <p:cBhvr>
                                        <p:cTn id="33" dur="1" fill="hold">
                                          <p:stCondLst>
                                            <p:cond delay="999"/>
                                          </p:stCondLst>
                                        </p:cTn>
                                        <p:tgtEl>
                                          <p:spTgt spid="14"/>
                                        </p:tgtEl>
                                        <p:attrNameLst>
                                          <p:attrName>style.visibility</p:attrName>
                                        </p:attrNameLst>
                                      </p:cBhvr>
                                      <p:to>
                                        <p:strVal val="hidden"/>
                                      </p:to>
                                    </p:set>
                                  </p:childTnLst>
                                </p:cTn>
                              </p:par>
                            </p:childTnLst>
                          </p:cTn>
                        </p:par>
                        <p:par>
                          <p:cTn id="34" fill="hold">
                            <p:stCondLst>
                              <p:cond delay="483000"/>
                            </p:stCondLst>
                            <p:childTnLst>
                              <p:par>
                                <p:cTn id="35" presetID="10" presetClass="exit" presetSubtype="0" fill="hold" grpId="0" nodeType="afterEffect">
                                  <p:stCondLst>
                                    <p:cond delay="60000"/>
                                  </p:stCondLst>
                                  <p:childTnLst>
                                    <p:animEffect transition="out" filter="fade">
                                      <p:cBhvr>
                                        <p:cTn id="36" dur="1000"/>
                                        <p:tgtEl>
                                          <p:spTgt spid="15"/>
                                        </p:tgtEl>
                                      </p:cBhvr>
                                    </p:animEffect>
                                    <p:set>
                                      <p:cBhvr>
                                        <p:cTn id="37" dur="1" fill="hold">
                                          <p:stCondLst>
                                            <p:cond delay="999"/>
                                          </p:stCondLst>
                                        </p:cTn>
                                        <p:tgtEl>
                                          <p:spTgt spid="15"/>
                                        </p:tgtEl>
                                        <p:attrNameLst>
                                          <p:attrName>style.visibility</p:attrName>
                                        </p:attrNameLst>
                                      </p:cBhvr>
                                      <p:to>
                                        <p:strVal val="hidden"/>
                                      </p:to>
                                    </p:set>
                                  </p:childTnLst>
                                </p:cTn>
                              </p:par>
                            </p:childTnLst>
                          </p:cTn>
                        </p:par>
                        <p:par>
                          <p:cTn id="38" fill="hold">
                            <p:stCondLst>
                              <p:cond delay="544000"/>
                            </p:stCondLst>
                            <p:childTnLst>
                              <p:par>
                                <p:cTn id="39" presetID="10" presetClass="exit" presetSubtype="0" fill="hold" grpId="0" nodeType="afterEffect">
                                  <p:stCondLst>
                                    <p:cond delay="60000"/>
                                  </p:stCondLst>
                                  <p:childTnLst>
                                    <p:animEffect transition="out" filter="fade">
                                      <p:cBhvr>
                                        <p:cTn id="40" dur="1000"/>
                                        <p:tgtEl>
                                          <p:spTgt spid="22"/>
                                        </p:tgtEl>
                                      </p:cBhvr>
                                    </p:animEffect>
                                    <p:set>
                                      <p:cBhvr>
                                        <p:cTn id="41" dur="1" fill="hold">
                                          <p:stCondLst>
                                            <p:cond delay="999"/>
                                          </p:stCondLst>
                                        </p:cTn>
                                        <p:tgtEl>
                                          <p:spTgt spid="22"/>
                                        </p:tgtEl>
                                        <p:attrNameLst>
                                          <p:attrName>style.visibility</p:attrName>
                                        </p:attrNameLst>
                                      </p:cBhvr>
                                      <p:to>
                                        <p:strVal val="hidden"/>
                                      </p:to>
                                    </p:set>
                                  </p:childTnLst>
                                </p:cTn>
                              </p:par>
                            </p:childTnLst>
                          </p:cTn>
                        </p:par>
                        <p:par>
                          <p:cTn id="42" fill="hold">
                            <p:stCondLst>
                              <p:cond delay="605000"/>
                            </p:stCondLst>
                            <p:childTnLst>
                              <p:par>
                                <p:cTn id="43" presetID="10" presetClass="exit" presetSubtype="0" fill="hold" grpId="0" nodeType="afterEffect">
                                  <p:stCondLst>
                                    <p:cond delay="60000"/>
                                  </p:stCondLst>
                                  <p:childTnLst>
                                    <p:animEffect transition="out" filter="fade">
                                      <p:cBhvr>
                                        <p:cTn id="44" dur="1000"/>
                                        <p:tgtEl>
                                          <p:spTgt spid="21"/>
                                        </p:tgtEl>
                                      </p:cBhvr>
                                    </p:animEffect>
                                    <p:set>
                                      <p:cBhvr>
                                        <p:cTn id="45" dur="1" fill="hold">
                                          <p:stCondLst>
                                            <p:cond delay="999"/>
                                          </p:stCondLst>
                                        </p:cTn>
                                        <p:tgtEl>
                                          <p:spTgt spid="21"/>
                                        </p:tgtEl>
                                        <p:attrNameLst>
                                          <p:attrName>style.visibility</p:attrName>
                                        </p:attrNameLst>
                                      </p:cBhvr>
                                      <p:to>
                                        <p:strVal val="hidden"/>
                                      </p:to>
                                    </p:set>
                                  </p:childTnLst>
                                </p:cTn>
                              </p:par>
                            </p:childTnLst>
                          </p:cTn>
                        </p:par>
                        <p:par>
                          <p:cTn id="46" fill="hold">
                            <p:stCondLst>
                              <p:cond delay="666000"/>
                            </p:stCondLst>
                            <p:childTnLst>
                              <p:par>
                                <p:cTn id="47" presetID="10" presetClass="exit" presetSubtype="0" fill="hold" grpId="0" nodeType="afterEffect">
                                  <p:stCondLst>
                                    <p:cond delay="60000"/>
                                  </p:stCondLst>
                                  <p:childTnLst>
                                    <p:animEffect transition="out" filter="fade">
                                      <p:cBhvr>
                                        <p:cTn id="48" dur="1000"/>
                                        <p:tgtEl>
                                          <p:spTgt spid="20"/>
                                        </p:tgtEl>
                                      </p:cBhvr>
                                    </p:animEffect>
                                    <p:set>
                                      <p:cBhvr>
                                        <p:cTn id="49" dur="1" fill="hold">
                                          <p:stCondLst>
                                            <p:cond delay="999"/>
                                          </p:stCondLst>
                                        </p:cTn>
                                        <p:tgtEl>
                                          <p:spTgt spid="20"/>
                                        </p:tgtEl>
                                        <p:attrNameLst>
                                          <p:attrName>style.visibility</p:attrName>
                                        </p:attrNameLst>
                                      </p:cBhvr>
                                      <p:to>
                                        <p:strVal val="hidden"/>
                                      </p:to>
                                    </p:set>
                                  </p:childTnLst>
                                </p:cTn>
                              </p:par>
                            </p:childTnLst>
                          </p:cTn>
                        </p:par>
                        <p:par>
                          <p:cTn id="50" fill="hold">
                            <p:stCondLst>
                              <p:cond delay="727000"/>
                            </p:stCondLst>
                            <p:childTnLst>
                              <p:par>
                                <p:cTn id="51" presetID="10" presetClass="exit" presetSubtype="0" fill="hold" grpId="0" nodeType="afterEffect">
                                  <p:stCondLst>
                                    <p:cond delay="60000"/>
                                  </p:stCondLst>
                                  <p:childTnLst>
                                    <p:animEffect transition="out" filter="fade">
                                      <p:cBhvr>
                                        <p:cTn id="52" dur="1000"/>
                                        <p:tgtEl>
                                          <p:spTgt spid="19"/>
                                        </p:tgtEl>
                                      </p:cBhvr>
                                    </p:animEffect>
                                    <p:set>
                                      <p:cBhvr>
                                        <p:cTn id="53" dur="1" fill="hold">
                                          <p:stCondLst>
                                            <p:cond delay="999"/>
                                          </p:stCondLst>
                                        </p:cTn>
                                        <p:tgtEl>
                                          <p:spTgt spid="19"/>
                                        </p:tgtEl>
                                        <p:attrNameLst>
                                          <p:attrName>style.visibility</p:attrName>
                                        </p:attrNameLst>
                                      </p:cBhvr>
                                      <p:to>
                                        <p:strVal val="hidden"/>
                                      </p:to>
                                    </p:set>
                                  </p:childTnLst>
                                </p:cTn>
                              </p:par>
                            </p:childTnLst>
                          </p:cTn>
                        </p:par>
                        <p:par>
                          <p:cTn id="54" fill="hold">
                            <p:stCondLst>
                              <p:cond delay="788000"/>
                            </p:stCondLst>
                            <p:childTnLst>
                              <p:par>
                                <p:cTn id="55" presetID="10" presetClass="exit" presetSubtype="0" fill="hold" grpId="0" nodeType="afterEffect">
                                  <p:stCondLst>
                                    <p:cond delay="60000"/>
                                  </p:stCondLst>
                                  <p:childTnLst>
                                    <p:animEffect transition="out" filter="fade">
                                      <p:cBhvr>
                                        <p:cTn id="56" dur="1000"/>
                                        <p:tgtEl>
                                          <p:spTgt spid="18"/>
                                        </p:tgtEl>
                                      </p:cBhvr>
                                    </p:animEffect>
                                    <p:set>
                                      <p:cBhvr>
                                        <p:cTn id="57" dur="1" fill="hold">
                                          <p:stCondLst>
                                            <p:cond delay="999"/>
                                          </p:stCondLst>
                                        </p:cTn>
                                        <p:tgtEl>
                                          <p:spTgt spid="18"/>
                                        </p:tgtEl>
                                        <p:attrNameLst>
                                          <p:attrName>style.visibility</p:attrName>
                                        </p:attrNameLst>
                                      </p:cBhvr>
                                      <p:to>
                                        <p:strVal val="hidden"/>
                                      </p:to>
                                    </p:set>
                                  </p:childTnLst>
                                </p:cTn>
                              </p:par>
                            </p:childTnLst>
                          </p:cTn>
                        </p:par>
                        <p:par>
                          <p:cTn id="58" fill="hold">
                            <p:stCondLst>
                              <p:cond delay="849000"/>
                            </p:stCondLst>
                            <p:childTnLst>
                              <p:par>
                                <p:cTn id="59" presetID="10" presetClass="exit" presetSubtype="0" fill="hold" grpId="0" nodeType="afterEffect">
                                  <p:stCondLst>
                                    <p:cond delay="60000"/>
                                  </p:stCondLst>
                                  <p:childTnLst>
                                    <p:animEffect transition="out" filter="fade">
                                      <p:cBhvr>
                                        <p:cTn id="60" dur="1000"/>
                                        <p:tgtEl>
                                          <p:spTgt spid="17"/>
                                        </p:tgtEl>
                                      </p:cBhvr>
                                    </p:animEffect>
                                    <p:set>
                                      <p:cBhvr>
                                        <p:cTn id="61" dur="1" fill="hold">
                                          <p:stCondLst>
                                            <p:cond delay="999"/>
                                          </p:stCondLst>
                                        </p:cTn>
                                        <p:tgtEl>
                                          <p:spTgt spid="17"/>
                                        </p:tgtEl>
                                        <p:attrNameLst>
                                          <p:attrName>style.visibility</p:attrName>
                                        </p:attrNameLst>
                                      </p:cBhvr>
                                      <p:to>
                                        <p:strVal val="hidden"/>
                                      </p:to>
                                    </p:set>
                                  </p:childTnLst>
                                </p:cTn>
                              </p:par>
                            </p:childTnLst>
                          </p:cTn>
                        </p:par>
                        <p:par>
                          <p:cTn id="62" fill="hold">
                            <p:stCondLst>
                              <p:cond delay="910000"/>
                            </p:stCondLst>
                            <p:childTnLst>
                              <p:par>
                                <p:cTn id="63" presetID="10" presetClass="exit" presetSubtype="0" fill="hold" grpId="0" nodeType="afterEffect">
                                  <p:stCondLst>
                                    <p:cond delay="60000"/>
                                  </p:stCondLst>
                                  <p:childTnLst>
                                    <p:animEffect transition="out" filter="fade">
                                      <p:cBhvr>
                                        <p:cTn id="64" dur="1000"/>
                                        <p:tgtEl>
                                          <p:spTgt spid="16"/>
                                        </p:tgtEl>
                                      </p:cBhvr>
                                    </p:animEffect>
                                    <p:set>
                                      <p:cBhvr>
                                        <p:cTn id="65" dur="1" fill="hold">
                                          <p:stCondLst>
                                            <p:cond delay="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15" grpId="0" animBg="1"/>
      <p:bldP spid="14" grpId="0" animBg="1"/>
      <p:bldP spid="13" grpId="0" animBg="1"/>
      <p:bldP spid="12" grpId="0" animBg="1"/>
      <p:bldP spid="23" grpId="0" animBg="1"/>
      <p:bldP spid="9" grpId="0" animBg="1"/>
      <p:bldP spid="10" grpId="0" animBg="1"/>
      <p:bldP spid="24" grpId="0" animBg="1"/>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EC35A0E5-4D02-176E-FF23-18CC58A8BF03}"/>
              </a:ext>
            </a:extLst>
          </p:cNvPr>
          <p:cNvSpPr/>
          <p:nvPr/>
        </p:nvSpPr>
        <p:spPr>
          <a:xfrm>
            <a:off x="6106603" y="1144274"/>
            <a:ext cx="5822125" cy="2314006"/>
          </a:xfrm>
          <a:prstGeom prst="roundRect">
            <a:avLst/>
          </a:prstGeom>
          <a:solidFill>
            <a:schemeClr val="accent2"/>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8" name="Rectangle: Rounded Corners 17">
            <a:extLst>
              <a:ext uri="{FF2B5EF4-FFF2-40B4-BE49-F238E27FC236}">
                <a16:creationId xmlns:a16="http://schemas.microsoft.com/office/drawing/2014/main" id="{BC5AC025-A818-6422-B476-5363B370ACFF}"/>
              </a:ext>
            </a:extLst>
          </p:cNvPr>
          <p:cNvSpPr/>
          <p:nvPr/>
        </p:nvSpPr>
        <p:spPr>
          <a:xfrm>
            <a:off x="6125140" y="3665642"/>
            <a:ext cx="5803588" cy="2357666"/>
          </a:xfrm>
          <a:prstGeom prst="roundRect">
            <a:avLst/>
          </a:prstGeom>
          <a:solidFill>
            <a:schemeClr val="accent2"/>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7" name="Rectangle: Rounded Corners 16">
            <a:extLst>
              <a:ext uri="{FF2B5EF4-FFF2-40B4-BE49-F238E27FC236}">
                <a16:creationId xmlns:a16="http://schemas.microsoft.com/office/drawing/2014/main" id="{48FF8B74-787A-01CD-E8A5-15A152108BF3}"/>
              </a:ext>
            </a:extLst>
          </p:cNvPr>
          <p:cNvSpPr/>
          <p:nvPr/>
        </p:nvSpPr>
        <p:spPr>
          <a:xfrm>
            <a:off x="135253" y="3665642"/>
            <a:ext cx="5822125" cy="2357666"/>
          </a:xfrm>
          <a:prstGeom prst="roundRect">
            <a:avLst/>
          </a:prstGeom>
          <a:solidFill>
            <a:schemeClr val="accent2"/>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5" name="Rectangle: Rounded Corners 14">
            <a:extLst>
              <a:ext uri="{FF2B5EF4-FFF2-40B4-BE49-F238E27FC236}">
                <a16:creationId xmlns:a16="http://schemas.microsoft.com/office/drawing/2014/main" id="{F510E723-3224-0EA2-776B-ED23E8700930}"/>
              </a:ext>
            </a:extLst>
          </p:cNvPr>
          <p:cNvSpPr/>
          <p:nvPr/>
        </p:nvSpPr>
        <p:spPr>
          <a:xfrm>
            <a:off x="135253" y="1159552"/>
            <a:ext cx="5822125" cy="2314006"/>
          </a:xfrm>
          <a:prstGeom prst="roundRect">
            <a:avLst/>
          </a:prstGeom>
          <a:solidFill>
            <a:schemeClr val="accent2"/>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008C38"/>
              </a:solidFill>
              <a:effectLst/>
              <a:uLnTx/>
              <a:uFillTx/>
              <a:latin typeface="IberPangea Text"/>
              <a:ea typeface="+mn-ea"/>
              <a:cs typeface="+mn-cs"/>
            </a:endParaRPr>
          </a:p>
        </p:txBody>
      </p:sp>
      <p:sp>
        <p:nvSpPr>
          <p:cNvPr id="2" name="Subtitle 3">
            <a:extLst>
              <a:ext uri="{FF2B5EF4-FFF2-40B4-BE49-F238E27FC236}">
                <a16:creationId xmlns:a16="http://schemas.microsoft.com/office/drawing/2014/main" id="{8EFCB7BE-6760-300C-69E1-8F5FF7F5A238}"/>
              </a:ext>
            </a:extLst>
          </p:cNvPr>
          <p:cNvSpPr txBox="1">
            <a:spLocks/>
          </p:cNvSpPr>
          <p:nvPr/>
        </p:nvSpPr>
        <p:spPr>
          <a:xfrm>
            <a:off x="1546114" y="-30815"/>
            <a:ext cx="9143920" cy="613341"/>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6"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dirty="0">
                <a:ln>
                  <a:noFill/>
                </a:ln>
                <a:solidFill>
                  <a:srgbClr val="008C38"/>
                </a:solidFill>
                <a:effectLst/>
                <a:uLnTx/>
                <a:uFillTx/>
                <a:latin typeface="IberPangea Text"/>
                <a:ea typeface="IberPangea Text Light" panose="020B0404000000000000" pitchFamily="34" charset="0"/>
                <a:cs typeface="IberPangea Text Light" panose="020B0404000000000000" pitchFamily="34" charset="0"/>
              </a:rPr>
              <a:t>Cyber Incident Scenario</a:t>
            </a:r>
          </a:p>
        </p:txBody>
      </p:sp>
      <p:sp>
        <p:nvSpPr>
          <p:cNvPr id="5" name="TextBox 4">
            <a:extLst>
              <a:ext uri="{FF2B5EF4-FFF2-40B4-BE49-F238E27FC236}">
                <a16:creationId xmlns:a16="http://schemas.microsoft.com/office/drawing/2014/main" id="{9F1D0EB4-F9F9-AA52-F603-BF9A56FF3C9E}"/>
              </a:ext>
            </a:extLst>
          </p:cNvPr>
          <p:cNvSpPr txBox="1"/>
          <p:nvPr/>
        </p:nvSpPr>
        <p:spPr>
          <a:xfrm>
            <a:off x="284478" y="1262236"/>
            <a:ext cx="5541458" cy="2387448"/>
          </a:xfrm>
          <a:prstGeom prst="rect">
            <a:avLst/>
          </a:prstGeom>
          <a:noFill/>
          <a:ln>
            <a:solidFill>
              <a:schemeClr val="accent1"/>
            </a:solidFill>
          </a:ln>
        </p:spPr>
        <p:txBody>
          <a:bodyPr wrap="square">
            <a:spAutoFit/>
          </a:bodyPr>
          <a:lstStyle/>
          <a:p>
            <a:pPr marL="0" marR="0" lvl="0" indent="0" algn="l" defTabSz="914413"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1: Delivery &amp; Exploitation of a Phishing Email Attack</a:t>
            </a:r>
          </a:p>
          <a:p>
            <a:pPr marL="0" marR="0" lvl="0" indent="0" algn="l" defTabSz="914413"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914413"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An employee receives a phishing email that appears to be from a trusted source. </a:t>
            </a:r>
          </a:p>
          <a:p>
            <a:pPr marL="0" marR="0" lvl="0" indent="0" algn="just" defTabSz="914413"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914413"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email contains a link that, when clicked, downloads unknown malicious software onto the employee’s computer.</a:t>
            </a:r>
            <a:endParaRPr kumimoji="0" lang="en-GB" sz="1455"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914413"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3" name="TextBox 2">
            <a:extLst>
              <a:ext uri="{FF2B5EF4-FFF2-40B4-BE49-F238E27FC236}">
                <a16:creationId xmlns:a16="http://schemas.microsoft.com/office/drawing/2014/main" id="{BA8F455E-95B5-549C-D05F-6C8A0E5977CF}"/>
              </a:ext>
            </a:extLst>
          </p:cNvPr>
          <p:cNvSpPr txBox="1"/>
          <p:nvPr/>
        </p:nvSpPr>
        <p:spPr>
          <a:xfrm>
            <a:off x="6314157" y="1324173"/>
            <a:ext cx="5566224" cy="2312813"/>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2: Discovery</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malicious software is installed on the employee’s computer at 2am. </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hackers use this software to discreetly carry out discovery of information on the company network, identifying valuable targets.</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9" name="TextBox 8">
            <a:extLst>
              <a:ext uri="{FF2B5EF4-FFF2-40B4-BE49-F238E27FC236}">
                <a16:creationId xmlns:a16="http://schemas.microsoft.com/office/drawing/2014/main" id="{907684CE-7861-1FA0-8FEB-A08FDE693992}"/>
              </a:ext>
            </a:extLst>
          </p:cNvPr>
          <p:cNvSpPr txBox="1"/>
          <p:nvPr/>
        </p:nvSpPr>
        <p:spPr>
          <a:xfrm>
            <a:off x="244735" y="3879774"/>
            <a:ext cx="5581201" cy="2312813"/>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3: </a:t>
            </a:r>
            <a:r>
              <a:rPr kumimoji="0" lang="en-GB" sz="1940" b="1" i="0" u="none" strike="noStrike" kern="1200" cap="none" spc="0" normalizeH="0" baseline="0" noProof="0" dirty="0">
                <a:ln>
                  <a:noFill/>
                </a:ln>
                <a:solidFill>
                  <a:srgbClr val="3A3734"/>
                </a:solidFill>
                <a:effectLst/>
                <a:uLnTx/>
                <a:uFillTx/>
                <a:latin typeface="IberPangea Text"/>
                <a:ea typeface="IberPangea Text Light" panose="020B0404000000000000" pitchFamily="34" charset="0"/>
                <a:cs typeface="Calibri"/>
              </a:rPr>
              <a:t>Command &amp; Control</a:t>
            </a:r>
            <a:endParaRPr kumimoji="0" lang="en-GB" sz="1940"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hackers perform searches on critical applications and software, gaining remote control through command-and-control methods. </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They gather information about the network and its vulnerabilities.</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11" name="TextBox 10">
            <a:extLst>
              <a:ext uri="{FF2B5EF4-FFF2-40B4-BE49-F238E27FC236}">
                <a16:creationId xmlns:a16="http://schemas.microsoft.com/office/drawing/2014/main" id="{466C06FB-2C16-1A0C-8F08-7D779F8794C5}"/>
              </a:ext>
            </a:extLst>
          </p:cNvPr>
          <p:cNvSpPr txBox="1"/>
          <p:nvPr/>
        </p:nvSpPr>
        <p:spPr>
          <a:xfrm>
            <a:off x="6447389" y="3859305"/>
            <a:ext cx="5101078" cy="216354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4: </a:t>
            </a:r>
            <a:r>
              <a:rPr kumimoji="0" lang="en-GB" sz="1940" b="1" i="0" u="none" strike="noStrike" kern="1200" cap="none" spc="0" normalizeH="0" baseline="0" noProof="0" dirty="0">
                <a:ln>
                  <a:noFill/>
                </a:ln>
                <a:solidFill>
                  <a:srgbClr val="3A3734"/>
                </a:solidFill>
                <a:effectLst/>
                <a:uLnTx/>
                <a:uFillTx/>
                <a:latin typeface="IberPangea Text"/>
                <a:ea typeface="IberPangea Text Light" panose="020B0404000000000000" pitchFamily="34" charset="0"/>
                <a:cs typeface="Calibri"/>
              </a:rPr>
              <a:t>Action - Data Encryption and Ransom Demand</a:t>
            </a:r>
            <a:endParaRPr kumimoji="0" lang="en-GB" sz="1940"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3A3734"/>
                </a:solidFill>
                <a:effectLst/>
                <a:uLnTx/>
                <a:uFillTx/>
                <a:latin typeface="IberPangea Text"/>
                <a:ea typeface="+mn-ea"/>
                <a:cs typeface="+mn-cs"/>
              </a:rPr>
              <a:t>The hackers discover important company data files and begin to encrypt (lock) them.</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3A3734"/>
                </a:solidFill>
                <a:effectLst/>
                <a:uLnTx/>
                <a:uFillTx/>
                <a:latin typeface="IberPangea Text"/>
                <a:ea typeface="+mn-ea"/>
                <a:cs typeface="+mn-cs"/>
              </a:rPr>
              <a:t>They demand a ransom payment for the decryption key.</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Tree>
    <p:extLst>
      <p:ext uri="{BB962C8B-B14F-4D97-AF65-F5344CB8AC3E}">
        <p14:creationId xmlns:p14="http://schemas.microsoft.com/office/powerpoint/2010/main" val="58154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41242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1: Delivery &amp; Exploitation of a Phishing Email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An employee receives a phishing email that appears to be from a trusted source.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email contains a link that, when clicked, downloads unknown malicious software onto the employee’s computer.</a:t>
            </a:r>
            <a:endParaRPr kumimoji="0" lang="en-GB" sz="1400" b="0" i="0" u="none" strike="noStrike" kern="1200" cap="none" spc="0" normalizeH="0" baseline="0" noProof="0">
              <a:ln>
                <a:noFill/>
              </a:ln>
              <a:solidFill>
                <a:srgbClr val="3A3734"/>
              </a:solidFill>
              <a:effectLst/>
              <a:uLnTx/>
              <a:uFillTx/>
              <a:latin typeface="IberPangea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10" name="Picture 9">
            <a:extLst>
              <a:ext uri="{FF2B5EF4-FFF2-40B4-BE49-F238E27FC236}">
                <a16:creationId xmlns:a16="http://schemas.microsoft.com/office/drawing/2014/main" id="{7866CC85-9F1D-0A45-655D-E9C2167A3911}"/>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238983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1" dur="500"/>
                                        <p:tgtEl>
                                          <p:spTgt spid="4">
                                            <p:graphicEl>
                                              <a:dgm id="{440BF219-8E69-4330-A4C9-4BC0F95A9CE7}"/>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36" dur="500"/>
                                        <p:tgtEl>
                                          <p:spTgt spid="4">
                                            <p:graphicEl>
                                              <a:dgm id="{D636CE5B-3935-40F7-B39C-63B497663DCC}"/>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ABE3E285-6496-4FEA-982A-F3176634E2F2}"/>
                                            </p:graphicEl>
                                          </p:spTgt>
                                        </p:tgtEl>
                                        <p:attrNameLst>
                                          <p:attrName>style.visibility</p:attrName>
                                        </p:attrNameLst>
                                      </p:cBhvr>
                                      <p:to>
                                        <p:strVal val="visible"/>
                                      </p:to>
                                    </p:set>
                                    <p:animEffect transition="in" filter="fade">
                                      <p:cBhvr>
                                        <p:cTn id="39" dur="500"/>
                                        <p:tgtEl>
                                          <p:spTgt spid="4">
                                            <p:graphicEl>
                                              <a:dgm id="{ABE3E285-6496-4FEA-982A-F3176634E2F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FA9D3606-C604-4E3B-8C2F-3DA7DE059C93}"/>
                                            </p:graphicEl>
                                          </p:spTgt>
                                        </p:tgtEl>
                                        <p:attrNameLst>
                                          <p:attrName>style.visibility</p:attrName>
                                        </p:attrNameLst>
                                      </p:cBhvr>
                                      <p:to>
                                        <p:strVal val="visible"/>
                                      </p:to>
                                    </p:set>
                                    <p:animEffect transition="in" filter="fade">
                                      <p:cBhvr>
                                        <p:cTn id="44" dur="500"/>
                                        <p:tgtEl>
                                          <p:spTgt spid="4">
                                            <p:graphicEl>
                                              <a:dgm id="{FA9D3606-C604-4E3B-8C2F-3DA7DE059C93}"/>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2C674C48-17F7-49D0-8432-1E84E626157A}"/>
                                            </p:graphicEl>
                                          </p:spTgt>
                                        </p:tgtEl>
                                        <p:attrNameLst>
                                          <p:attrName>style.visibility</p:attrName>
                                        </p:attrNameLst>
                                      </p:cBhvr>
                                      <p:to>
                                        <p:strVal val="visible"/>
                                      </p:to>
                                    </p:set>
                                    <p:animEffect transition="in" filter="fade">
                                      <p:cBhvr>
                                        <p:cTn id="68" dur="500"/>
                                        <p:tgtEl>
                                          <p:spTgt spid="4">
                                            <p:graphicEl>
                                              <a:dgm id="{2C674C48-17F7-49D0-8432-1E84E626157A}"/>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BCBFEFEE-5452-455A-82CB-856AC7345293}"/>
                                            </p:graphicEl>
                                          </p:spTgt>
                                        </p:tgtEl>
                                        <p:attrNameLst>
                                          <p:attrName>style.visibility</p:attrName>
                                        </p:attrNameLst>
                                      </p:cBhvr>
                                      <p:to>
                                        <p:strVal val="visible"/>
                                      </p:to>
                                    </p:set>
                                    <p:animEffect transition="in" filter="fade">
                                      <p:cBhvr>
                                        <p:cTn id="71" dur="500"/>
                                        <p:tgtEl>
                                          <p:spTgt spid="4">
                                            <p:graphicEl>
                                              <a:dgm id="{BCBFEFEE-5452-455A-82CB-856AC734529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35702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2: Discovery</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malicious software is installed on the employee’s computer at 2am.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hackers use this software to discreetly carry out discovery of assets on the company network, identifying valuable targets.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3" name="Picture 2">
            <a:extLst>
              <a:ext uri="{FF2B5EF4-FFF2-40B4-BE49-F238E27FC236}">
                <a16:creationId xmlns:a16="http://schemas.microsoft.com/office/drawing/2014/main" id="{12B638B2-1168-6654-4A62-56DEDC7E95EB}"/>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283561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1" dur="500"/>
                                        <p:tgtEl>
                                          <p:spTgt spid="4">
                                            <p:graphicEl>
                                              <a:dgm id="{440BF219-8E69-4330-A4C9-4BC0F95A9CE7}"/>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36" dur="500"/>
                                        <p:tgtEl>
                                          <p:spTgt spid="4">
                                            <p:graphicEl>
                                              <a:dgm id="{D636CE5B-3935-40F7-B39C-63B497663DCC}"/>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ABE3E285-6496-4FEA-982A-F3176634E2F2}"/>
                                            </p:graphicEl>
                                          </p:spTgt>
                                        </p:tgtEl>
                                        <p:attrNameLst>
                                          <p:attrName>style.visibility</p:attrName>
                                        </p:attrNameLst>
                                      </p:cBhvr>
                                      <p:to>
                                        <p:strVal val="visible"/>
                                      </p:to>
                                    </p:set>
                                    <p:animEffect transition="in" filter="fade">
                                      <p:cBhvr>
                                        <p:cTn id="39" dur="500"/>
                                        <p:tgtEl>
                                          <p:spTgt spid="4">
                                            <p:graphicEl>
                                              <a:dgm id="{ABE3E285-6496-4FEA-982A-F3176634E2F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FA9D3606-C604-4E3B-8C2F-3DA7DE059C93}"/>
                                            </p:graphicEl>
                                          </p:spTgt>
                                        </p:tgtEl>
                                        <p:attrNameLst>
                                          <p:attrName>style.visibility</p:attrName>
                                        </p:attrNameLst>
                                      </p:cBhvr>
                                      <p:to>
                                        <p:strVal val="visible"/>
                                      </p:to>
                                    </p:set>
                                    <p:animEffect transition="in" filter="fade">
                                      <p:cBhvr>
                                        <p:cTn id="44" dur="500"/>
                                        <p:tgtEl>
                                          <p:spTgt spid="4">
                                            <p:graphicEl>
                                              <a:dgm id="{FA9D3606-C604-4E3B-8C2F-3DA7DE059C93}"/>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0048F8DD-6E4F-4662-B15B-6DE59C1F62BE}"/>
                                            </p:graphicEl>
                                          </p:spTgt>
                                        </p:tgtEl>
                                        <p:attrNameLst>
                                          <p:attrName>style.visibility</p:attrName>
                                        </p:attrNameLst>
                                      </p:cBhvr>
                                      <p:to>
                                        <p:strVal val="visible"/>
                                      </p:to>
                                    </p:set>
                                    <p:animEffect transition="in" filter="fade">
                                      <p:cBhvr>
                                        <p:cTn id="68" dur="500"/>
                                        <p:tgtEl>
                                          <p:spTgt spid="4">
                                            <p:graphicEl>
                                              <a:dgm id="{0048F8DD-6E4F-4662-B15B-6DE59C1F62BE}"/>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4FB7F223-29AA-4AB7-99F6-D28B98153463}"/>
                                            </p:graphicEl>
                                          </p:spTgt>
                                        </p:tgtEl>
                                        <p:attrNameLst>
                                          <p:attrName>style.visibility</p:attrName>
                                        </p:attrNameLst>
                                      </p:cBhvr>
                                      <p:to>
                                        <p:strVal val="visible"/>
                                      </p:to>
                                    </p:set>
                                    <p:animEffect transition="in" filter="fade">
                                      <p:cBhvr>
                                        <p:cTn id="71" dur="500"/>
                                        <p:tgtEl>
                                          <p:spTgt spid="4">
                                            <p:graphicEl>
                                              <a:dgm id="{4FB7F223-29AA-4AB7-99F6-D28B981534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3" name="Subtitle 2">
            <a:extLst>
              <a:ext uri="{FF2B5EF4-FFF2-40B4-BE49-F238E27FC236}">
                <a16:creationId xmlns:a16="http://schemas.microsoft.com/office/drawing/2014/main" id="{831525DF-0C33-C12C-F8DA-9B68089F6FCE}"/>
              </a:ext>
            </a:extLst>
          </p:cNvPr>
          <p:cNvSpPr>
            <a:spLocks noGrp="1"/>
          </p:cNvSpPr>
          <p:nvPr>
            <p:ph type="subTitle" idx="1"/>
          </p:nvPr>
        </p:nvSpPr>
        <p:spPr>
          <a:xfrm>
            <a:off x="1338262" y="1427164"/>
            <a:ext cx="9820275" cy="3594099"/>
          </a:xfrm>
        </p:spPr>
        <p:txBody>
          <a:bodyPr vert="horz" lIns="91440" tIns="45720" rIns="91440" bIns="45720" rtlCol="0" anchor="ctr">
            <a:normAutofit/>
          </a:bodyPr>
          <a:lstStyle/>
          <a:p>
            <a:pPr>
              <a:lnSpc>
                <a:spcPct val="120000"/>
              </a:lnSpc>
              <a:spcBef>
                <a:spcPts val="0"/>
              </a:spcBef>
              <a:spcAft>
                <a:spcPts val="600"/>
              </a:spcAft>
            </a:pPr>
            <a:r>
              <a:rPr lang="en-GB" sz="4800" b="1" u="sng"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Total Points after </a:t>
            </a:r>
          </a:p>
          <a:p>
            <a:pPr>
              <a:lnSpc>
                <a:spcPct val="120000"/>
              </a:lnSpc>
              <a:spcBef>
                <a:spcPts val="0"/>
              </a:spcBef>
              <a:spcAft>
                <a:spcPts val="600"/>
              </a:spcAft>
            </a:pPr>
            <a:r>
              <a:rPr lang="en-GB" sz="4800" b="1" u="sng"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Phase 2…?</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8" name="Picture 7">
            <a:extLst>
              <a:ext uri="{FF2B5EF4-FFF2-40B4-BE49-F238E27FC236}">
                <a16:creationId xmlns:a16="http://schemas.microsoft.com/office/drawing/2014/main" id="{C0432237-F883-8F4C-4ACF-427B118B809B}"/>
              </a:ext>
            </a:extLst>
          </p:cNvPr>
          <p:cNvPicPr>
            <a:picLocks noChangeAspect="1"/>
          </p:cNvPicPr>
          <p:nvPr/>
        </p:nvPicPr>
        <p:blipFill>
          <a:blip r:embed="rId2"/>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406726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38472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3: </a:t>
            </a:r>
            <a:r>
              <a:rPr kumimoji="0" lang="en-GB" sz="1800" b="1" i="0" u="none" strike="noStrike" kern="1200" cap="none" spc="0" normalizeH="0" baseline="0" noProof="0">
                <a:ln>
                  <a:noFill/>
                </a:ln>
                <a:solidFill>
                  <a:srgbClr val="3A3734"/>
                </a:solidFill>
                <a:effectLst/>
                <a:uLnTx/>
                <a:uFillTx/>
                <a:latin typeface="IberPangea Text"/>
                <a:ea typeface="IberPangea Text Light" panose="020B0404000000000000" pitchFamily="34" charset="0"/>
                <a:cs typeface="Calibri"/>
              </a:rPr>
              <a:t>Command &amp; Control</a:t>
            </a: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hackers perform reconnaissance on critical applications and software, gaining remote control through command-and-control methods.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They gather information about the network and its vulnerabilities.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3" name="Picture 2">
            <a:extLst>
              <a:ext uri="{FF2B5EF4-FFF2-40B4-BE49-F238E27FC236}">
                <a16:creationId xmlns:a16="http://schemas.microsoft.com/office/drawing/2014/main" id="{A8B52990-FF9E-053B-F346-83083228D109}"/>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122797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B0F8D64F-724E-4B73-B0E6-BB4A7A5DB32C}"/>
                                            </p:graphicEl>
                                          </p:spTgt>
                                        </p:tgtEl>
                                        <p:attrNameLst>
                                          <p:attrName>style.visibility</p:attrName>
                                        </p:attrNameLst>
                                      </p:cBhvr>
                                      <p:to>
                                        <p:strVal val="visible"/>
                                      </p:to>
                                    </p:set>
                                    <p:animEffect transition="in" filter="fade">
                                      <p:cBhvr>
                                        <p:cTn id="31" dur="500"/>
                                        <p:tgtEl>
                                          <p:spTgt spid="4">
                                            <p:graphicEl>
                                              <a:dgm id="{B0F8D64F-724E-4B73-B0E6-BB4A7A5DB32C}"/>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477B3E3E-D613-439F-8650-75963B4FE29F}"/>
                                            </p:graphicEl>
                                          </p:spTgt>
                                        </p:tgtEl>
                                        <p:attrNameLst>
                                          <p:attrName>style.visibility</p:attrName>
                                        </p:attrNameLst>
                                      </p:cBhvr>
                                      <p:to>
                                        <p:strVal val="visible"/>
                                      </p:to>
                                    </p:set>
                                    <p:animEffect transition="in" filter="fade">
                                      <p:cBhvr>
                                        <p:cTn id="36" dur="500"/>
                                        <p:tgtEl>
                                          <p:spTgt spid="4">
                                            <p:graphicEl>
                                              <a:dgm id="{477B3E3E-D613-439F-8650-75963B4FE29F}"/>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9" dur="500"/>
                                        <p:tgtEl>
                                          <p:spTgt spid="4">
                                            <p:graphicEl>
                                              <a:dgm id="{440BF219-8E69-4330-A4C9-4BC0F95A9CE7}"/>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44" dur="500"/>
                                        <p:tgtEl>
                                          <p:spTgt spid="4">
                                            <p:graphicEl>
                                              <a:dgm id="{D636CE5B-3935-40F7-B39C-63B497663DCC}"/>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0048F8DD-6E4F-4662-B15B-6DE59C1F62BE}"/>
                                            </p:graphicEl>
                                          </p:spTgt>
                                        </p:tgtEl>
                                        <p:attrNameLst>
                                          <p:attrName>style.visibility</p:attrName>
                                        </p:attrNameLst>
                                      </p:cBhvr>
                                      <p:to>
                                        <p:strVal val="visible"/>
                                      </p:to>
                                    </p:set>
                                    <p:animEffect transition="in" filter="fade">
                                      <p:cBhvr>
                                        <p:cTn id="68" dur="500"/>
                                        <p:tgtEl>
                                          <p:spTgt spid="4">
                                            <p:graphicEl>
                                              <a:dgm id="{0048F8DD-6E4F-4662-B15B-6DE59C1F62BE}"/>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4FB7F223-29AA-4AB7-99F6-D28B98153463}"/>
                                            </p:graphicEl>
                                          </p:spTgt>
                                        </p:tgtEl>
                                        <p:attrNameLst>
                                          <p:attrName>style.visibility</p:attrName>
                                        </p:attrNameLst>
                                      </p:cBhvr>
                                      <p:to>
                                        <p:strVal val="visible"/>
                                      </p:to>
                                    </p:set>
                                    <p:animEffect transition="in" filter="fade">
                                      <p:cBhvr>
                                        <p:cTn id="71" dur="500"/>
                                        <p:tgtEl>
                                          <p:spTgt spid="4">
                                            <p:graphicEl>
                                              <a:dgm id="{4FB7F223-29AA-4AB7-99F6-D28B981534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23F0D-3E77-662B-5E3A-54B3974F6E81}"/>
              </a:ext>
            </a:extLst>
          </p:cNvPr>
          <p:cNvPicPr>
            <a:picLocks noChangeAspect="1"/>
          </p:cNvPicPr>
          <p:nvPr/>
        </p:nvPicPr>
        <p:blipFill>
          <a:blip r:embed="rId2"/>
          <a:stretch>
            <a:fillRect/>
          </a:stretch>
        </p:blipFill>
        <p:spPr>
          <a:xfrm>
            <a:off x="1" y="0"/>
            <a:ext cx="12191999" cy="6858000"/>
          </a:xfrm>
          <a:prstGeom prst="rect">
            <a:avLst/>
          </a:prstGeom>
        </p:spPr>
      </p:pic>
      <p:sp>
        <p:nvSpPr>
          <p:cNvPr id="4" name="Title 1">
            <a:extLst>
              <a:ext uri="{FF2B5EF4-FFF2-40B4-BE49-F238E27FC236}">
                <a16:creationId xmlns:a16="http://schemas.microsoft.com/office/drawing/2014/main" id="{D4909384-F5E8-FAF0-A8D7-351AD8157F16}"/>
              </a:ext>
            </a:extLst>
          </p:cNvPr>
          <p:cNvSpPr txBox="1">
            <a:spLocks/>
          </p:cNvSpPr>
          <p:nvPr/>
        </p:nvSpPr>
        <p:spPr>
          <a:xfrm>
            <a:off x="217417" y="5032997"/>
            <a:ext cx="12191999" cy="706437"/>
          </a:xfrm>
          <a:prstGeom prst="rect">
            <a:avLst/>
          </a:prstGeom>
        </p:spPr>
        <p:txBody>
          <a:bodyPr>
            <a:noAutofit/>
          </a:bodyPr>
          <a:lstStyle>
            <a:lvl1pPr algn="l" rtl="0" eaLnBrk="1" fontAlgn="base" hangingPunct="1">
              <a:lnSpc>
                <a:spcPct val="85000"/>
              </a:lnSpc>
              <a:spcBef>
                <a:spcPct val="0"/>
              </a:spcBef>
              <a:spcAft>
                <a:spcPct val="0"/>
              </a:spcAft>
              <a:defRPr sz="2300" b="1" i="0" kern="1200">
                <a:solidFill>
                  <a:schemeClr val="accent1"/>
                </a:solidFill>
                <a:latin typeface="+mj-lt"/>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75" algn="l" rtl="0" eaLnBrk="1" fontAlgn="base" hangingPunct="1">
              <a:lnSpc>
                <a:spcPct val="90000"/>
              </a:lnSpc>
              <a:spcBef>
                <a:spcPct val="0"/>
              </a:spcBef>
              <a:spcAft>
                <a:spcPct val="0"/>
              </a:spcAft>
              <a:defRPr sz="8799">
                <a:solidFill>
                  <a:schemeClr val="tx1"/>
                </a:solidFill>
                <a:latin typeface="Arial" pitchFamily="2" charset="77"/>
              </a:defRPr>
            </a:lvl6pPr>
            <a:lvl7pPr marL="1828549" algn="l" rtl="0" eaLnBrk="1" fontAlgn="base" hangingPunct="1">
              <a:lnSpc>
                <a:spcPct val="90000"/>
              </a:lnSpc>
              <a:spcBef>
                <a:spcPct val="0"/>
              </a:spcBef>
              <a:spcAft>
                <a:spcPct val="0"/>
              </a:spcAft>
              <a:defRPr sz="8799">
                <a:solidFill>
                  <a:schemeClr val="tx1"/>
                </a:solidFill>
                <a:latin typeface="Arial" pitchFamily="2" charset="77"/>
              </a:defRPr>
            </a:lvl7pPr>
            <a:lvl8pPr marL="2742823" algn="l" rtl="0" eaLnBrk="1" fontAlgn="base" hangingPunct="1">
              <a:lnSpc>
                <a:spcPct val="90000"/>
              </a:lnSpc>
              <a:spcBef>
                <a:spcPct val="0"/>
              </a:spcBef>
              <a:spcAft>
                <a:spcPct val="0"/>
              </a:spcAft>
              <a:defRPr sz="8799">
                <a:solidFill>
                  <a:schemeClr val="tx1"/>
                </a:solidFill>
                <a:latin typeface="Arial" pitchFamily="2" charset="77"/>
              </a:defRPr>
            </a:lvl8pPr>
            <a:lvl9pPr marL="3657097" algn="l" rtl="0" eaLnBrk="1" fontAlgn="base" hangingPunct="1">
              <a:lnSpc>
                <a:spcPct val="90000"/>
              </a:lnSpc>
              <a:spcBef>
                <a:spcPct val="0"/>
              </a:spcBef>
              <a:spcAft>
                <a:spcPct val="0"/>
              </a:spcAft>
              <a:defRPr sz="8799">
                <a:solidFill>
                  <a:schemeClr val="tx1"/>
                </a:solidFill>
                <a:latin typeface="Arial" pitchFamily="2" charset="77"/>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endParaRPr kumimoji="0" lang="en-GB" sz="4400" b="1" i="0" u="none" strike="noStrike" kern="1200" cap="none" spc="0" normalizeH="0" baseline="0" noProof="0" dirty="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Tree>
    <p:extLst>
      <p:ext uri="{BB962C8B-B14F-4D97-AF65-F5344CB8AC3E}">
        <p14:creationId xmlns:p14="http://schemas.microsoft.com/office/powerpoint/2010/main" val="1614607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3" name="Subtitle 2">
            <a:extLst>
              <a:ext uri="{FF2B5EF4-FFF2-40B4-BE49-F238E27FC236}">
                <a16:creationId xmlns:a16="http://schemas.microsoft.com/office/drawing/2014/main" id="{831525DF-0C33-C12C-F8DA-9B68089F6FCE}"/>
              </a:ext>
            </a:extLst>
          </p:cNvPr>
          <p:cNvSpPr>
            <a:spLocks noGrp="1"/>
          </p:cNvSpPr>
          <p:nvPr>
            <p:ph type="subTitle" idx="1"/>
          </p:nvPr>
        </p:nvSpPr>
        <p:spPr>
          <a:xfrm>
            <a:off x="1185863" y="1427164"/>
            <a:ext cx="9820275" cy="5315381"/>
          </a:xfrm>
        </p:spPr>
        <p:txBody>
          <a:bodyPr vert="horz" lIns="91440" tIns="45720" rIns="91440" bIns="45720" rtlCol="0" anchor="t">
            <a:normAutofit fontScale="62500" lnSpcReduction="20000"/>
          </a:bodyPr>
          <a:lstStyle/>
          <a:p>
            <a:pPr>
              <a:lnSpc>
                <a:spcPct val="120000"/>
              </a:lnSpc>
              <a:spcBef>
                <a:spcPts val="0"/>
              </a:spcBef>
              <a:spcAft>
                <a:spcPts val="600"/>
              </a:spcAft>
            </a:pPr>
            <a:r>
              <a:rPr lang="en-GB" sz="31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Background</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You are in charge of building a cyber security program in your company. You have been assigned </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£3,000,000 </a:t>
            </a:r>
            <a:r>
              <a:rPr lang="en-GB" dirty="0">
                <a:latin typeface="IberPangea Light" panose="020B0404000000000000" pitchFamily="34" charset="0"/>
                <a:ea typeface="IberPangea Light" panose="020B0404000000000000" pitchFamily="34" charset="0"/>
                <a:cs typeface="IberPangea Light" panose="020B0404000000000000" pitchFamily="34" charset="0"/>
              </a:rPr>
              <a:t>to build defences against cyber criminals. </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Within your group table you will get to choose between ways to </a:t>
            </a:r>
            <a:r>
              <a:rPr lang="en-GB" sz="2500" b="1" dirty="0">
                <a:solidFill>
                  <a:srgbClr val="00B050"/>
                </a:solidFill>
                <a:latin typeface="IberPangea Light" panose="020B0404000000000000" pitchFamily="34" charset="0"/>
                <a:ea typeface="IberPangea Light" panose="020B0404000000000000" pitchFamily="34" charset="0"/>
                <a:cs typeface="IberPangea Light" panose="020B0404000000000000" pitchFamily="34" charset="0"/>
              </a:rPr>
              <a:t>Prevent</a:t>
            </a:r>
            <a:r>
              <a:rPr lang="en-GB" dirty="0">
                <a:latin typeface="IberPangea Light" panose="020B0404000000000000" pitchFamily="34" charset="0"/>
                <a:ea typeface="IberPangea Light" panose="020B0404000000000000" pitchFamily="34" charset="0"/>
                <a:cs typeface="IberPangea Light" panose="020B0404000000000000" pitchFamily="34" charset="0"/>
              </a:rPr>
              <a:t>, </a:t>
            </a:r>
            <a:r>
              <a:rPr lang="en-GB" sz="2500" b="1" dirty="0">
                <a:solidFill>
                  <a:srgbClr val="00B0F0"/>
                </a:solidFill>
                <a:latin typeface="IberPangea Light" panose="020B0404000000000000" pitchFamily="34" charset="0"/>
                <a:ea typeface="IberPangea Light" panose="020B0404000000000000" pitchFamily="34" charset="0"/>
                <a:cs typeface="IberPangea Light" panose="020B0404000000000000" pitchFamily="34" charset="0"/>
              </a:rPr>
              <a:t>Detect</a:t>
            </a:r>
            <a:r>
              <a:rPr lang="en-GB" dirty="0">
                <a:latin typeface="IberPangea Light" panose="020B0404000000000000" pitchFamily="34" charset="0"/>
                <a:ea typeface="IberPangea Light" panose="020B0404000000000000" pitchFamily="34" charset="0"/>
                <a:cs typeface="IberPangea Light" panose="020B0404000000000000" pitchFamily="34" charset="0"/>
              </a:rPr>
              <a:t> and </a:t>
            </a:r>
            <a:r>
              <a:rPr lang="en-GB" sz="2500" b="1" dirty="0">
                <a:solidFill>
                  <a:srgbClr val="FF9C1A"/>
                </a:solidFill>
                <a:latin typeface="IberPangea Light" panose="020B0404000000000000" pitchFamily="34" charset="0"/>
                <a:ea typeface="IberPangea Light" panose="020B0404000000000000" pitchFamily="34" charset="0"/>
                <a:cs typeface="IberPangea Light" panose="020B0404000000000000" pitchFamily="34" charset="0"/>
              </a:rPr>
              <a:t>Respond</a:t>
            </a:r>
            <a:r>
              <a:rPr lang="en-GB" dirty="0">
                <a:latin typeface="IberPangea Light" panose="020B0404000000000000" pitchFamily="34" charset="0"/>
                <a:ea typeface="IberPangea Light" panose="020B0404000000000000" pitchFamily="34" charset="0"/>
                <a:cs typeface="IberPangea Light" panose="020B0404000000000000" pitchFamily="34" charset="0"/>
              </a:rPr>
              <a:t> to cyber-attacks.</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 The Prevent cards will have </a:t>
            </a:r>
            <a:r>
              <a:rPr lang="en-GB" b="1" dirty="0">
                <a:solidFill>
                  <a:srgbClr val="00B050"/>
                </a:solidFill>
                <a:latin typeface="IberPangea Light" panose="020B0404000000000000" pitchFamily="34" charset="0"/>
                <a:ea typeface="IberPangea Light" panose="020B0404000000000000" pitchFamily="34" charset="0"/>
                <a:cs typeface="IberPangea Light" panose="020B0404000000000000" pitchFamily="34" charset="0"/>
              </a:rPr>
              <a:t>green</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the Detect cards will have </a:t>
            </a:r>
            <a:r>
              <a:rPr lang="en-GB" b="1" dirty="0">
                <a:solidFill>
                  <a:srgbClr val="00B0F0"/>
                </a:solidFill>
                <a:latin typeface="IberPangea Light" panose="020B0404000000000000" pitchFamily="34" charset="0"/>
                <a:ea typeface="IberPangea Light" panose="020B0404000000000000" pitchFamily="34" charset="0"/>
                <a:cs typeface="IberPangea Light" panose="020B0404000000000000" pitchFamily="34" charset="0"/>
              </a:rPr>
              <a:t>blue</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and the Respond cards will have </a:t>
            </a:r>
            <a:r>
              <a:rPr lang="en-GB" b="1" dirty="0">
                <a:solidFill>
                  <a:srgbClr val="FF9C1A"/>
                </a:solidFill>
                <a:latin typeface="IberPangea Light" panose="020B0404000000000000" pitchFamily="34" charset="0"/>
                <a:ea typeface="IberPangea Light" panose="020B0404000000000000" pitchFamily="34" charset="0"/>
                <a:cs typeface="IberPangea Light" panose="020B0404000000000000" pitchFamily="34" charset="0"/>
              </a:rPr>
              <a:t>orange</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 </a:t>
            </a:r>
            <a:r>
              <a:rPr lang="en-GB" dirty="0">
                <a:latin typeface="IberPangea Light" panose="020B0404000000000000" pitchFamily="34" charset="0"/>
                <a:ea typeface="IberPangea Light" panose="020B0404000000000000" pitchFamily="34" charset="0"/>
                <a:cs typeface="IberPangea Light" panose="020B0404000000000000" pitchFamily="34" charset="0"/>
              </a:rPr>
              <a:t>writing and their corresponding budget costs to implement.</a:t>
            </a:r>
          </a:p>
          <a:p>
            <a:pPr>
              <a:lnSpc>
                <a:spcPct val="120000"/>
              </a:lnSpc>
              <a:spcBef>
                <a:spcPts val="0"/>
              </a:spcBef>
              <a:spcAft>
                <a:spcPts val="600"/>
              </a:spcAft>
            </a:pPr>
            <a:r>
              <a:rPr lang="en-GB" sz="32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Rules</a:t>
            </a:r>
            <a:endParaRPr lang="en-GB"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Use your control cards to discuss + agree which controls you decide to implement as part of keeping the company safe and secure within your budget.</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We will shortly tell you a type of attack you must defend against.    You must work as a team to choose a selection of controls </a:t>
            </a:r>
            <a:r>
              <a:rPr lang="en-GB" b="1" dirty="0">
                <a:latin typeface="IberPangea Light" panose="020B0404000000000000" pitchFamily="34" charset="0"/>
                <a:ea typeface="IberPangea Light" panose="020B0404000000000000" pitchFamily="34" charset="0"/>
                <a:cs typeface="IberPangea Light" panose="020B0404000000000000" pitchFamily="34" charset="0"/>
              </a:rPr>
              <a:t>(staying within budget…!!!) </a:t>
            </a:r>
            <a:r>
              <a:rPr lang="en-GB" dirty="0">
                <a:latin typeface="IberPangea Light" panose="020B0404000000000000" pitchFamily="34" charset="0"/>
                <a:ea typeface="IberPangea Light" panose="020B0404000000000000" pitchFamily="34" charset="0"/>
                <a:cs typeface="IberPangea Light" panose="020B0404000000000000" pitchFamily="34" charset="0"/>
              </a:rPr>
              <a:t>to try best defend your network. </a:t>
            </a:r>
          </a:p>
          <a:p>
            <a:pPr>
              <a:lnSpc>
                <a:spcPct val="120000"/>
              </a:lnSpc>
              <a:spcBef>
                <a:spcPts val="0"/>
              </a:spcBef>
              <a:spcAft>
                <a:spcPts val="600"/>
              </a:spcAft>
            </a:pPr>
            <a:r>
              <a:rPr lang="en-GB" dirty="0">
                <a:latin typeface="IberPangea Light" panose="020B0404000000000000" pitchFamily="34" charset="0"/>
                <a:ea typeface="IberPangea Light" panose="020B0404000000000000" pitchFamily="34" charset="0"/>
                <a:cs typeface="IberPangea Light" panose="020B0404000000000000" pitchFamily="34" charset="0"/>
              </a:rPr>
              <a:t> After 15 minutes, we’ll run though the simulation in phases to determine what measures in each of the above categories were the best measures to defend your network.    The better the considered control, the more points on offer.</a:t>
            </a:r>
          </a:p>
          <a:p>
            <a:pPr>
              <a:lnSpc>
                <a:spcPct val="120000"/>
              </a:lnSpc>
              <a:spcBef>
                <a:spcPts val="0"/>
              </a:spcBef>
            </a:pPr>
            <a:endParaRPr lang="en-GB" sz="1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spcAft>
                <a:spcPts val="600"/>
              </a:spcAft>
            </a:pPr>
            <a:r>
              <a:rPr lang="en-GB" sz="2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There will be 4 Rounds, keep your score after each round – how are you going to protect your company……?</a:t>
            </a:r>
          </a:p>
          <a:p>
            <a:pPr>
              <a:lnSpc>
                <a:spcPct val="120000"/>
              </a:lnSpc>
              <a:spcBef>
                <a:spcPts val="0"/>
              </a:spcBef>
              <a:spcAft>
                <a:spcPts val="600"/>
              </a:spcAft>
            </a:pPr>
            <a:endParaRPr lang="en-GB" sz="2600"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endParaRPr>
          </a:p>
          <a:p>
            <a:pPr>
              <a:lnSpc>
                <a:spcPct val="120000"/>
              </a:lnSpc>
              <a:spcBef>
                <a:spcPts val="0"/>
              </a:spcBef>
            </a:pPr>
            <a:r>
              <a:rPr lang="en-GB" sz="3200" b="1" u="sng" dirty="0">
                <a:solidFill>
                  <a:srgbClr val="008C39"/>
                </a:solidFill>
                <a:latin typeface="IberPangea Text Medium" panose="020B0604000000000000" pitchFamily="34" charset="0"/>
                <a:ea typeface="IberPangea Text Medium" panose="020B0604000000000000" pitchFamily="34" charset="0"/>
                <a:cs typeface="IberPangea Text Medium" panose="020B0604000000000000" pitchFamily="34" charset="0"/>
              </a:rPr>
              <a:t>Can you Defend Your Network….?  The team with the most points wins!</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9" name="Picture 8">
            <a:extLst>
              <a:ext uri="{FF2B5EF4-FFF2-40B4-BE49-F238E27FC236}">
                <a16:creationId xmlns:a16="http://schemas.microsoft.com/office/drawing/2014/main" id="{3452030D-B645-5AFE-EC86-A9BDAEEC8F0D}"/>
              </a:ext>
            </a:extLst>
          </p:cNvPr>
          <p:cNvPicPr>
            <a:picLocks noChangeAspect="1"/>
          </p:cNvPicPr>
          <p:nvPr/>
        </p:nvPicPr>
        <p:blipFill>
          <a:blip r:embed="rId2"/>
          <a:stretch>
            <a:fillRect/>
          </a:stretch>
        </p:blipFill>
        <p:spPr>
          <a:xfrm>
            <a:off x="10334624" y="26988"/>
            <a:ext cx="1647825" cy="533400"/>
          </a:xfrm>
          <a:prstGeom prst="rect">
            <a:avLst/>
          </a:prstGeom>
        </p:spPr>
      </p:pic>
    </p:spTree>
    <p:extLst>
      <p:ext uri="{BB962C8B-B14F-4D97-AF65-F5344CB8AC3E}">
        <p14:creationId xmlns:p14="http://schemas.microsoft.com/office/powerpoint/2010/main" val="3437936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8" name="Picture 7">
            <a:extLst>
              <a:ext uri="{FF2B5EF4-FFF2-40B4-BE49-F238E27FC236}">
                <a16:creationId xmlns:a16="http://schemas.microsoft.com/office/drawing/2014/main" id="{1BCDA1A4-B49D-3284-F1D8-C2ACCB1808A6}"/>
              </a:ext>
            </a:extLst>
          </p:cNvPr>
          <p:cNvPicPr>
            <a:picLocks noChangeAspect="1"/>
          </p:cNvPicPr>
          <p:nvPr/>
        </p:nvPicPr>
        <p:blipFill>
          <a:blip r:embed="rId2"/>
          <a:stretch>
            <a:fillRect/>
          </a:stretch>
        </p:blipFill>
        <p:spPr>
          <a:xfrm>
            <a:off x="10391775" y="26988"/>
            <a:ext cx="1590674" cy="461570"/>
          </a:xfrm>
          <a:prstGeom prst="rect">
            <a:avLst/>
          </a:prstGeom>
        </p:spPr>
      </p:pic>
      <p:sp>
        <p:nvSpPr>
          <p:cNvPr id="11" name="Subtitle 2">
            <a:extLst>
              <a:ext uri="{FF2B5EF4-FFF2-40B4-BE49-F238E27FC236}">
                <a16:creationId xmlns:a16="http://schemas.microsoft.com/office/drawing/2014/main" id="{07770E4B-EC37-E82C-DAB1-ECCF03A92E21}"/>
              </a:ext>
            </a:extLst>
          </p:cNvPr>
          <p:cNvSpPr>
            <a:spLocks noGrp="1"/>
          </p:cNvSpPr>
          <p:nvPr>
            <p:ph type="subTitle" idx="1"/>
          </p:nvPr>
        </p:nvSpPr>
        <p:spPr>
          <a:xfrm>
            <a:off x="1290637" y="937420"/>
            <a:ext cx="9820275" cy="2001836"/>
          </a:xfrm>
        </p:spPr>
        <p:txBody>
          <a:bodyPr vert="horz" lIns="91440" tIns="45720" rIns="91440" bIns="45720" rtlCol="0" anchor="ctr">
            <a:normAutofit/>
          </a:bodyPr>
          <a:lstStyle/>
          <a:p>
            <a:pPr>
              <a:lnSpc>
                <a:spcPct val="120000"/>
              </a:lnSpc>
              <a:spcBef>
                <a:spcPts val="0"/>
              </a:spcBef>
              <a:spcAft>
                <a:spcPts val="600"/>
              </a:spcAft>
            </a:pPr>
            <a:r>
              <a:rPr lang="en-GB" sz="6000" b="1" u="sng">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You have 15 minutes…</a:t>
            </a:r>
          </a:p>
        </p:txBody>
      </p:sp>
      <p:sp>
        <p:nvSpPr>
          <p:cNvPr id="16" name="Flowchart: Connector 15">
            <a:extLst>
              <a:ext uri="{FF2B5EF4-FFF2-40B4-BE49-F238E27FC236}">
                <a16:creationId xmlns:a16="http://schemas.microsoft.com/office/drawing/2014/main" id="{C7D615CA-0142-0504-45D5-AB71992F95D1}"/>
              </a:ext>
            </a:extLst>
          </p:cNvPr>
          <p:cNvSpPr/>
          <p:nvPr/>
        </p:nvSpPr>
        <p:spPr>
          <a:xfrm>
            <a:off x="3909572" y="2613015"/>
            <a:ext cx="4476750" cy="3667126"/>
          </a:xfrm>
          <a:prstGeom prst="flowChartConnector">
            <a:avLst/>
          </a:prstGeom>
          <a:solidFill>
            <a:srgbClr val="0DA9FF"/>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Time is up</a:t>
            </a:r>
            <a:endPar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endParaRPr>
          </a:p>
        </p:txBody>
      </p:sp>
      <p:sp>
        <p:nvSpPr>
          <p:cNvPr id="17" name="Flowchart: Connector 16">
            <a:extLst>
              <a:ext uri="{FF2B5EF4-FFF2-40B4-BE49-F238E27FC236}">
                <a16:creationId xmlns:a16="http://schemas.microsoft.com/office/drawing/2014/main" id="{41CEBC26-92DC-9640-ED95-758EA412FF0A}"/>
              </a:ext>
            </a:extLst>
          </p:cNvPr>
          <p:cNvSpPr/>
          <p:nvPr/>
        </p:nvSpPr>
        <p:spPr>
          <a:xfrm>
            <a:off x="3923554" y="2619976"/>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 remaining</a:t>
            </a:r>
          </a:p>
        </p:txBody>
      </p:sp>
      <p:sp>
        <p:nvSpPr>
          <p:cNvPr id="18" name="Flowchart: Connector 17">
            <a:extLst>
              <a:ext uri="{FF2B5EF4-FFF2-40B4-BE49-F238E27FC236}">
                <a16:creationId xmlns:a16="http://schemas.microsoft.com/office/drawing/2014/main" id="{5D9EAF51-6B58-2183-38F9-51C923402C70}"/>
              </a:ext>
            </a:extLst>
          </p:cNvPr>
          <p:cNvSpPr/>
          <p:nvPr/>
        </p:nvSpPr>
        <p:spPr>
          <a:xfrm>
            <a:off x="3904270" y="2641261"/>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2</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9" name="Flowchart: Connector 18">
            <a:extLst>
              <a:ext uri="{FF2B5EF4-FFF2-40B4-BE49-F238E27FC236}">
                <a16:creationId xmlns:a16="http://schemas.microsoft.com/office/drawing/2014/main" id="{DD25FF60-794E-C9FC-F501-0434EA1E66AA}"/>
              </a:ext>
            </a:extLst>
          </p:cNvPr>
          <p:cNvSpPr/>
          <p:nvPr/>
        </p:nvSpPr>
        <p:spPr>
          <a:xfrm>
            <a:off x="3912157" y="2618045"/>
            <a:ext cx="4476750" cy="3667126"/>
          </a:xfrm>
          <a:prstGeom prst="flowChartConnector">
            <a:avLst/>
          </a:prstGeom>
          <a:solidFill>
            <a:srgbClr val="E3850D"/>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0" name="Flowchart: Connector 19">
            <a:extLst>
              <a:ext uri="{FF2B5EF4-FFF2-40B4-BE49-F238E27FC236}">
                <a16:creationId xmlns:a16="http://schemas.microsoft.com/office/drawing/2014/main" id="{9EAD5579-AEFF-1FA3-BF68-F46B384E1ABA}"/>
              </a:ext>
            </a:extLst>
          </p:cNvPr>
          <p:cNvSpPr/>
          <p:nvPr/>
        </p:nvSpPr>
        <p:spPr>
          <a:xfrm>
            <a:off x="3907487" y="262011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4 </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1" name="Flowchart: Connector 20">
            <a:extLst>
              <a:ext uri="{FF2B5EF4-FFF2-40B4-BE49-F238E27FC236}">
                <a16:creationId xmlns:a16="http://schemas.microsoft.com/office/drawing/2014/main" id="{F855706B-4D58-0569-5876-03534F4B52FA}"/>
              </a:ext>
            </a:extLst>
          </p:cNvPr>
          <p:cNvSpPr/>
          <p:nvPr/>
        </p:nvSpPr>
        <p:spPr>
          <a:xfrm>
            <a:off x="3896993" y="263212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5</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22" name="Flowchart: Connector 21">
            <a:extLst>
              <a:ext uri="{FF2B5EF4-FFF2-40B4-BE49-F238E27FC236}">
                <a16:creationId xmlns:a16="http://schemas.microsoft.com/office/drawing/2014/main" id="{860020E1-4ADF-4F51-9BB3-965834D336D9}"/>
              </a:ext>
            </a:extLst>
          </p:cNvPr>
          <p:cNvSpPr/>
          <p:nvPr/>
        </p:nvSpPr>
        <p:spPr>
          <a:xfrm>
            <a:off x="3904880" y="2619157"/>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6</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5" name="Flowchart: Connector 14">
            <a:extLst>
              <a:ext uri="{FF2B5EF4-FFF2-40B4-BE49-F238E27FC236}">
                <a16:creationId xmlns:a16="http://schemas.microsoft.com/office/drawing/2014/main" id="{DC77196F-1F2C-AB83-1E77-6A4A6B1BA599}"/>
              </a:ext>
            </a:extLst>
          </p:cNvPr>
          <p:cNvSpPr/>
          <p:nvPr/>
        </p:nvSpPr>
        <p:spPr>
          <a:xfrm>
            <a:off x="3897603" y="2628711"/>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7</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4" name="Flowchart: Connector 13">
            <a:extLst>
              <a:ext uri="{FF2B5EF4-FFF2-40B4-BE49-F238E27FC236}">
                <a16:creationId xmlns:a16="http://schemas.microsoft.com/office/drawing/2014/main" id="{47B8A1ED-5D61-50BD-9FCB-74A16BD4F0FD}"/>
              </a:ext>
            </a:extLst>
          </p:cNvPr>
          <p:cNvSpPr/>
          <p:nvPr/>
        </p:nvSpPr>
        <p:spPr>
          <a:xfrm>
            <a:off x="3892301" y="2626118"/>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8</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13" name="Flowchart: Connector 12">
            <a:extLst>
              <a:ext uri="{FF2B5EF4-FFF2-40B4-BE49-F238E27FC236}">
                <a16:creationId xmlns:a16="http://schemas.microsoft.com/office/drawing/2014/main" id="{8B6C12AE-1677-67F9-2780-C17A7B225BB1}"/>
              </a:ext>
            </a:extLst>
          </p:cNvPr>
          <p:cNvSpPr/>
          <p:nvPr/>
        </p:nvSpPr>
        <p:spPr>
          <a:xfrm>
            <a:off x="3889716" y="2633079"/>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9</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minutes remaining</a:t>
            </a:r>
          </a:p>
        </p:txBody>
      </p:sp>
      <p:sp>
        <p:nvSpPr>
          <p:cNvPr id="12" name="Flowchart: Connector 11">
            <a:extLst>
              <a:ext uri="{FF2B5EF4-FFF2-40B4-BE49-F238E27FC236}">
                <a16:creationId xmlns:a16="http://schemas.microsoft.com/office/drawing/2014/main" id="{79572E10-7F71-D5B0-0463-3E823DD703B6}"/>
              </a:ext>
            </a:extLst>
          </p:cNvPr>
          <p:cNvSpPr/>
          <p:nvPr/>
        </p:nvSpPr>
        <p:spPr>
          <a:xfrm>
            <a:off x="3897603" y="2630486"/>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10</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3" name="Flowchart: Connector 22">
            <a:extLst>
              <a:ext uri="{FF2B5EF4-FFF2-40B4-BE49-F238E27FC236}">
                <a16:creationId xmlns:a16="http://schemas.microsoft.com/office/drawing/2014/main" id="{5A4B4D15-6063-3788-0573-102392425FD9}"/>
              </a:ext>
            </a:extLst>
          </p:cNvPr>
          <p:cNvSpPr/>
          <p:nvPr/>
        </p:nvSpPr>
        <p:spPr>
          <a:xfrm>
            <a:off x="534169" y="2506250"/>
            <a:ext cx="1221637" cy="1179925"/>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Start timer</a:t>
            </a:r>
          </a:p>
        </p:txBody>
      </p:sp>
      <p:sp>
        <p:nvSpPr>
          <p:cNvPr id="9" name="Flowchart: Connector 8">
            <a:extLst>
              <a:ext uri="{FF2B5EF4-FFF2-40B4-BE49-F238E27FC236}">
                <a16:creationId xmlns:a16="http://schemas.microsoft.com/office/drawing/2014/main" id="{1E00E5B3-C7E6-EF32-1E03-EA2DD6880504}"/>
              </a:ext>
            </a:extLst>
          </p:cNvPr>
          <p:cNvSpPr/>
          <p:nvPr/>
        </p:nvSpPr>
        <p:spPr>
          <a:xfrm>
            <a:off x="3882980" y="2625981"/>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11</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10" name="Flowchart: Connector 9">
            <a:extLst>
              <a:ext uri="{FF2B5EF4-FFF2-40B4-BE49-F238E27FC236}">
                <a16:creationId xmlns:a16="http://schemas.microsoft.com/office/drawing/2014/main" id="{F11A61CA-DC13-E234-402D-4CD164C7B364}"/>
              </a:ext>
            </a:extLst>
          </p:cNvPr>
          <p:cNvSpPr/>
          <p:nvPr/>
        </p:nvSpPr>
        <p:spPr>
          <a:xfrm>
            <a:off x="3903660" y="262362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12</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4" name="Flowchart: Connector 23">
            <a:extLst>
              <a:ext uri="{FF2B5EF4-FFF2-40B4-BE49-F238E27FC236}">
                <a16:creationId xmlns:a16="http://schemas.microsoft.com/office/drawing/2014/main" id="{987499B7-190E-0472-67AD-7E704E6282E0}"/>
              </a:ext>
            </a:extLst>
          </p:cNvPr>
          <p:cNvSpPr/>
          <p:nvPr/>
        </p:nvSpPr>
        <p:spPr>
          <a:xfrm>
            <a:off x="3909550" y="2619682"/>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13</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5" name="Flowchart: Connector 24">
            <a:extLst>
              <a:ext uri="{FF2B5EF4-FFF2-40B4-BE49-F238E27FC236}">
                <a16:creationId xmlns:a16="http://schemas.microsoft.com/office/drawing/2014/main" id="{68F6A6BC-F666-169F-6E3E-17AF488B423D}"/>
              </a:ext>
            </a:extLst>
          </p:cNvPr>
          <p:cNvSpPr/>
          <p:nvPr/>
        </p:nvSpPr>
        <p:spPr>
          <a:xfrm>
            <a:off x="3909550" y="2604833"/>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14</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
        <p:nvSpPr>
          <p:cNvPr id="26" name="Flowchart: Connector 25">
            <a:extLst>
              <a:ext uri="{FF2B5EF4-FFF2-40B4-BE49-F238E27FC236}">
                <a16:creationId xmlns:a16="http://schemas.microsoft.com/office/drawing/2014/main" id="{672602C3-05E6-2E97-ABE2-05B604766257}"/>
              </a:ext>
            </a:extLst>
          </p:cNvPr>
          <p:cNvSpPr/>
          <p:nvPr/>
        </p:nvSpPr>
        <p:spPr>
          <a:xfrm>
            <a:off x="3896920" y="2619060"/>
            <a:ext cx="4476750" cy="3667126"/>
          </a:xfrm>
          <a:prstGeom prst="flowChartConnector">
            <a:avLst/>
          </a:prstGeom>
          <a:solidFill>
            <a:srgbClr val="008C39"/>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96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15</a:t>
            </a:r>
            <a:r>
              <a:rPr kumimoji="0" lang="en-GB" sz="4800" b="0" i="0" u="none" strike="noStrike" kern="1200" cap="none" spc="0" normalizeH="0" baseline="0" noProof="0">
                <a:ln>
                  <a:noFill/>
                </a:ln>
                <a:solidFill>
                  <a:prstClr val="white"/>
                </a:solidFill>
                <a:effectLst/>
                <a:uLnTx/>
                <a:uFillTx/>
                <a:latin typeface="IberPangea SmBold" panose="020B0704000000000000" pitchFamily="34" charset="0"/>
                <a:ea typeface="IberPangea SmBold" panose="020B0704000000000000" pitchFamily="34" charset="0"/>
                <a:cs typeface="IberPangea SmBold" panose="020B0704000000000000" pitchFamily="34" charset="0"/>
              </a:rPr>
              <a:t> minutes remaining</a:t>
            </a:r>
          </a:p>
        </p:txBody>
      </p:sp>
    </p:spTree>
    <p:extLst>
      <p:ext uri="{BB962C8B-B14F-4D97-AF65-F5344CB8AC3E}">
        <p14:creationId xmlns:p14="http://schemas.microsoft.com/office/powerpoint/2010/main" val="323319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23"/>
                                        </p:tgtEl>
                                      </p:cBhvr>
                                    </p:animEffect>
                                    <p:set>
                                      <p:cBhvr>
                                        <p:cTn id="7" dur="1" fill="hold">
                                          <p:stCondLst>
                                            <p:cond delay="999"/>
                                          </p:stCondLst>
                                        </p:cTn>
                                        <p:tgtEl>
                                          <p:spTgt spid="23"/>
                                        </p:tgtEl>
                                        <p:attrNameLst>
                                          <p:attrName>style.visibility</p:attrName>
                                        </p:attrNameLst>
                                      </p:cBhvr>
                                      <p:to>
                                        <p:strVal val="hidden"/>
                                      </p:to>
                                    </p:set>
                                  </p:childTnLst>
                                </p:cTn>
                              </p:par>
                            </p:childTnLst>
                          </p:cTn>
                        </p:par>
                        <p:par>
                          <p:cTn id="8" fill="hold">
                            <p:stCondLst>
                              <p:cond delay="1000"/>
                            </p:stCondLst>
                            <p:childTnLst>
                              <p:par>
                                <p:cTn id="9" presetID="1" presetClass="exit" presetSubtype="0" fill="hold" grpId="0" nodeType="afterEffect">
                                  <p:stCondLst>
                                    <p:cond delay="60000"/>
                                  </p:stCondLst>
                                  <p:childTnLst>
                                    <p:set>
                                      <p:cBhvr>
                                        <p:cTn id="10" dur="1" fill="hold">
                                          <p:stCondLst>
                                            <p:cond delay="0"/>
                                          </p:stCondLst>
                                        </p:cTn>
                                        <p:tgtEl>
                                          <p:spTgt spid="26"/>
                                        </p:tgtEl>
                                        <p:attrNameLst>
                                          <p:attrName>style.visibility</p:attrName>
                                        </p:attrNameLst>
                                      </p:cBhvr>
                                      <p:to>
                                        <p:strVal val="hidden"/>
                                      </p:to>
                                    </p:set>
                                  </p:childTnLst>
                                </p:cTn>
                              </p:par>
                            </p:childTnLst>
                          </p:cTn>
                        </p:par>
                        <p:par>
                          <p:cTn id="11" fill="hold">
                            <p:stCondLst>
                              <p:cond delay="61000"/>
                            </p:stCondLst>
                            <p:childTnLst>
                              <p:par>
                                <p:cTn id="12" presetID="1" presetClass="exit" presetSubtype="0" fill="hold" grpId="0" nodeType="afterEffect">
                                  <p:stCondLst>
                                    <p:cond delay="60000"/>
                                  </p:stCondLst>
                                  <p:childTnLst>
                                    <p:set>
                                      <p:cBhvr>
                                        <p:cTn id="13" dur="1" fill="hold">
                                          <p:stCondLst>
                                            <p:cond delay="0"/>
                                          </p:stCondLst>
                                        </p:cTn>
                                        <p:tgtEl>
                                          <p:spTgt spid="25"/>
                                        </p:tgtEl>
                                        <p:attrNameLst>
                                          <p:attrName>style.visibility</p:attrName>
                                        </p:attrNameLst>
                                      </p:cBhvr>
                                      <p:to>
                                        <p:strVal val="hidden"/>
                                      </p:to>
                                    </p:set>
                                  </p:childTnLst>
                                </p:cTn>
                              </p:par>
                            </p:childTnLst>
                          </p:cTn>
                        </p:par>
                        <p:par>
                          <p:cTn id="14" fill="hold">
                            <p:stCondLst>
                              <p:cond delay="121000"/>
                            </p:stCondLst>
                            <p:childTnLst>
                              <p:par>
                                <p:cTn id="15" presetID="1" presetClass="exit" presetSubtype="0" fill="hold" grpId="0" nodeType="afterEffect">
                                  <p:stCondLst>
                                    <p:cond delay="60000"/>
                                  </p:stCondLst>
                                  <p:childTnLst>
                                    <p:set>
                                      <p:cBhvr>
                                        <p:cTn id="16" dur="1" fill="hold">
                                          <p:stCondLst>
                                            <p:cond delay="0"/>
                                          </p:stCondLst>
                                        </p:cTn>
                                        <p:tgtEl>
                                          <p:spTgt spid="24"/>
                                        </p:tgtEl>
                                        <p:attrNameLst>
                                          <p:attrName>style.visibility</p:attrName>
                                        </p:attrNameLst>
                                      </p:cBhvr>
                                      <p:to>
                                        <p:strVal val="hidden"/>
                                      </p:to>
                                    </p:set>
                                  </p:childTnLst>
                                </p:cTn>
                              </p:par>
                            </p:childTnLst>
                          </p:cTn>
                        </p:par>
                        <p:par>
                          <p:cTn id="17" fill="hold">
                            <p:stCondLst>
                              <p:cond delay="181000"/>
                            </p:stCondLst>
                            <p:childTnLst>
                              <p:par>
                                <p:cTn id="18" presetID="1" presetClass="exit" presetSubtype="0" fill="hold" grpId="0" nodeType="afterEffect">
                                  <p:stCondLst>
                                    <p:cond delay="60000"/>
                                  </p:stCondLst>
                                  <p:childTnLst>
                                    <p:set>
                                      <p:cBhvr>
                                        <p:cTn id="19" dur="1" fill="hold">
                                          <p:stCondLst>
                                            <p:cond delay="0"/>
                                          </p:stCondLst>
                                        </p:cTn>
                                        <p:tgtEl>
                                          <p:spTgt spid="10"/>
                                        </p:tgtEl>
                                        <p:attrNameLst>
                                          <p:attrName>style.visibility</p:attrName>
                                        </p:attrNameLst>
                                      </p:cBhvr>
                                      <p:to>
                                        <p:strVal val="hidden"/>
                                      </p:to>
                                    </p:set>
                                  </p:childTnLst>
                                </p:cTn>
                              </p:par>
                            </p:childTnLst>
                          </p:cTn>
                        </p:par>
                        <p:par>
                          <p:cTn id="20" fill="hold">
                            <p:stCondLst>
                              <p:cond delay="241000"/>
                            </p:stCondLst>
                            <p:childTnLst>
                              <p:par>
                                <p:cTn id="21" presetID="1" presetClass="exit" presetSubtype="0" fill="hold" grpId="0" nodeType="afterEffect">
                                  <p:stCondLst>
                                    <p:cond delay="60000"/>
                                  </p:stCondLst>
                                  <p:childTnLst>
                                    <p:set>
                                      <p:cBhvr>
                                        <p:cTn id="22" dur="1" fill="hold">
                                          <p:stCondLst>
                                            <p:cond delay="0"/>
                                          </p:stCondLst>
                                        </p:cTn>
                                        <p:tgtEl>
                                          <p:spTgt spid="9"/>
                                        </p:tgtEl>
                                        <p:attrNameLst>
                                          <p:attrName>style.visibility</p:attrName>
                                        </p:attrNameLst>
                                      </p:cBhvr>
                                      <p:to>
                                        <p:strVal val="hidden"/>
                                      </p:to>
                                    </p:set>
                                  </p:childTnLst>
                                </p:cTn>
                              </p:par>
                            </p:childTnLst>
                          </p:cTn>
                        </p:par>
                        <p:par>
                          <p:cTn id="23" fill="hold">
                            <p:stCondLst>
                              <p:cond delay="301000"/>
                            </p:stCondLst>
                            <p:childTnLst>
                              <p:par>
                                <p:cTn id="24" presetID="1" presetClass="exit" presetSubtype="0" fill="hold" grpId="0" nodeType="afterEffect">
                                  <p:stCondLst>
                                    <p:cond delay="60000"/>
                                  </p:stCondLst>
                                  <p:childTnLst>
                                    <p:set>
                                      <p:cBhvr>
                                        <p:cTn id="25" dur="1" fill="hold">
                                          <p:stCondLst>
                                            <p:cond delay="0"/>
                                          </p:stCondLst>
                                        </p:cTn>
                                        <p:tgtEl>
                                          <p:spTgt spid="12"/>
                                        </p:tgtEl>
                                        <p:attrNameLst>
                                          <p:attrName>style.visibility</p:attrName>
                                        </p:attrNameLst>
                                      </p:cBhvr>
                                      <p:to>
                                        <p:strVal val="hidden"/>
                                      </p:to>
                                    </p:set>
                                  </p:childTnLst>
                                </p:cTn>
                              </p:par>
                            </p:childTnLst>
                          </p:cTn>
                        </p:par>
                        <p:par>
                          <p:cTn id="26" fill="hold">
                            <p:stCondLst>
                              <p:cond delay="361000"/>
                            </p:stCondLst>
                            <p:childTnLst>
                              <p:par>
                                <p:cTn id="27" presetID="10" presetClass="exit" presetSubtype="0" fill="hold" grpId="0" nodeType="afterEffect">
                                  <p:stCondLst>
                                    <p:cond delay="60000"/>
                                  </p:stCondLst>
                                  <p:childTnLst>
                                    <p:animEffect transition="out" filter="fade">
                                      <p:cBhvr>
                                        <p:cTn id="28" dur="1000"/>
                                        <p:tgtEl>
                                          <p:spTgt spid="13"/>
                                        </p:tgtEl>
                                      </p:cBhvr>
                                    </p:animEffect>
                                    <p:set>
                                      <p:cBhvr>
                                        <p:cTn id="29" dur="1" fill="hold">
                                          <p:stCondLst>
                                            <p:cond delay="999"/>
                                          </p:stCondLst>
                                        </p:cTn>
                                        <p:tgtEl>
                                          <p:spTgt spid="13"/>
                                        </p:tgtEl>
                                        <p:attrNameLst>
                                          <p:attrName>style.visibility</p:attrName>
                                        </p:attrNameLst>
                                      </p:cBhvr>
                                      <p:to>
                                        <p:strVal val="hidden"/>
                                      </p:to>
                                    </p:set>
                                  </p:childTnLst>
                                </p:cTn>
                              </p:par>
                            </p:childTnLst>
                          </p:cTn>
                        </p:par>
                        <p:par>
                          <p:cTn id="30" fill="hold">
                            <p:stCondLst>
                              <p:cond delay="422000"/>
                            </p:stCondLst>
                            <p:childTnLst>
                              <p:par>
                                <p:cTn id="31" presetID="10" presetClass="exit" presetSubtype="0" fill="hold" grpId="0" nodeType="afterEffect">
                                  <p:stCondLst>
                                    <p:cond delay="60000"/>
                                  </p:stCondLst>
                                  <p:childTnLst>
                                    <p:animEffect transition="out" filter="fade">
                                      <p:cBhvr>
                                        <p:cTn id="32" dur="1000"/>
                                        <p:tgtEl>
                                          <p:spTgt spid="14"/>
                                        </p:tgtEl>
                                      </p:cBhvr>
                                    </p:animEffect>
                                    <p:set>
                                      <p:cBhvr>
                                        <p:cTn id="33" dur="1" fill="hold">
                                          <p:stCondLst>
                                            <p:cond delay="999"/>
                                          </p:stCondLst>
                                        </p:cTn>
                                        <p:tgtEl>
                                          <p:spTgt spid="14"/>
                                        </p:tgtEl>
                                        <p:attrNameLst>
                                          <p:attrName>style.visibility</p:attrName>
                                        </p:attrNameLst>
                                      </p:cBhvr>
                                      <p:to>
                                        <p:strVal val="hidden"/>
                                      </p:to>
                                    </p:set>
                                  </p:childTnLst>
                                </p:cTn>
                              </p:par>
                            </p:childTnLst>
                          </p:cTn>
                        </p:par>
                        <p:par>
                          <p:cTn id="34" fill="hold">
                            <p:stCondLst>
                              <p:cond delay="483000"/>
                            </p:stCondLst>
                            <p:childTnLst>
                              <p:par>
                                <p:cTn id="35" presetID="10" presetClass="exit" presetSubtype="0" fill="hold" grpId="0" nodeType="afterEffect">
                                  <p:stCondLst>
                                    <p:cond delay="60000"/>
                                  </p:stCondLst>
                                  <p:childTnLst>
                                    <p:animEffect transition="out" filter="fade">
                                      <p:cBhvr>
                                        <p:cTn id="36" dur="1000"/>
                                        <p:tgtEl>
                                          <p:spTgt spid="15"/>
                                        </p:tgtEl>
                                      </p:cBhvr>
                                    </p:animEffect>
                                    <p:set>
                                      <p:cBhvr>
                                        <p:cTn id="37" dur="1" fill="hold">
                                          <p:stCondLst>
                                            <p:cond delay="999"/>
                                          </p:stCondLst>
                                        </p:cTn>
                                        <p:tgtEl>
                                          <p:spTgt spid="15"/>
                                        </p:tgtEl>
                                        <p:attrNameLst>
                                          <p:attrName>style.visibility</p:attrName>
                                        </p:attrNameLst>
                                      </p:cBhvr>
                                      <p:to>
                                        <p:strVal val="hidden"/>
                                      </p:to>
                                    </p:set>
                                  </p:childTnLst>
                                </p:cTn>
                              </p:par>
                            </p:childTnLst>
                          </p:cTn>
                        </p:par>
                        <p:par>
                          <p:cTn id="38" fill="hold">
                            <p:stCondLst>
                              <p:cond delay="544000"/>
                            </p:stCondLst>
                            <p:childTnLst>
                              <p:par>
                                <p:cTn id="39" presetID="10" presetClass="exit" presetSubtype="0" fill="hold" grpId="0" nodeType="afterEffect">
                                  <p:stCondLst>
                                    <p:cond delay="60000"/>
                                  </p:stCondLst>
                                  <p:childTnLst>
                                    <p:animEffect transition="out" filter="fade">
                                      <p:cBhvr>
                                        <p:cTn id="40" dur="1000"/>
                                        <p:tgtEl>
                                          <p:spTgt spid="22"/>
                                        </p:tgtEl>
                                      </p:cBhvr>
                                    </p:animEffect>
                                    <p:set>
                                      <p:cBhvr>
                                        <p:cTn id="41" dur="1" fill="hold">
                                          <p:stCondLst>
                                            <p:cond delay="999"/>
                                          </p:stCondLst>
                                        </p:cTn>
                                        <p:tgtEl>
                                          <p:spTgt spid="22"/>
                                        </p:tgtEl>
                                        <p:attrNameLst>
                                          <p:attrName>style.visibility</p:attrName>
                                        </p:attrNameLst>
                                      </p:cBhvr>
                                      <p:to>
                                        <p:strVal val="hidden"/>
                                      </p:to>
                                    </p:set>
                                  </p:childTnLst>
                                </p:cTn>
                              </p:par>
                            </p:childTnLst>
                          </p:cTn>
                        </p:par>
                        <p:par>
                          <p:cTn id="42" fill="hold">
                            <p:stCondLst>
                              <p:cond delay="605000"/>
                            </p:stCondLst>
                            <p:childTnLst>
                              <p:par>
                                <p:cTn id="43" presetID="10" presetClass="exit" presetSubtype="0" fill="hold" grpId="0" nodeType="afterEffect">
                                  <p:stCondLst>
                                    <p:cond delay="60000"/>
                                  </p:stCondLst>
                                  <p:childTnLst>
                                    <p:animEffect transition="out" filter="fade">
                                      <p:cBhvr>
                                        <p:cTn id="44" dur="1000"/>
                                        <p:tgtEl>
                                          <p:spTgt spid="21"/>
                                        </p:tgtEl>
                                      </p:cBhvr>
                                    </p:animEffect>
                                    <p:set>
                                      <p:cBhvr>
                                        <p:cTn id="45" dur="1" fill="hold">
                                          <p:stCondLst>
                                            <p:cond delay="999"/>
                                          </p:stCondLst>
                                        </p:cTn>
                                        <p:tgtEl>
                                          <p:spTgt spid="21"/>
                                        </p:tgtEl>
                                        <p:attrNameLst>
                                          <p:attrName>style.visibility</p:attrName>
                                        </p:attrNameLst>
                                      </p:cBhvr>
                                      <p:to>
                                        <p:strVal val="hidden"/>
                                      </p:to>
                                    </p:set>
                                  </p:childTnLst>
                                </p:cTn>
                              </p:par>
                            </p:childTnLst>
                          </p:cTn>
                        </p:par>
                        <p:par>
                          <p:cTn id="46" fill="hold">
                            <p:stCondLst>
                              <p:cond delay="666000"/>
                            </p:stCondLst>
                            <p:childTnLst>
                              <p:par>
                                <p:cTn id="47" presetID="10" presetClass="exit" presetSubtype="0" fill="hold" grpId="0" nodeType="afterEffect">
                                  <p:stCondLst>
                                    <p:cond delay="60000"/>
                                  </p:stCondLst>
                                  <p:childTnLst>
                                    <p:animEffect transition="out" filter="fade">
                                      <p:cBhvr>
                                        <p:cTn id="48" dur="1000"/>
                                        <p:tgtEl>
                                          <p:spTgt spid="20"/>
                                        </p:tgtEl>
                                      </p:cBhvr>
                                    </p:animEffect>
                                    <p:set>
                                      <p:cBhvr>
                                        <p:cTn id="49" dur="1" fill="hold">
                                          <p:stCondLst>
                                            <p:cond delay="999"/>
                                          </p:stCondLst>
                                        </p:cTn>
                                        <p:tgtEl>
                                          <p:spTgt spid="20"/>
                                        </p:tgtEl>
                                        <p:attrNameLst>
                                          <p:attrName>style.visibility</p:attrName>
                                        </p:attrNameLst>
                                      </p:cBhvr>
                                      <p:to>
                                        <p:strVal val="hidden"/>
                                      </p:to>
                                    </p:set>
                                  </p:childTnLst>
                                </p:cTn>
                              </p:par>
                            </p:childTnLst>
                          </p:cTn>
                        </p:par>
                        <p:par>
                          <p:cTn id="50" fill="hold">
                            <p:stCondLst>
                              <p:cond delay="727000"/>
                            </p:stCondLst>
                            <p:childTnLst>
                              <p:par>
                                <p:cTn id="51" presetID="10" presetClass="exit" presetSubtype="0" fill="hold" grpId="0" nodeType="afterEffect">
                                  <p:stCondLst>
                                    <p:cond delay="60000"/>
                                  </p:stCondLst>
                                  <p:childTnLst>
                                    <p:animEffect transition="out" filter="fade">
                                      <p:cBhvr>
                                        <p:cTn id="52" dur="1000"/>
                                        <p:tgtEl>
                                          <p:spTgt spid="19"/>
                                        </p:tgtEl>
                                      </p:cBhvr>
                                    </p:animEffect>
                                    <p:set>
                                      <p:cBhvr>
                                        <p:cTn id="53" dur="1" fill="hold">
                                          <p:stCondLst>
                                            <p:cond delay="999"/>
                                          </p:stCondLst>
                                        </p:cTn>
                                        <p:tgtEl>
                                          <p:spTgt spid="19"/>
                                        </p:tgtEl>
                                        <p:attrNameLst>
                                          <p:attrName>style.visibility</p:attrName>
                                        </p:attrNameLst>
                                      </p:cBhvr>
                                      <p:to>
                                        <p:strVal val="hidden"/>
                                      </p:to>
                                    </p:set>
                                  </p:childTnLst>
                                </p:cTn>
                              </p:par>
                            </p:childTnLst>
                          </p:cTn>
                        </p:par>
                        <p:par>
                          <p:cTn id="54" fill="hold">
                            <p:stCondLst>
                              <p:cond delay="788000"/>
                            </p:stCondLst>
                            <p:childTnLst>
                              <p:par>
                                <p:cTn id="55" presetID="10" presetClass="exit" presetSubtype="0" fill="hold" grpId="0" nodeType="afterEffect">
                                  <p:stCondLst>
                                    <p:cond delay="60000"/>
                                  </p:stCondLst>
                                  <p:childTnLst>
                                    <p:animEffect transition="out" filter="fade">
                                      <p:cBhvr>
                                        <p:cTn id="56" dur="1000"/>
                                        <p:tgtEl>
                                          <p:spTgt spid="18"/>
                                        </p:tgtEl>
                                      </p:cBhvr>
                                    </p:animEffect>
                                    <p:set>
                                      <p:cBhvr>
                                        <p:cTn id="57" dur="1" fill="hold">
                                          <p:stCondLst>
                                            <p:cond delay="999"/>
                                          </p:stCondLst>
                                        </p:cTn>
                                        <p:tgtEl>
                                          <p:spTgt spid="18"/>
                                        </p:tgtEl>
                                        <p:attrNameLst>
                                          <p:attrName>style.visibility</p:attrName>
                                        </p:attrNameLst>
                                      </p:cBhvr>
                                      <p:to>
                                        <p:strVal val="hidden"/>
                                      </p:to>
                                    </p:set>
                                  </p:childTnLst>
                                </p:cTn>
                              </p:par>
                            </p:childTnLst>
                          </p:cTn>
                        </p:par>
                        <p:par>
                          <p:cTn id="58" fill="hold">
                            <p:stCondLst>
                              <p:cond delay="849000"/>
                            </p:stCondLst>
                            <p:childTnLst>
                              <p:par>
                                <p:cTn id="59" presetID="10" presetClass="exit" presetSubtype="0" fill="hold" grpId="0" nodeType="afterEffect">
                                  <p:stCondLst>
                                    <p:cond delay="60000"/>
                                  </p:stCondLst>
                                  <p:childTnLst>
                                    <p:animEffect transition="out" filter="fade">
                                      <p:cBhvr>
                                        <p:cTn id="60" dur="1000"/>
                                        <p:tgtEl>
                                          <p:spTgt spid="17"/>
                                        </p:tgtEl>
                                      </p:cBhvr>
                                    </p:animEffect>
                                    <p:set>
                                      <p:cBhvr>
                                        <p:cTn id="61" dur="1" fill="hold">
                                          <p:stCondLst>
                                            <p:cond delay="999"/>
                                          </p:stCondLst>
                                        </p:cTn>
                                        <p:tgtEl>
                                          <p:spTgt spid="17"/>
                                        </p:tgtEl>
                                        <p:attrNameLst>
                                          <p:attrName>style.visibility</p:attrName>
                                        </p:attrNameLst>
                                      </p:cBhvr>
                                      <p:to>
                                        <p:strVal val="hidden"/>
                                      </p:to>
                                    </p:set>
                                  </p:childTnLst>
                                </p:cTn>
                              </p:par>
                            </p:childTnLst>
                          </p:cTn>
                        </p:par>
                        <p:par>
                          <p:cTn id="62" fill="hold">
                            <p:stCondLst>
                              <p:cond delay="910000"/>
                            </p:stCondLst>
                            <p:childTnLst>
                              <p:par>
                                <p:cTn id="63" presetID="10" presetClass="exit" presetSubtype="0" fill="hold" grpId="0" nodeType="afterEffect">
                                  <p:stCondLst>
                                    <p:cond delay="60000"/>
                                  </p:stCondLst>
                                  <p:childTnLst>
                                    <p:animEffect transition="out" filter="fade">
                                      <p:cBhvr>
                                        <p:cTn id="64" dur="1000"/>
                                        <p:tgtEl>
                                          <p:spTgt spid="16"/>
                                        </p:tgtEl>
                                      </p:cBhvr>
                                    </p:animEffect>
                                    <p:set>
                                      <p:cBhvr>
                                        <p:cTn id="65" dur="1" fill="hold">
                                          <p:stCondLst>
                                            <p:cond delay="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15" grpId="0" animBg="1"/>
      <p:bldP spid="14" grpId="0" animBg="1"/>
      <p:bldP spid="13" grpId="0" animBg="1"/>
      <p:bldP spid="12" grpId="0" animBg="1"/>
      <p:bldP spid="23" grpId="0" animBg="1"/>
      <p:bldP spid="9" grpId="0" animBg="1"/>
      <p:bldP spid="10"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EC35A0E5-4D02-176E-FF23-18CC58A8BF03}"/>
              </a:ext>
            </a:extLst>
          </p:cNvPr>
          <p:cNvSpPr/>
          <p:nvPr/>
        </p:nvSpPr>
        <p:spPr>
          <a:xfrm>
            <a:off x="6106603" y="1144274"/>
            <a:ext cx="5822125" cy="2314006"/>
          </a:xfrm>
          <a:prstGeom prst="roundRect">
            <a:avLst/>
          </a:prstGeom>
          <a:solidFill>
            <a:schemeClr val="accent5"/>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8" name="Rectangle: Rounded Corners 17">
            <a:extLst>
              <a:ext uri="{FF2B5EF4-FFF2-40B4-BE49-F238E27FC236}">
                <a16:creationId xmlns:a16="http://schemas.microsoft.com/office/drawing/2014/main" id="{BC5AC025-A818-6422-B476-5363B370ACFF}"/>
              </a:ext>
            </a:extLst>
          </p:cNvPr>
          <p:cNvSpPr/>
          <p:nvPr/>
        </p:nvSpPr>
        <p:spPr>
          <a:xfrm>
            <a:off x="6125140" y="3665642"/>
            <a:ext cx="5803588" cy="2357666"/>
          </a:xfrm>
          <a:prstGeom prst="roundRect">
            <a:avLst/>
          </a:prstGeom>
          <a:solidFill>
            <a:srgbClr val="FF9C1A"/>
          </a:solidFill>
          <a:ln w="57150">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7" name="Rectangle: Rounded Corners 16">
            <a:extLst>
              <a:ext uri="{FF2B5EF4-FFF2-40B4-BE49-F238E27FC236}">
                <a16:creationId xmlns:a16="http://schemas.microsoft.com/office/drawing/2014/main" id="{48FF8B74-787A-01CD-E8A5-15A152108BF3}"/>
              </a:ext>
            </a:extLst>
          </p:cNvPr>
          <p:cNvSpPr/>
          <p:nvPr/>
        </p:nvSpPr>
        <p:spPr>
          <a:xfrm>
            <a:off x="135253" y="3665642"/>
            <a:ext cx="5822125" cy="2357666"/>
          </a:xfrm>
          <a:prstGeom prst="roundRect">
            <a:avLst/>
          </a:prstGeom>
          <a:solidFill>
            <a:schemeClr val="accent6">
              <a:lumMod val="40000"/>
              <a:lumOff val="60000"/>
            </a:schemeClr>
          </a:solidFill>
          <a:ln w="57150">
            <a:solidFill>
              <a:srgbClr val="F9CF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FFFFFF"/>
              </a:solidFill>
              <a:effectLst/>
              <a:uLnTx/>
              <a:uFillTx/>
              <a:latin typeface="IberPangea Text"/>
              <a:ea typeface="+mn-ea"/>
              <a:cs typeface="+mn-cs"/>
            </a:endParaRPr>
          </a:p>
        </p:txBody>
      </p:sp>
      <p:sp>
        <p:nvSpPr>
          <p:cNvPr id="15" name="Rectangle: Rounded Corners 14">
            <a:extLst>
              <a:ext uri="{FF2B5EF4-FFF2-40B4-BE49-F238E27FC236}">
                <a16:creationId xmlns:a16="http://schemas.microsoft.com/office/drawing/2014/main" id="{F510E723-3224-0EA2-776B-ED23E8700930}"/>
              </a:ext>
            </a:extLst>
          </p:cNvPr>
          <p:cNvSpPr/>
          <p:nvPr/>
        </p:nvSpPr>
        <p:spPr>
          <a:xfrm>
            <a:off x="135253" y="1159552"/>
            <a:ext cx="5822125" cy="2314006"/>
          </a:xfrm>
          <a:prstGeom prst="roundRect">
            <a:avLst/>
          </a:prstGeom>
          <a:solidFill>
            <a:schemeClr val="tx2"/>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GB" sz="1092" b="0" i="0" u="none" strike="noStrike" kern="0" cap="none" spc="0" normalizeH="0" baseline="0" noProof="0">
              <a:ln>
                <a:noFill/>
              </a:ln>
              <a:solidFill>
                <a:srgbClr val="008C38"/>
              </a:solidFill>
              <a:effectLst/>
              <a:uLnTx/>
              <a:uFillTx/>
              <a:latin typeface="IberPangea Text"/>
              <a:ea typeface="+mn-ea"/>
              <a:cs typeface="+mn-cs"/>
            </a:endParaRPr>
          </a:p>
        </p:txBody>
      </p:sp>
      <p:sp>
        <p:nvSpPr>
          <p:cNvPr id="2" name="Subtitle 3">
            <a:extLst>
              <a:ext uri="{FF2B5EF4-FFF2-40B4-BE49-F238E27FC236}">
                <a16:creationId xmlns:a16="http://schemas.microsoft.com/office/drawing/2014/main" id="{8EFCB7BE-6760-300C-69E1-8F5FF7F5A238}"/>
              </a:ext>
            </a:extLst>
          </p:cNvPr>
          <p:cNvSpPr txBox="1">
            <a:spLocks/>
          </p:cNvSpPr>
          <p:nvPr/>
        </p:nvSpPr>
        <p:spPr>
          <a:xfrm>
            <a:off x="1546114" y="-30815"/>
            <a:ext cx="9143920" cy="613341"/>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6"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dirty="0">
                <a:ln>
                  <a:noFill/>
                </a:ln>
                <a:solidFill>
                  <a:srgbClr val="008C38"/>
                </a:solidFill>
                <a:effectLst/>
                <a:uLnTx/>
                <a:uFillTx/>
                <a:latin typeface="IberPangea Text"/>
                <a:ea typeface="IberPangea Text Light" panose="020B0404000000000000" pitchFamily="34" charset="0"/>
                <a:cs typeface="IberPangea Text Light" panose="020B0404000000000000" pitchFamily="34" charset="0"/>
              </a:rPr>
              <a:t>Cyber Incident Scenario</a:t>
            </a:r>
          </a:p>
        </p:txBody>
      </p:sp>
      <p:sp>
        <p:nvSpPr>
          <p:cNvPr id="5" name="TextBox 4">
            <a:extLst>
              <a:ext uri="{FF2B5EF4-FFF2-40B4-BE49-F238E27FC236}">
                <a16:creationId xmlns:a16="http://schemas.microsoft.com/office/drawing/2014/main" id="{9F1D0EB4-F9F9-AA52-F603-BF9A56FF3C9E}"/>
              </a:ext>
            </a:extLst>
          </p:cNvPr>
          <p:cNvSpPr txBox="1"/>
          <p:nvPr/>
        </p:nvSpPr>
        <p:spPr>
          <a:xfrm>
            <a:off x="284478" y="1262236"/>
            <a:ext cx="5541458" cy="2387448"/>
          </a:xfrm>
          <a:prstGeom prst="rect">
            <a:avLst/>
          </a:prstGeom>
          <a:noFill/>
        </p:spPr>
        <p:txBody>
          <a:bodyPr wrap="square">
            <a:spAutoFit/>
          </a:bodyPr>
          <a:lstStyle/>
          <a:p>
            <a:pPr marL="0" marR="0" lvl="0" indent="0" algn="l" defTabSz="914413"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1: Delivery &amp; Exploitation of a Phishing Email Attack</a:t>
            </a:r>
          </a:p>
          <a:p>
            <a:pPr marL="0" marR="0" lvl="0" indent="0" algn="l" defTabSz="914413"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914413"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An employee receives a phishing email that appears to be from a trusted source. </a:t>
            </a:r>
          </a:p>
          <a:p>
            <a:pPr marL="0" marR="0" lvl="0" indent="0" algn="just" defTabSz="914413"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914413"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email contains a link that, when clicked, downloads unknown malicious software onto the employee’s computer.</a:t>
            </a:r>
            <a:endParaRPr kumimoji="0" lang="en-GB" sz="1455"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914413"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3" name="TextBox 2">
            <a:extLst>
              <a:ext uri="{FF2B5EF4-FFF2-40B4-BE49-F238E27FC236}">
                <a16:creationId xmlns:a16="http://schemas.microsoft.com/office/drawing/2014/main" id="{BA8F455E-95B5-549C-D05F-6C8A0E5977CF}"/>
              </a:ext>
            </a:extLst>
          </p:cNvPr>
          <p:cNvSpPr txBox="1"/>
          <p:nvPr/>
        </p:nvSpPr>
        <p:spPr>
          <a:xfrm>
            <a:off x="6314157" y="1324173"/>
            <a:ext cx="5566224" cy="2312813"/>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2: Discovery</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malicious software is installed on the employee’s computer at 2am. </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hackers use this software to discreetly carry out discovery of information on the company network, identifying valuable targets.</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9" name="TextBox 8">
            <a:extLst>
              <a:ext uri="{FF2B5EF4-FFF2-40B4-BE49-F238E27FC236}">
                <a16:creationId xmlns:a16="http://schemas.microsoft.com/office/drawing/2014/main" id="{907684CE-7861-1FA0-8FEB-A08FDE693992}"/>
              </a:ext>
            </a:extLst>
          </p:cNvPr>
          <p:cNvSpPr txBox="1"/>
          <p:nvPr/>
        </p:nvSpPr>
        <p:spPr>
          <a:xfrm>
            <a:off x="244735" y="3879774"/>
            <a:ext cx="5581201" cy="2312813"/>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3: </a:t>
            </a:r>
            <a:r>
              <a:rPr kumimoji="0" lang="en-GB" sz="1940" b="1" i="0" u="none" strike="noStrike" kern="1200" cap="none" spc="0" normalizeH="0" baseline="0" noProof="0" dirty="0">
                <a:ln>
                  <a:noFill/>
                </a:ln>
                <a:solidFill>
                  <a:srgbClr val="3A3734"/>
                </a:solidFill>
                <a:effectLst/>
                <a:uLnTx/>
                <a:uFillTx/>
                <a:latin typeface="IberPangea Text"/>
                <a:ea typeface="IberPangea Text Light" panose="020B0404000000000000" pitchFamily="34" charset="0"/>
                <a:cs typeface="Calibri"/>
              </a:rPr>
              <a:t>Command &amp; Control</a:t>
            </a:r>
            <a:endParaRPr kumimoji="0" lang="en-GB" sz="1940"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 hackers perform searches on critical applications and software, gaining remote control through command-and-control methods. </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111111"/>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111111"/>
                </a:solidFill>
                <a:effectLst/>
                <a:uLnTx/>
                <a:uFillTx/>
                <a:latin typeface="IberPangea Text"/>
                <a:ea typeface="+mn-ea"/>
                <a:cs typeface="+mn-cs"/>
              </a:rPr>
              <a:t>They gather information about the network and its vulnerabilities.</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
        <p:nvSpPr>
          <p:cNvPr id="11" name="TextBox 10">
            <a:extLst>
              <a:ext uri="{FF2B5EF4-FFF2-40B4-BE49-F238E27FC236}">
                <a16:creationId xmlns:a16="http://schemas.microsoft.com/office/drawing/2014/main" id="{466C06FB-2C16-1A0C-8F08-7D779F8794C5}"/>
              </a:ext>
            </a:extLst>
          </p:cNvPr>
          <p:cNvSpPr txBox="1"/>
          <p:nvPr/>
        </p:nvSpPr>
        <p:spPr>
          <a:xfrm>
            <a:off x="6447389" y="3859305"/>
            <a:ext cx="5101078" cy="216354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GB" sz="1940" b="1" i="0" u="none" strike="noStrike" kern="1200" cap="none" spc="0" normalizeH="0" baseline="0" noProof="0" dirty="0">
                <a:ln>
                  <a:noFill/>
                </a:ln>
                <a:solidFill>
                  <a:srgbClr val="3A3734"/>
                </a:solidFill>
                <a:effectLst/>
                <a:uLnTx/>
                <a:uFillTx/>
                <a:latin typeface="IberPangea Text"/>
                <a:ea typeface="+mn-ea"/>
                <a:cs typeface="Calibri"/>
              </a:rPr>
              <a:t>Phase 4: </a:t>
            </a:r>
            <a:r>
              <a:rPr kumimoji="0" lang="en-GB" sz="1940" b="1" i="0" u="none" strike="noStrike" kern="1200" cap="none" spc="0" normalizeH="0" baseline="0" noProof="0" dirty="0">
                <a:ln>
                  <a:noFill/>
                </a:ln>
                <a:solidFill>
                  <a:srgbClr val="3A3734"/>
                </a:solidFill>
                <a:effectLst/>
                <a:uLnTx/>
                <a:uFillTx/>
                <a:latin typeface="IberPangea Text"/>
                <a:ea typeface="IberPangea Text Light" panose="020B0404000000000000" pitchFamily="34" charset="0"/>
                <a:cs typeface="Calibri"/>
              </a:rPr>
              <a:t>Action - Data Encryption and Ransom Demand</a:t>
            </a:r>
            <a:endParaRPr kumimoji="0" lang="en-GB" sz="1940"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940" b="1" i="0" u="none" strike="noStrike" kern="1200" cap="none" spc="0" normalizeH="0" baseline="0" noProof="0" dirty="0">
              <a:ln>
                <a:noFill/>
              </a:ln>
              <a:solidFill>
                <a:srgbClr val="3A3734"/>
              </a:solidFill>
              <a:effectLst/>
              <a:uLnTx/>
              <a:uFillTx/>
              <a:latin typeface="IberPangea Text"/>
              <a:ea typeface="+mn-ea"/>
              <a:cs typeface="Calibri"/>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3A3734"/>
                </a:solidFill>
                <a:effectLst/>
                <a:uLnTx/>
                <a:uFillTx/>
                <a:latin typeface="IberPangea Text"/>
                <a:ea typeface="+mn-ea"/>
                <a:cs typeface="+mn-cs"/>
              </a:rPr>
              <a:t>The hackers discover important company data files and begin to encrypt (lock) them.</a:t>
            </a:r>
          </a:p>
          <a:p>
            <a:pPr marL="0" marR="0" lvl="0" indent="0" algn="just" defTabSz="554492" rtl="0" eaLnBrk="1" fontAlgn="auto" latinLnBrk="0" hangingPunct="1">
              <a:lnSpc>
                <a:spcPct val="100000"/>
              </a:lnSpc>
              <a:spcBef>
                <a:spcPts val="0"/>
              </a:spcBef>
              <a:spcAft>
                <a:spcPts val="0"/>
              </a:spcAft>
              <a:buClrTx/>
              <a:buSzTx/>
              <a:buFontTx/>
              <a:buNone/>
              <a:tabLst/>
              <a:defRPr/>
            </a:pPr>
            <a:endParaRPr kumimoji="0" lang="en-GB" sz="1455" b="0" i="0" u="none" strike="noStrike" kern="1200" cap="none" spc="0" normalizeH="0" baseline="0" noProof="0" dirty="0">
              <a:ln>
                <a:noFill/>
              </a:ln>
              <a:solidFill>
                <a:srgbClr val="3A3734"/>
              </a:solidFill>
              <a:effectLst/>
              <a:uLnTx/>
              <a:uFillTx/>
              <a:latin typeface="IberPangea Text"/>
              <a:ea typeface="+mn-ea"/>
              <a:cs typeface="+mn-cs"/>
            </a:endParaRPr>
          </a:p>
          <a:p>
            <a:pPr marL="0" marR="0" lvl="0" indent="0" algn="just" defTabSz="554492" rtl="0" eaLnBrk="1" fontAlgn="auto" latinLnBrk="0" hangingPunct="1">
              <a:lnSpc>
                <a:spcPct val="100000"/>
              </a:lnSpc>
              <a:spcBef>
                <a:spcPts val="0"/>
              </a:spcBef>
              <a:spcAft>
                <a:spcPts val="0"/>
              </a:spcAft>
              <a:buClrTx/>
              <a:buSzTx/>
              <a:buFontTx/>
              <a:buNone/>
              <a:tabLst/>
              <a:defRPr/>
            </a:pPr>
            <a:r>
              <a:rPr kumimoji="0" lang="en-GB" sz="1455" b="0" i="0" u="none" strike="noStrike" kern="1200" cap="none" spc="0" normalizeH="0" baseline="0" noProof="0" dirty="0">
                <a:ln>
                  <a:noFill/>
                </a:ln>
                <a:solidFill>
                  <a:srgbClr val="3A3734"/>
                </a:solidFill>
                <a:effectLst/>
                <a:uLnTx/>
                <a:uFillTx/>
                <a:latin typeface="IberPangea Text"/>
                <a:ea typeface="+mn-ea"/>
                <a:cs typeface="+mn-cs"/>
              </a:rPr>
              <a:t>They demand a ransom payment for the decryption key.</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GB" sz="1819" b="0" i="0" u="none" strike="noStrike" kern="1200" cap="none" spc="0" normalizeH="0" baseline="0" noProof="0" dirty="0">
              <a:ln>
                <a:noFill/>
              </a:ln>
              <a:solidFill>
                <a:srgbClr val="3A3734"/>
              </a:solidFill>
              <a:effectLst/>
              <a:uLnTx/>
              <a:uFillTx/>
              <a:latin typeface="IberPangea Text"/>
              <a:ea typeface="+mn-ea"/>
              <a:cs typeface="+mn-cs"/>
            </a:endParaRPr>
          </a:p>
        </p:txBody>
      </p:sp>
    </p:spTree>
    <p:extLst>
      <p:ext uri="{BB962C8B-B14F-4D97-AF65-F5344CB8AC3E}">
        <p14:creationId xmlns:p14="http://schemas.microsoft.com/office/powerpoint/2010/main" val="80247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41242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1: Delivery &amp; Exploitation of a Phishing Email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An employee receives a phishing email that appears to be from a trusted source.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email contains a link that, when clicked, downloads unknown malicious software onto the employee’s computer.</a:t>
            </a:r>
            <a:endParaRPr kumimoji="0" lang="en-GB" sz="1400" b="0" i="0" u="none" strike="noStrike" kern="1200" cap="none" spc="0" normalizeH="0" baseline="0" noProof="0">
              <a:ln>
                <a:noFill/>
              </a:ln>
              <a:solidFill>
                <a:srgbClr val="3A3734"/>
              </a:solidFill>
              <a:effectLst/>
              <a:uLnTx/>
              <a:uFillTx/>
              <a:latin typeface="IberPangea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10" name="Picture 9">
            <a:extLst>
              <a:ext uri="{FF2B5EF4-FFF2-40B4-BE49-F238E27FC236}">
                <a16:creationId xmlns:a16="http://schemas.microsoft.com/office/drawing/2014/main" id="{7866CC85-9F1D-0A45-655D-E9C2167A3911}"/>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154857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1" dur="500"/>
                                        <p:tgtEl>
                                          <p:spTgt spid="4">
                                            <p:graphicEl>
                                              <a:dgm id="{440BF219-8E69-4330-A4C9-4BC0F95A9CE7}"/>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36" dur="500"/>
                                        <p:tgtEl>
                                          <p:spTgt spid="4">
                                            <p:graphicEl>
                                              <a:dgm id="{D636CE5B-3935-40F7-B39C-63B497663DCC}"/>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ABE3E285-6496-4FEA-982A-F3176634E2F2}"/>
                                            </p:graphicEl>
                                          </p:spTgt>
                                        </p:tgtEl>
                                        <p:attrNameLst>
                                          <p:attrName>style.visibility</p:attrName>
                                        </p:attrNameLst>
                                      </p:cBhvr>
                                      <p:to>
                                        <p:strVal val="visible"/>
                                      </p:to>
                                    </p:set>
                                    <p:animEffect transition="in" filter="fade">
                                      <p:cBhvr>
                                        <p:cTn id="39" dur="500"/>
                                        <p:tgtEl>
                                          <p:spTgt spid="4">
                                            <p:graphicEl>
                                              <a:dgm id="{ABE3E285-6496-4FEA-982A-F3176634E2F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FA9D3606-C604-4E3B-8C2F-3DA7DE059C93}"/>
                                            </p:graphicEl>
                                          </p:spTgt>
                                        </p:tgtEl>
                                        <p:attrNameLst>
                                          <p:attrName>style.visibility</p:attrName>
                                        </p:attrNameLst>
                                      </p:cBhvr>
                                      <p:to>
                                        <p:strVal val="visible"/>
                                      </p:to>
                                    </p:set>
                                    <p:animEffect transition="in" filter="fade">
                                      <p:cBhvr>
                                        <p:cTn id="44" dur="500"/>
                                        <p:tgtEl>
                                          <p:spTgt spid="4">
                                            <p:graphicEl>
                                              <a:dgm id="{FA9D3606-C604-4E3B-8C2F-3DA7DE059C93}"/>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2C674C48-17F7-49D0-8432-1E84E626157A}"/>
                                            </p:graphicEl>
                                          </p:spTgt>
                                        </p:tgtEl>
                                        <p:attrNameLst>
                                          <p:attrName>style.visibility</p:attrName>
                                        </p:attrNameLst>
                                      </p:cBhvr>
                                      <p:to>
                                        <p:strVal val="visible"/>
                                      </p:to>
                                    </p:set>
                                    <p:animEffect transition="in" filter="fade">
                                      <p:cBhvr>
                                        <p:cTn id="68" dur="500"/>
                                        <p:tgtEl>
                                          <p:spTgt spid="4">
                                            <p:graphicEl>
                                              <a:dgm id="{2C674C48-17F7-49D0-8432-1E84E626157A}"/>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BCBFEFEE-5452-455A-82CB-856AC7345293}"/>
                                            </p:graphicEl>
                                          </p:spTgt>
                                        </p:tgtEl>
                                        <p:attrNameLst>
                                          <p:attrName>style.visibility</p:attrName>
                                        </p:attrNameLst>
                                      </p:cBhvr>
                                      <p:to>
                                        <p:strVal val="visible"/>
                                      </p:to>
                                    </p:set>
                                    <p:animEffect transition="in" filter="fade">
                                      <p:cBhvr>
                                        <p:cTn id="71" dur="500"/>
                                        <p:tgtEl>
                                          <p:spTgt spid="4">
                                            <p:graphicEl>
                                              <a:dgm id="{BCBFEFEE-5452-455A-82CB-856AC734529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35702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2: Discovery</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malicious software is installed on the employee’s computer at 2am.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hackers use this software to discreetly carry out discovery of assets on the company network, identifying valuable targets.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3" name="Picture 2">
            <a:extLst>
              <a:ext uri="{FF2B5EF4-FFF2-40B4-BE49-F238E27FC236}">
                <a16:creationId xmlns:a16="http://schemas.microsoft.com/office/drawing/2014/main" id="{12B638B2-1168-6654-4A62-56DEDC7E95EB}"/>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182826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1" dur="500"/>
                                        <p:tgtEl>
                                          <p:spTgt spid="4">
                                            <p:graphicEl>
                                              <a:dgm id="{440BF219-8E69-4330-A4C9-4BC0F95A9CE7}"/>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36" dur="500"/>
                                        <p:tgtEl>
                                          <p:spTgt spid="4">
                                            <p:graphicEl>
                                              <a:dgm id="{D636CE5B-3935-40F7-B39C-63B497663DCC}"/>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ABE3E285-6496-4FEA-982A-F3176634E2F2}"/>
                                            </p:graphicEl>
                                          </p:spTgt>
                                        </p:tgtEl>
                                        <p:attrNameLst>
                                          <p:attrName>style.visibility</p:attrName>
                                        </p:attrNameLst>
                                      </p:cBhvr>
                                      <p:to>
                                        <p:strVal val="visible"/>
                                      </p:to>
                                    </p:set>
                                    <p:animEffect transition="in" filter="fade">
                                      <p:cBhvr>
                                        <p:cTn id="39" dur="500"/>
                                        <p:tgtEl>
                                          <p:spTgt spid="4">
                                            <p:graphicEl>
                                              <a:dgm id="{ABE3E285-6496-4FEA-982A-F3176634E2F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FA9D3606-C604-4E3B-8C2F-3DA7DE059C93}"/>
                                            </p:graphicEl>
                                          </p:spTgt>
                                        </p:tgtEl>
                                        <p:attrNameLst>
                                          <p:attrName>style.visibility</p:attrName>
                                        </p:attrNameLst>
                                      </p:cBhvr>
                                      <p:to>
                                        <p:strVal val="visible"/>
                                      </p:to>
                                    </p:set>
                                    <p:animEffect transition="in" filter="fade">
                                      <p:cBhvr>
                                        <p:cTn id="44" dur="500"/>
                                        <p:tgtEl>
                                          <p:spTgt spid="4">
                                            <p:graphicEl>
                                              <a:dgm id="{FA9D3606-C604-4E3B-8C2F-3DA7DE059C93}"/>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0048F8DD-6E4F-4662-B15B-6DE59C1F62BE}"/>
                                            </p:graphicEl>
                                          </p:spTgt>
                                        </p:tgtEl>
                                        <p:attrNameLst>
                                          <p:attrName>style.visibility</p:attrName>
                                        </p:attrNameLst>
                                      </p:cBhvr>
                                      <p:to>
                                        <p:strVal val="visible"/>
                                      </p:to>
                                    </p:set>
                                    <p:animEffect transition="in" filter="fade">
                                      <p:cBhvr>
                                        <p:cTn id="68" dur="500"/>
                                        <p:tgtEl>
                                          <p:spTgt spid="4">
                                            <p:graphicEl>
                                              <a:dgm id="{0048F8DD-6E4F-4662-B15B-6DE59C1F62BE}"/>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4FB7F223-29AA-4AB7-99F6-D28B98153463}"/>
                                            </p:graphicEl>
                                          </p:spTgt>
                                        </p:tgtEl>
                                        <p:attrNameLst>
                                          <p:attrName>style.visibility</p:attrName>
                                        </p:attrNameLst>
                                      </p:cBhvr>
                                      <p:to>
                                        <p:strVal val="visible"/>
                                      </p:to>
                                    </p:set>
                                    <p:animEffect transition="in" filter="fade">
                                      <p:cBhvr>
                                        <p:cTn id="71" dur="500"/>
                                        <p:tgtEl>
                                          <p:spTgt spid="4">
                                            <p:graphicEl>
                                              <a:dgm id="{4FB7F223-29AA-4AB7-99F6-D28B981534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5B24-E0BE-3730-BA20-008138B4AD82}"/>
              </a:ext>
            </a:extLst>
          </p:cNvPr>
          <p:cNvSpPr>
            <a:spLocks noGrp="1"/>
          </p:cNvSpPr>
          <p:nvPr>
            <p:ph type="ctrTitle"/>
          </p:nvPr>
        </p:nvSpPr>
        <p:spPr>
          <a:xfrm>
            <a:off x="1628775" y="560388"/>
            <a:ext cx="9144000" cy="706437"/>
          </a:xfrm>
        </p:spPr>
        <p:txBody>
          <a:bodyPr>
            <a:normAutofit fontScale="90000"/>
          </a:bodyPr>
          <a:lstStyle/>
          <a:p>
            <a:r>
              <a:rPr lang="en-GB" b="1">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Defend Your Network</a:t>
            </a:r>
          </a:p>
        </p:txBody>
      </p:sp>
      <p:sp>
        <p:nvSpPr>
          <p:cNvPr id="3" name="Subtitle 2">
            <a:extLst>
              <a:ext uri="{FF2B5EF4-FFF2-40B4-BE49-F238E27FC236}">
                <a16:creationId xmlns:a16="http://schemas.microsoft.com/office/drawing/2014/main" id="{831525DF-0C33-C12C-F8DA-9B68089F6FCE}"/>
              </a:ext>
            </a:extLst>
          </p:cNvPr>
          <p:cNvSpPr>
            <a:spLocks noGrp="1"/>
          </p:cNvSpPr>
          <p:nvPr>
            <p:ph type="subTitle" idx="1"/>
          </p:nvPr>
        </p:nvSpPr>
        <p:spPr>
          <a:xfrm>
            <a:off x="1338262" y="1427164"/>
            <a:ext cx="9820275" cy="3594099"/>
          </a:xfrm>
        </p:spPr>
        <p:txBody>
          <a:bodyPr vert="horz" lIns="91440" tIns="45720" rIns="91440" bIns="45720" rtlCol="0" anchor="ctr">
            <a:normAutofit/>
          </a:bodyPr>
          <a:lstStyle/>
          <a:p>
            <a:pPr>
              <a:lnSpc>
                <a:spcPct val="120000"/>
              </a:lnSpc>
              <a:spcBef>
                <a:spcPts val="0"/>
              </a:spcBef>
              <a:spcAft>
                <a:spcPts val="600"/>
              </a:spcAft>
            </a:pPr>
            <a:r>
              <a:rPr lang="en-GB" sz="4800" b="1" u="sng"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Total Points after </a:t>
            </a:r>
          </a:p>
          <a:p>
            <a:pPr>
              <a:lnSpc>
                <a:spcPct val="120000"/>
              </a:lnSpc>
              <a:spcBef>
                <a:spcPts val="0"/>
              </a:spcBef>
              <a:spcAft>
                <a:spcPts val="600"/>
              </a:spcAft>
            </a:pPr>
            <a:r>
              <a:rPr lang="en-GB" sz="4800" b="1" u="sng" dirty="0">
                <a:solidFill>
                  <a:srgbClr val="00A443"/>
                </a:solidFill>
                <a:latin typeface="IberPangea Text Medium" panose="020B0604000000000000" pitchFamily="34" charset="0"/>
                <a:ea typeface="IberPangea Text Medium" panose="020B0604000000000000" pitchFamily="34" charset="0"/>
                <a:cs typeface="IberPangea Text Medium" panose="020B0604000000000000" pitchFamily="34" charset="0"/>
              </a:rPr>
              <a:t>Phase 2…?</a:t>
            </a:r>
          </a:p>
        </p:txBody>
      </p:sp>
      <p:sp>
        <p:nvSpPr>
          <p:cNvPr id="4" name="Lightning Bolt 3">
            <a:extLst>
              <a:ext uri="{FF2B5EF4-FFF2-40B4-BE49-F238E27FC236}">
                <a16:creationId xmlns:a16="http://schemas.microsoft.com/office/drawing/2014/main" id="{AF5E6EAA-B4A6-E182-A971-6C8A01DBDC77}"/>
              </a:ext>
            </a:extLst>
          </p:cNvPr>
          <p:cNvSpPr/>
          <p:nvPr/>
        </p:nvSpPr>
        <p:spPr>
          <a:xfrm>
            <a:off x="242888" y="477707"/>
            <a:ext cx="1581150" cy="1133475"/>
          </a:xfrm>
          <a:prstGeom prst="lightningBol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5" name="Lightning Bolt 4">
            <a:extLst>
              <a:ext uri="{FF2B5EF4-FFF2-40B4-BE49-F238E27FC236}">
                <a16:creationId xmlns:a16="http://schemas.microsoft.com/office/drawing/2014/main" id="{9A5B1A59-0188-5F84-A941-293CE202F4EA}"/>
              </a:ext>
            </a:extLst>
          </p:cNvPr>
          <p:cNvSpPr/>
          <p:nvPr/>
        </p:nvSpPr>
        <p:spPr>
          <a:xfrm>
            <a:off x="242888" y="5448301"/>
            <a:ext cx="1581150" cy="1133475"/>
          </a:xfrm>
          <a:prstGeom prst="lightningBolt">
            <a:avLst/>
          </a:prstGeom>
          <a:solidFill>
            <a:srgbClr val="0DA9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6" name="Lightning Bolt 5">
            <a:extLst>
              <a:ext uri="{FF2B5EF4-FFF2-40B4-BE49-F238E27FC236}">
                <a16:creationId xmlns:a16="http://schemas.microsoft.com/office/drawing/2014/main" id="{B5898CFB-3083-32DC-F544-BEDA102913DE}"/>
              </a:ext>
            </a:extLst>
          </p:cNvPr>
          <p:cNvSpPr/>
          <p:nvPr/>
        </p:nvSpPr>
        <p:spPr>
          <a:xfrm>
            <a:off x="10465983" y="5448301"/>
            <a:ext cx="1581150" cy="1133475"/>
          </a:xfrm>
          <a:prstGeom prst="lightningBolt">
            <a:avLst/>
          </a:prstGeom>
          <a:solidFill>
            <a:srgbClr val="ED7D31"/>
          </a:solidFill>
          <a:ln>
            <a:solidFill>
              <a:srgbClr val="FF9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sp>
        <p:nvSpPr>
          <p:cNvPr id="7" name="Lightning Bolt 6">
            <a:extLst>
              <a:ext uri="{FF2B5EF4-FFF2-40B4-BE49-F238E27FC236}">
                <a16:creationId xmlns:a16="http://schemas.microsoft.com/office/drawing/2014/main" id="{DAE0360E-26B5-068D-678B-69EA02CC9113}"/>
              </a:ext>
            </a:extLst>
          </p:cNvPr>
          <p:cNvSpPr/>
          <p:nvPr/>
        </p:nvSpPr>
        <p:spPr>
          <a:xfrm>
            <a:off x="10465983" y="560388"/>
            <a:ext cx="1581150" cy="1133475"/>
          </a:xfrm>
          <a:prstGeom prst="lightningBolt">
            <a:avLst/>
          </a:prstGeom>
          <a:solidFill>
            <a:srgbClr val="00A443"/>
          </a:solidFill>
          <a:ln>
            <a:solidFill>
              <a:srgbClr val="00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endParaRPr>
          </a:p>
        </p:txBody>
      </p:sp>
      <p:pic>
        <p:nvPicPr>
          <p:cNvPr id="8" name="Picture 7">
            <a:extLst>
              <a:ext uri="{FF2B5EF4-FFF2-40B4-BE49-F238E27FC236}">
                <a16:creationId xmlns:a16="http://schemas.microsoft.com/office/drawing/2014/main" id="{C0432237-F883-8F4C-4ACF-427B118B809B}"/>
              </a:ext>
            </a:extLst>
          </p:cNvPr>
          <p:cNvPicPr>
            <a:picLocks noChangeAspect="1"/>
          </p:cNvPicPr>
          <p:nvPr/>
        </p:nvPicPr>
        <p:blipFill>
          <a:blip r:embed="rId2"/>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1751692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8EFCB7BE-6760-300C-69E1-8F5FF7F5A238}"/>
              </a:ext>
            </a:extLst>
          </p:cNvPr>
          <p:cNvSpPr txBox="1">
            <a:spLocks/>
          </p:cNvSpPr>
          <p:nvPr/>
        </p:nvSpPr>
        <p:spPr>
          <a:xfrm>
            <a:off x="1524000" y="-73890"/>
            <a:ext cx="9144000" cy="613346"/>
          </a:xfrm>
        </p:spPr>
        <p:txBody>
          <a:bodyPr/>
          <a:lstStyle>
            <a:lvl1pPr marL="0" indent="0" algn="ctr" defTabSz="331171" rtl="0" eaLnBrk="1" fontAlgn="base" hangingPunct="1">
              <a:lnSpc>
                <a:spcPct val="120000"/>
              </a:lnSpc>
              <a:spcBef>
                <a:spcPts val="0"/>
              </a:spcBef>
              <a:spcAft>
                <a:spcPts val="600"/>
              </a:spcAft>
              <a:buClr>
                <a:schemeClr val="tx1"/>
              </a:buClr>
              <a:buFontTx/>
              <a:buNone/>
              <a:defRPr sz="2400" b="0" i="0" kern="1200">
                <a:solidFill>
                  <a:schemeClr val="tx1"/>
                </a:solidFill>
                <a:latin typeface="+mn-lt"/>
                <a:ea typeface="IberPangea Text Light" panose="020B0404000000000000" pitchFamily="34" charset="0"/>
                <a:cs typeface="IberPangea Text Light" panose="020B0404000000000000" pitchFamily="34" charset="0"/>
              </a:defRPr>
            </a:lvl1pPr>
            <a:lvl2pPr marL="457200" indent="0" algn="ctr" defTabSz="331171" rtl="0" eaLnBrk="1" fontAlgn="base" hangingPunct="1">
              <a:lnSpc>
                <a:spcPct val="120000"/>
              </a:lnSpc>
              <a:spcBef>
                <a:spcPts val="0"/>
              </a:spcBef>
              <a:spcAft>
                <a:spcPts val="0"/>
              </a:spcAft>
              <a:buClr>
                <a:schemeClr val="tx1"/>
              </a:buClr>
              <a:buFont typeface="Arial"/>
              <a:buNone/>
              <a:tabLst/>
              <a:defRPr sz="20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914400" indent="0" algn="ctr" defTabSz="331171" rtl="0" eaLnBrk="1" fontAlgn="base" hangingPunct="1">
              <a:lnSpc>
                <a:spcPct val="120000"/>
              </a:lnSpc>
              <a:spcBef>
                <a:spcPts val="0"/>
              </a:spcBef>
              <a:spcAft>
                <a:spcPts val="600"/>
              </a:spcAft>
              <a:buClr>
                <a:schemeClr val="tx1">
                  <a:lumMod val="75000"/>
                  <a:lumOff val="25000"/>
                </a:schemeClr>
              </a:buClr>
              <a:buFont typeface="Arial"/>
              <a:buNone/>
              <a:tabLst/>
              <a:defRPr sz="1800" b="0" i="0" kern="1200">
                <a:solidFill>
                  <a:schemeClr val="tx1"/>
                </a:solidFill>
                <a:latin typeface="+mn-lt"/>
                <a:ea typeface="IberPangea Text Light" panose="020B0404000000000000" pitchFamily="34" charset="0"/>
                <a:cs typeface="IberPangea Text Light" panose="020B0404000000000000" pitchFamily="34" charset="0"/>
              </a:defRPr>
            </a:lvl3pPr>
            <a:lvl4pPr marL="13716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4pPr>
            <a:lvl5pPr marL="1828800" indent="0" algn="ctr" rtl="0" eaLnBrk="1" fontAlgn="base" hangingPunct="1">
              <a:lnSpc>
                <a:spcPct val="120000"/>
              </a:lnSpc>
              <a:spcBef>
                <a:spcPts val="0"/>
              </a:spcBef>
              <a:spcAft>
                <a:spcPts val="600"/>
              </a:spcAft>
              <a:buClr>
                <a:schemeClr val="tx1">
                  <a:lumMod val="75000"/>
                  <a:lumOff val="25000"/>
                </a:schemeClr>
              </a:buClr>
              <a:buFont typeface="Arial"/>
              <a:buNone/>
              <a:tabLst/>
              <a:defRPr sz="1600" b="0" i="0" kern="1200">
                <a:solidFill>
                  <a:schemeClr val="tx1"/>
                </a:solidFill>
                <a:latin typeface="+mn-lt"/>
                <a:ea typeface="IberPangea Text Light" panose="020B0404000000000000" pitchFamily="34" charset="0"/>
                <a:cs typeface="IberPangea Text Light" panose="020B0404000000000000" pitchFamily="34" charset="0"/>
              </a:defRPr>
            </a:lvl5pPr>
            <a:lvl6pPr marL="2286000" indent="0" algn="ctr" defTabSz="1828549" rtl="0" eaLnBrk="1" latinLnBrk="0" hangingPunct="1">
              <a:lnSpc>
                <a:spcPct val="100000"/>
              </a:lnSpc>
              <a:spcBef>
                <a:spcPts val="1000"/>
              </a:spcBef>
              <a:buClr>
                <a:schemeClr val="tx2"/>
              </a:buClr>
              <a:buSzPct val="100000"/>
              <a:buFont typeface="Arial" panose="020B0604020202020204" pitchFamily="34" charset="0"/>
              <a:buNone/>
              <a:tabLst/>
              <a:defRPr sz="16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27432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7pPr>
            <a:lvl8pPr marL="32004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8pPr>
            <a:lvl9pPr marL="3657600" indent="0" algn="ctr" defTabSz="1828549"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331171" rtl="0" eaLnBrk="1" fontAlgn="base" latinLnBrk="0" hangingPunct="1">
              <a:lnSpc>
                <a:spcPct val="120000"/>
              </a:lnSpc>
              <a:spcBef>
                <a:spcPts val="0"/>
              </a:spcBef>
              <a:spcAft>
                <a:spcPts val="600"/>
              </a:spcAft>
              <a:buClr>
                <a:srgbClr val="3A3734"/>
              </a:buClr>
              <a:buSzTx/>
              <a:buFontTx/>
              <a:buNone/>
              <a:tabLst/>
              <a:defRPr/>
            </a:pPr>
            <a:r>
              <a:rPr kumimoji="0" lang="en-GB" sz="2400" b="1" i="0" u="sng" strike="noStrike" kern="1200" cap="none" spc="0" normalizeH="0" baseline="0" noProof="0">
                <a:ln>
                  <a:noFill/>
                </a:ln>
                <a:solidFill>
                  <a:srgbClr val="00A443"/>
                </a:solidFill>
                <a:effectLst/>
                <a:uLnTx/>
                <a:uFillTx/>
                <a:latin typeface="IberPangea Text"/>
                <a:ea typeface="IberPangea Text Light" panose="020B0404000000000000" pitchFamily="34" charset="0"/>
                <a:cs typeface="IberPangea Text Light" panose="020B0404000000000000" pitchFamily="34" charset="0"/>
              </a:rPr>
              <a:t>Cyber Incident Scenario Injects</a:t>
            </a:r>
          </a:p>
        </p:txBody>
      </p:sp>
      <p:graphicFrame>
        <p:nvGraphicFramePr>
          <p:cNvPr id="4" name="Diagram 3">
            <a:extLst>
              <a:ext uri="{FF2B5EF4-FFF2-40B4-BE49-F238E27FC236}">
                <a16:creationId xmlns:a16="http://schemas.microsoft.com/office/drawing/2014/main" id="{DCC737EB-9A39-0663-C5BC-46515452C933}"/>
              </a:ext>
            </a:extLst>
          </p:cNvPr>
          <p:cNvGraphicFramePr/>
          <p:nvPr/>
        </p:nvGraphicFramePr>
        <p:xfrm>
          <a:off x="4700337" y="946484"/>
          <a:ext cx="7104975"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F1D0EB4-F9F9-AA52-F603-BF9A56FF3C9E}"/>
              </a:ext>
            </a:extLst>
          </p:cNvPr>
          <p:cNvSpPr txBox="1"/>
          <p:nvPr/>
        </p:nvSpPr>
        <p:spPr>
          <a:xfrm>
            <a:off x="113972" y="705854"/>
            <a:ext cx="2196091" cy="38472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3A3734"/>
                </a:solidFill>
                <a:effectLst/>
                <a:uLnTx/>
                <a:uFillTx/>
                <a:latin typeface="IberPangea Text"/>
                <a:ea typeface="+mn-ea"/>
                <a:cs typeface="Calibri"/>
              </a:rPr>
              <a:t>Phase 3: </a:t>
            </a:r>
            <a:r>
              <a:rPr kumimoji="0" lang="en-GB" sz="1800" b="1" i="0" u="none" strike="noStrike" kern="1200" cap="none" spc="0" normalizeH="0" baseline="0" noProof="0">
                <a:ln>
                  <a:noFill/>
                </a:ln>
                <a:solidFill>
                  <a:srgbClr val="3A3734"/>
                </a:solidFill>
                <a:effectLst/>
                <a:uLnTx/>
                <a:uFillTx/>
                <a:latin typeface="IberPangea Text"/>
                <a:ea typeface="IberPangea Text Light" panose="020B0404000000000000" pitchFamily="34" charset="0"/>
                <a:cs typeface="Calibri"/>
              </a:rPr>
              <a:t>Command &amp; Control</a:t>
            </a: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3A3734"/>
              </a:solidFill>
              <a:effectLst/>
              <a:uLnTx/>
              <a:uFillTx/>
              <a:latin typeface="IberPangea Text"/>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 hackers perform reconnaissance on critical applications and software, gaining remote control through command-and-control methods.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111111"/>
              </a:solidFill>
              <a:effectLst/>
              <a:uLnTx/>
              <a:uFillTx/>
              <a:latin typeface="IberPangea Tex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11111"/>
                </a:solidFill>
                <a:effectLst/>
                <a:uLnTx/>
                <a:uFillTx/>
                <a:latin typeface="IberPangea Text"/>
                <a:ea typeface="+mn-ea"/>
                <a:cs typeface="+mn-cs"/>
              </a:rPr>
              <a:t>They gather information about the network and its vulnerabilities.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A3734"/>
              </a:solidFill>
              <a:effectLst/>
              <a:uLnTx/>
              <a:uFillTx/>
              <a:latin typeface="IberPangea Text"/>
              <a:ea typeface="+mn-ea"/>
              <a:cs typeface="+mn-cs"/>
            </a:endParaRPr>
          </a:p>
        </p:txBody>
      </p:sp>
      <p:sp>
        <p:nvSpPr>
          <p:cNvPr id="6" name="Arrow: Pentagon 5">
            <a:extLst>
              <a:ext uri="{FF2B5EF4-FFF2-40B4-BE49-F238E27FC236}">
                <a16:creationId xmlns:a16="http://schemas.microsoft.com/office/drawing/2014/main" id="{54980CA2-B02E-44B1-BDE2-812A6C79BB92}"/>
              </a:ext>
            </a:extLst>
          </p:cNvPr>
          <p:cNvSpPr/>
          <p:nvPr/>
        </p:nvSpPr>
        <p:spPr>
          <a:xfrm>
            <a:off x="2661312" y="1559830"/>
            <a:ext cx="1734225" cy="121545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Prevent</a:t>
            </a:r>
          </a:p>
        </p:txBody>
      </p:sp>
      <p:sp>
        <p:nvSpPr>
          <p:cNvPr id="7" name="Arrow: Pentagon 6">
            <a:extLst>
              <a:ext uri="{FF2B5EF4-FFF2-40B4-BE49-F238E27FC236}">
                <a16:creationId xmlns:a16="http://schemas.microsoft.com/office/drawing/2014/main" id="{BBCA937F-0D2A-D333-5F29-FC8D85BB9858}"/>
              </a:ext>
            </a:extLst>
          </p:cNvPr>
          <p:cNvSpPr/>
          <p:nvPr/>
        </p:nvSpPr>
        <p:spPr>
          <a:xfrm>
            <a:off x="2661312" y="3257482"/>
            <a:ext cx="1734225" cy="1215453"/>
          </a:xfrm>
          <a:prstGeom prst="homePlate">
            <a:avLst/>
          </a:prstGeom>
          <a:solidFill>
            <a:srgbClr val="0DA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Detect</a:t>
            </a:r>
          </a:p>
        </p:txBody>
      </p:sp>
      <p:sp>
        <p:nvSpPr>
          <p:cNvPr id="8" name="Arrow: Pentagon 7">
            <a:extLst>
              <a:ext uri="{FF2B5EF4-FFF2-40B4-BE49-F238E27FC236}">
                <a16:creationId xmlns:a16="http://schemas.microsoft.com/office/drawing/2014/main" id="{41A63C0A-C9E0-4ED3-C186-8D3F048DAB6B}"/>
              </a:ext>
            </a:extLst>
          </p:cNvPr>
          <p:cNvSpPr/>
          <p:nvPr/>
        </p:nvSpPr>
        <p:spPr>
          <a:xfrm>
            <a:off x="2661312" y="4923051"/>
            <a:ext cx="1734225" cy="1215453"/>
          </a:xfrm>
          <a:prstGeom prst="homePlate">
            <a:avLst/>
          </a:prstGeom>
          <a:solidFill>
            <a:srgbClr val="FF9C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IberPangea Text"/>
                <a:ea typeface="+mn-ea"/>
                <a:cs typeface="+mn-cs"/>
              </a:rPr>
              <a:t>Respond</a:t>
            </a:r>
          </a:p>
        </p:txBody>
      </p:sp>
      <p:sp>
        <p:nvSpPr>
          <p:cNvPr id="12" name="Double Bracket 11">
            <a:extLst>
              <a:ext uri="{FF2B5EF4-FFF2-40B4-BE49-F238E27FC236}">
                <a16:creationId xmlns:a16="http://schemas.microsoft.com/office/drawing/2014/main" id="{25ABDD03-6DEF-1B7F-9DEC-DE29914B5CFC}"/>
              </a:ext>
            </a:extLst>
          </p:cNvPr>
          <p:cNvSpPr/>
          <p:nvPr/>
        </p:nvSpPr>
        <p:spPr>
          <a:xfrm>
            <a:off x="5236252" y="521184"/>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3 pts</a:t>
            </a:r>
          </a:p>
        </p:txBody>
      </p:sp>
      <p:sp>
        <p:nvSpPr>
          <p:cNvPr id="13" name="Double Bracket 12">
            <a:extLst>
              <a:ext uri="{FF2B5EF4-FFF2-40B4-BE49-F238E27FC236}">
                <a16:creationId xmlns:a16="http://schemas.microsoft.com/office/drawing/2014/main" id="{52ACBB4D-B8CD-4E3B-D41B-753386412A27}"/>
              </a:ext>
            </a:extLst>
          </p:cNvPr>
          <p:cNvSpPr/>
          <p:nvPr/>
        </p:nvSpPr>
        <p:spPr>
          <a:xfrm>
            <a:off x="7713919" y="52801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2 pts</a:t>
            </a:r>
          </a:p>
        </p:txBody>
      </p:sp>
      <p:sp>
        <p:nvSpPr>
          <p:cNvPr id="14" name="Double Bracket 13">
            <a:extLst>
              <a:ext uri="{FF2B5EF4-FFF2-40B4-BE49-F238E27FC236}">
                <a16:creationId xmlns:a16="http://schemas.microsoft.com/office/drawing/2014/main" id="{B2E54BC0-8D32-0F11-8345-F48EAD4357B9}"/>
              </a:ext>
            </a:extLst>
          </p:cNvPr>
          <p:cNvSpPr/>
          <p:nvPr/>
        </p:nvSpPr>
        <p:spPr>
          <a:xfrm>
            <a:off x="10191586" y="505142"/>
            <a:ext cx="952828" cy="8369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3A3734"/>
                </a:solidFill>
                <a:effectLst/>
                <a:uLnTx/>
                <a:uFillTx/>
                <a:latin typeface="IberPangea Text"/>
                <a:ea typeface="+mn-ea"/>
                <a:cs typeface="+mn-cs"/>
              </a:rPr>
              <a:t>1 pt</a:t>
            </a:r>
          </a:p>
        </p:txBody>
      </p:sp>
      <p:pic>
        <p:nvPicPr>
          <p:cNvPr id="3" name="Picture 2">
            <a:extLst>
              <a:ext uri="{FF2B5EF4-FFF2-40B4-BE49-F238E27FC236}">
                <a16:creationId xmlns:a16="http://schemas.microsoft.com/office/drawing/2014/main" id="{A8B52990-FF9E-053B-F346-83083228D109}"/>
              </a:ext>
            </a:extLst>
          </p:cNvPr>
          <p:cNvPicPr>
            <a:picLocks noChangeAspect="1"/>
          </p:cNvPicPr>
          <p:nvPr/>
        </p:nvPicPr>
        <p:blipFill>
          <a:blip r:embed="rId7"/>
          <a:stretch>
            <a:fillRect/>
          </a:stretch>
        </p:blipFill>
        <p:spPr>
          <a:xfrm>
            <a:off x="10391775" y="26988"/>
            <a:ext cx="1590674" cy="461570"/>
          </a:xfrm>
          <a:prstGeom prst="rect">
            <a:avLst/>
          </a:prstGeom>
        </p:spPr>
      </p:pic>
    </p:spTree>
    <p:extLst>
      <p:ext uri="{BB962C8B-B14F-4D97-AF65-F5344CB8AC3E}">
        <p14:creationId xmlns:p14="http://schemas.microsoft.com/office/powerpoint/2010/main" val="420401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A3D24AD-9CD8-46D5-BB65-EE9016A3500F}"/>
                                            </p:graphicEl>
                                          </p:spTgt>
                                        </p:tgtEl>
                                        <p:attrNameLst>
                                          <p:attrName>style.visibility</p:attrName>
                                        </p:attrNameLst>
                                      </p:cBhvr>
                                      <p:to>
                                        <p:strVal val="visible"/>
                                      </p:to>
                                    </p:set>
                                    <p:animEffect transition="in" filter="fade">
                                      <p:cBhvr>
                                        <p:cTn id="7" dur="500"/>
                                        <p:tgtEl>
                                          <p:spTgt spid="4">
                                            <p:graphicEl>
                                              <a:dgm id="{9A3D24AD-9CD8-46D5-BB65-EE9016A3500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41421879-C4D1-4E0E-AB36-2AAEE5A3E7E5}"/>
                                            </p:graphicEl>
                                          </p:spTgt>
                                        </p:tgtEl>
                                        <p:attrNameLst>
                                          <p:attrName>style.visibility</p:attrName>
                                        </p:attrNameLst>
                                      </p:cBhvr>
                                      <p:to>
                                        <p:strVal val="visible"/>
                                      </p:to>
                                    </p:set>
                                    <p:animEffect transition="in" filter="fade">
                                      <p:cBhvr>
                                        <p:cTn id="12" dur="500"/>
                                        <p:tgtEl>
                                          <p:spTgt spid="4">
                                            <p:graphicEl>
                                              <a:dgm id="{41421879-C4D1-4E0E-AB36-2AAEE5A3E7E5}"/>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D0085C4B-2777-4905-8EDC-85CE3EE38824}"/>
                                            </p:graphicEl>
                                          </p:spTgt>
                                        </p:tgtEl>
                                        <p:attrNameLst>
                                          <p:attrName>style.visibility</p:attrName>
                                        </p:attrNameLst>
                                      </p:cBhvr>
                                      <p:to>
                                        <p:strVal val="visible"/>
                                      </p:to>
                                    </p:set>
                                    <p:animEffect transition="in" filter="fade">
                                      <p:cBhvr>
                                        <p:cTn id="15" dur="500"/>
                                        <p:tgtEl>
                                          <p:spTgt spid="4">
                                            <p:graphicEl>
                                              <a:dgm id="{D0085C4B-2777-4905-8EDC-85CE3EE38824}"/>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486C05F3-1E57-4E5C-A3DC-4A90ADAA6915}"/>
                                            </p:graphicEl>
                                          </p:spTgt>
                                        </p:tgtEl>
                                        <p:attrNameLst>
                                          <p:attrName>style.visibility</p:attrName>
                                        </p:attrNameLst>
                                      </p:cBhvr>
                                      <p:to>
                                        <p:strVal val="visible"/>
                                      </p:to>
                                    </p:set>
                                    <p:animEffect transition="in" filter="fade">
                                      <p:cBhvr>
                                        <p:cTn id="20" dur="500"/>
                                        <p:tgtEl>
                                          <p:spTgt spid="4">
                                            <p:graphicEl>
                                              <a:dgm id="{486C05F3-1E57-4E5C-A3DC-4A90ADAA6915}"/>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7B0BC6F-3151-46EA-9097-3977FD1A77C6}"/>
                                            </p:graphicEl>
                                          </p:spTgt>
                                        </p:tgtEl>
                                        <p:attrNameLst>
                                          <p:attrName>style.visibility</p:attrName>
                                        </p:attrNameLst>
                                      </p:cBhvr>
                                      <p:to>
                                        <p:strVal val="visible"/>
                                      </p:to>
                                    </p:set>
                                    <p:animEffect transition="in" filter="fade">
                                      <p:cBhvr>
                                        <p:cTn id="23" dur="500"/>
                                        <p:tgtEl>
                                          <p:spTgt spid="4">
                                            <p:graphicEl>
                                              <a:dgm id="{07B0BC6F-3151-46EA-9097-3977FD1A77C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940C8134-00EF-43D2-B4AD-70A4EBDFB962}"/>
                                            </p:graphicEl>
                                          </p:spTgt>
                                        </p:tgtEl>
                                        <p:attrNameLst>
                                          <p:attrName>style.visibility</p:attrName>
                                        </p:attrNameLst>
                                      </p:cBhvr>
                                      <p:to>
                                        <p:strVal val="visible"/>
                                      </p:to>
                                    </p:set>
                                    <p:animEffect transition="in" filter="fade">
                                      <p:cBhvr>
                                        <p:cTn id="28" dur="500"/>
                                        <p:tgtEl>
                                          <p:spTgt spid="4">
                                            <p:graphicEl>
                                              <a:dgm id="{940C8134-00EF-43D2-B4AD-70A4EBDFB962}"/>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B0F8D64F-724E-4B73-B0E6-BB4A7A5DB32C}"/>
                                            </p:graphicEl>
                                          </p:spTgt>
                                        </p:tgtEl>
                                        <p:attrNameLst>
                                          <p:attrName>style.visibility</p:attrName>
                                        </p:attrNameLst>
                                      </p:cBhvr>
                                      <p:to>
                                        <p:strVal val="visible"/>
                                      </p:to>
                                    </p:set>
                                    <p:animEffect transition="in" filter="fade">
                                      <p:cBhvr>
                                        <p:cTn id="31" dur="500"/>
                                        <p:tgtEl>
                                          <p:spTgt spid="4">
                                            <p:graphicEl>
                                              <a:dgm id="{B0F8D64F-724E-4B73-B0E6-BB4A7A5DB32C}"/>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477B3E3E-D613-439F-8650-75963B4FE29F}"/>
                                            </p:graphicEl>
                                          </p:spTgt>
                                        </p:tgtEl>
                                        <p:attrNameLst>
                                          <p:attrName>style.visibility</p:attrName>
                                        </p:attrNameLst>
                                      </p:cBhvr>
                                      <p:to>
                                        <p:strVal val="visible"/>
                                      </p:to>
                                    </p:set>
                                    <p:animEffect transition="in" filter="fade">
                                      <p:cBhvr>
                                        <p:cTn id="36" dur="500"/>
                                        <p:tgtEl>
                                          <p:spTgt spid="4">
                                            <p:graphicEl>
                                              <a:dgm id="{477B3E3E-D613-439F-8650-75963B4FE29F}"/>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440BF219-8E69-4330-A4C9-4BC0F95A9CE7}"/>
                                            </p:graphicEl>
                                          </p:spTgt>
                                        </p:tgtEl>
                                        <p:attrNameLst>
                                          <p:attrName>style.visibility</p:attrName>
                                        </p:attrNameLst>
                                      </p:cBhvr>
                                      <p:to>
                                        <p:strVal val="visible"/>
                                      </p:to>
                                    </p:set>
                                    <p:animEffect transition="in" filter="fade">
                                      <p:cBhvr>
                                        <p:cTn id="39" dur="500"/>
                                        <p:tgtEl>
                                          <p:spTgt spid="4">
                                            <p:graphicEl>
                                              <a:dgm id="{440BF219-8E69-4330-A4C9-4BC0F95A9CE7}"/>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D636CE5B-3935-40F7-B39C-63B497663DCC}"/>
                                            </p:graphicEl>
                                          </p:spTgt>
                                        </p:tgtEl>
                                        <p:attrNameLst>
                                          <p:attrName>style.visibility</p:attrName>
                                        </p:attrNameLst>
                                      </p:cBhvr>
                                      <p:to>
                                        <p:strVal val="visible"/>
                                      </p:to>
                                    </p:set>
                                    <p:animEffect transition="in" filter="fade">
                                      <p:cBhvr>
                                        <p:cTn id="44" dur="500"/>
                                        <p:tgtEl>
                                          <p:spTgt spid="4">
                                            <p:graphicEl>
                                              <a:dgm id="{D636CE5B-3935-40F7-B39C-63B497663DCC}"/>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DDE84D6-6A3D-4025-8A32-81A5A41F4900}"/>
                                            </p:graphicEl>
                                          </p:spTgt>
                                        </p:tgtEl>
                                        <p:attrNameLst>
                                          <p:attrName>style.visibility</p:attrName>
                                        </p:attrNameLst>
                                      </p:cBhvr>
                                      <p:to>
                                        <p:strVal val="visible"/>
                                      </p:to>
                                    </p:set>
                                    <p:animEffect transition="in" filter="fade">
                                      <p:cBhvr>
                                        <p:cTn id="47" dur="500"/>
                                        <p:tgtEl>
                                          <p:spTgt spid="4">
                                            <p:graphicEl>
                                              <a:dgm id="{3DDE84D6-6A3D-4025-8A32-81A5A41F490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5EF71C2-DC8B-4E85-88A9-C66E64C95563}"/>
                                            </p:graphicEl>
                                          </p:spTgt>
                                        </p:tgtEl>
                                        <p:attrNameLst>
                                          <p:attrName>style.visibility</p:attrName>
                                        </p:attrNameLst>
                                      </p:cBhvr>
                                      <p:to>
                                        <p:strVal val="visible"/>
                                      </p:to>
                                    </p:set>
                                    <p:animEffect transition="in" filter="fade">
                                      <p:cBhvr>
                                        <p:cTn id="52" dur="500"/>
                                        <p:tgtEl>
                                          <p:spTgt spid="4">
                                            <p:graphicEl>
                                              <a:dgm id="{65EF71C2-DC8B-4E85-88A9-C66E64C9556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7D4AFBEA-0C2B-4792-9C36-614B5B1984E2}"/>
                                            </p:graphicEl>
                                          </p:spTgt>
                                        </p:tgtEl>
                                        <p:attrNameLst>
                                          <p:attrName>style.visibility</p:attrName>
                                        </p:attrNameLst>
                                      </p:cBhvr>
                                      <p:to>
                                        <p:strVal val="visible"/>
                                      </p:to>
                                    </p:set>
                                    <p:animEffect transition="in" filter="fade">
                                      <p:cBhvr>
                                        <p:cTn id="55" dur="500"/>
                                        <p:tgtEl>
                                          <p:spTgt spid="4">
                                            <p:graphicEl>
                                              <a:dgm id="{7D4AFBEA-0C2B-4792-9C36-614B5B1984E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C6A2BFC1-9F36-4663-A1B7-5DEEE940BB5D}"/>
                                            </p:graphicEl>
                                          </p:spTgt>
                                        </p:tgtEl>
                                        <p:attrNameLst>
                                          <p:attrName>style.visibility</p:attrName>
                                        </p:attrNameLst>
                                      </p:cBhvr>
                                      <p:to>
                                        <p:strVal val="visible"/>
                                      </p:to>
                                    </p:set>
                                    <p:animEffect transition="in" filter="fade">
                                      <p:cBhvr>
                                        <p:cTn id="60" dur="500"/>
                                        <p:tgtEl>
                                          <p:spTgt spid="4">
                                            <p:graphicEl>
                                              <a:dgm id="{C6A2BFC1-9F36-4663-A1B7-5DEEE940BB5D}"/>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FC0658-30BD-4D73-B4B3-12BF3F5FAECC}"/>
                                            </p:graphicEl>
                                          </p:spTgt>
                                        </p:tgtEl>
                                        <p:attrNameLst>
                                          <p:attrName>style.visibility</p:attrName>
                                        </p:attrNameLst>
                                      </p:cBhvr>
                                      <p:to>
                                        <p:strVal val="visible"/>
                                      </p:to>
                                    </p:set>
                                    <p:animEffect transition="in" filter="fade">
                                      <p:cBhvr>
                                        <p:cTn id="63" dur="500"/>
                                        <p:tgtEl>
                                          <p:spTgt spid="4">
                                            <p:graphicEl>
                                              <a:dgm id="{D7FC0658-30BD-4D73-B4B3-12BF3F5FAECC}"/>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graphicEl>
                                              <a:dgm id="{0048F8DD-6E4F-4662-B15B-6DE59C1F62BE}"/>
                                            </p:graphicEl>
                                          </p:spTgt>
                                        </p:tgtEl>
                                        <p:attrNameLst>
                                          <p:attrName>style.visibility</p:attrName>
                                        </p:attrNameLst>
                                      </p:cBhvr>
                                      <p:to>
                                        <p:strVal val="visible"/>
                                      </p:to>
                                    </p:set>
                                    <p:animEffect transition="in" filter="fade">
                                      <p:cBhvr>
                                        <p:cTn id="68" dur="500"/>
                                        <p:tgtEl>
                                          <p:spTgt spid="4">
                                            <p:graphicEl>
                                              <a:dgm id="{0048F8DD-6E4F-4662-B15B-6DE59C1F62BE}"/>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graphicEl>
                                              <a:dgm id="{4FB7F223-29AA-4AB7-99F6-D28B98153463}"/>
                                            </p:graphicEl>
                                          </p:spTgt>
                                        </p:tgtEl>
                                        <p:attrNameLst>
                                          <p:attrName>style.visibility</p:attrName>
                                        </p:attrNameLst>
                                      </p:cBhvr>
                                      <p:to>
                                        <p:strVal val="visible"/>
                                      </p:to>
                                    </p:set>
                                    <p:animEffect transition="in" filter="fade">
                                      <p:cBhvr>
                                        <p:cTn id="71" dur="500"/>
                                        <p:tgtEl>
                                          <p:spTgt spid="4">
                                            <p:graphicEl>
                                              <a:dgm id="{4FB7F223-29AA-4AB7-99F6-D28B981534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D146-A317-6BE3-09DE-2EE79A15587D}"/>
            </a:ext>
          </a:extLst>
        </p:cNvPr>
        <p:cNvGrpSpPr/>
        <p:nvPr/>
      </p:nvGrpSpPr>
      <p:grpSpPr>
        <a:xfrm>
          <a:off x="0" y="0"/>
          <a:ext cx="0" cy="0"/>
          <a:chOff x="0" y="0"/>
          <a:chExt cx="0" cy="0"/>
        </a:xfrm>
      </p:grpSpPr>
    </p:spTree>
    <p:extLst>
      <p:ext uri="{BB962C8B-B14F-4D97-AF65-F5344CB8AC3E}">
        <p14:creationId xmlns:p14="http://schemas.microsoft.com/office/powerpoint/2010/main" val="298214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6_Iberdrola Covers">
  <a:themeElements>
    <a:clrScheme name="Iberdrola 2023">
      <a:dk1>
        <a:srgbClr val="3A3734"/>
      </a:dk1>
      <a:lt1>
        <a:srgbClr val="FFFFFF"/>
      </a:lt1>
      <a:dk2>
        <a:srgbClr val="00402A"/>
      </a:dk2>
      <a:lt2>
        <a:srgbClr val="DCEBE1"/>
      </a:lt2>
      <a:accent1>
        <a:srgbClr val="008C38"/>
      </a:accent1>
      <a:accent2>
        <a:srgbClr val="00A343"/>
      </a:accent2>
      <a:accent3>
        <a:srgbClr val="26BF64"/>
      </a:accent3>
      <a:accent4>
        <a:srgbClr val="5BD38C"/>
      </a:accent4>
      <a:accent5>
        <a:srgbClr val="0792E5"/>
      </a:accent5>
      <a:accent6>
        <a:srgbClr val="E3850D"/>
      </a:accent6>
      <a:hlink>
        <a:srgbClr val="008C38"/>
      </a:hlink>
      <a:folHlink>
        <a:srgbClr val="008C38"/>
      </a:folHlink>
    </a:clrScheme>
    <a:fontScheme name="Iberdrola">
      <a:majorFont>
        <a:latin typeface="IberPangea Text"/>
        <a:ea typeface=""/>
        <a:cs typeface=""/>
      </a:majorFont>
      <a:minorFont>
        <a:latin typeface="IberPangea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100" dirty="0" err="1" smtClean="0">
            <a:latin typeface="+mn-lt"/>
            <a:ea typeface="IberPangea Text Light" panose="020B0404000000000000" pitchFamily="34" charset="0"/>
            <a:cs typeface="IberPangea Text Light" panose="020B0404000000000000" pitchFamily="34" charset="0"/>
          </a:defRPr>
        </a:defPPr>
      </a:lstStyle>
    </a:txDef>
  </a:objectDefaults>
  <a:extraClrSchemeLst/>
  <a:extLst>
    <a:ext uri="{05A4C25C-085E-4340-85A3-A5531E510DB2}">
      <thm15:themeFamily xmlns:thm15="http://schemas.microsoft.com/office/thememl/2012/main" name="Basic" id="{086DB8E6-F3DF-CD4E-B87B-D6EDB27EA223}" vid="{54C3D153-2B73-D749-B182-5AC57BC72C9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Iberdrola Covers">
  <a:themeElements>
    <a:clrScheme name="Custom 1">
      <a:dk1>
        <a:srgbClr val="3A3734"/>
      </a:dk1>
      <a:lt1>
        <a:srgbClr val="FFFFFF"/>
      </a:lt1>
      <a:dk2>
        <a:srgbClr val="008C38"/>
      </a:dk2>
      <a:lt2>
        <a:srgbClr val="DCEBE1"/>
      </a:lt2>
      <a:accent1>
        <a:srgbClr val="008C38"/>
      </a:accent1>
      <a:accent2>
        <a:srgbClr val="00A343"/>
      </a:accent2>
      <a:accent3>
        <a:srgbClr val="26BF64"/>
      </a:accent3>
      <a:accent4>
        <a:srgbClr val="3A3734"/>
      </a:accent4>
      <a:accent5>
        <a:srgbClr val="0792E5"/>
      </a:accent5>
      <a:accent6>
        <a:srgbClr val="E3850D"/>
      </a:accent6>
      <a:hlink>
        <a:srgbClr val="008C38"/>
      </a:hlink>
      <a:folHlink>
        <a:srgbClr val="008C38"/>
      </a:folHlink>
    </a:clrScheme>
    <a:fontScheme name="Iberdrola">
      <a:majorFont>
        <a:latin typeface="IberPangea"/>
        <a:ea typeface=""/>
        <a:cs typeface=""/>
      </a:majorFont>
      <a:minorFont>
        <a:latin typeface="IberPangea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2000" dirty="0" err="1" smtClean="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defPPr>
      </a:lstStyle>
    </a:txDef>
  </a:objectDefaults>
  <a:extraClrSchemeLst/>
  <a:extLst>
    <a:ext uri="{05A4C25C-085E-4340-85A3-A5531E510DB2}">
      <thm15:themeFamily xmlns:thm15="http://schemas.microsoft.com/office/thememl/2012/main" name="Iberdrola_PPT_Template_v8" id="{61144766-EE11-0E4B-BFE8-D1C0F614A27A}" vid="{3E6A4FCE-0BD3-0247-88FC-7283563AF864}"/>
    </a:ext>
  </a:extLst>
</a:theme>
</file>

<file path=ppt/theme/theme4.xml><?xml version="1.0" encoding="utf-8"?>
<a:theme xmlns:a="http://schemas.openxmlformats.org/drawingml/2006/main" name="3_Iberdrola Covers">
  <a:themeElements>
    <a:clrScheme name="Custom 1">
      <a:dk1>
        <a:srgbClr val="3A3734"/>
      </a:dk1>
      <a:lt1>
        <a:srgbClr val="FFFFFF"/>
      </a:lt1>
      <a:dk2>
        <a:srgbClr val="008C38"/>
      </a:dk2>
      <a:lt2>
        <a:srgbClr val="DCEBE1"/>
      </a:lt2>
      <a:accent1>
        <a:srgbClr val="008C38"/>
      </a:accent1>
      <a:accent2>
        <a:srgbClr val="00A343"/>
      </a:accent2>
      <a:accent3>
        <a:srgbClr val="26BF64"/>
      </a:accent3>
      <a:accent4>
        <a:srgbClr val="3A3734"/>
      </a:accent4>
      <a:accent5>
        <a:srgbClr val="0792E5"/>
      </a:accent5>
      <a:accent6>
        <a:srgbClr val="E3850D"/>
      </a:accent6>
      <a:hlink>
        <a:srgbClr val="008C38"/>
      </a:hlink>
      <a:folHlink>
        <a:srgbClr val="008C38"/>
      </a:folHlink>
    </a:clrScheme>
    <a:fontScheme name="Iberdrola">
      <a:majorFont>
        <a:latin typeface="IberPangea"/>
        <a:ea typeface=""/>
        <a:cs typeface=""/>
      </a:majorFont>
      <a:minorFont>
        <a:latin typeface="IberPangea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2000" dirty="0" err="1" smtClean="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defPPr>
      </a:lstStyle>
    </a:txDef>
  </a:objectDefaults>
  <a:extraClrSchemeLst/>
  <a:extLst>
    <a:ext uri="{05A4C25C-085E-4340-85A3-A5531E510DB2}">
      <thm15:themeFamily xmlns:thm15="http://schemas.microsoft.com/office/thememl/2012/main" name="Iberdrola_PPT_Template_v8" id="{61144766-EE11-0E4B-BFE8-D1C0F614A27A}" vid="{3E6A4FCE-0BD3-0247-88FC-7283563AF86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AFAFA43252FD4E9FD56CB8DCF233E3" ma:contentTypeVersion="11" ma:contentTypeDescription="Create a new document." ma:contentTypeScope="" ma:versionID="ac54550419d2620e186e372eb570fe46">
  <xsd:schema xmlns:xsd="http://www.w3.org/2001/XMLSchema" xmlns:xs="http://www.w3.org/2001/XMLSchema" xmlns:p="http://schemas.microsoft.com/office/2006/metadata/properties" xmlns:ns2="9e4a5352-705a-43c6-a17a-9aeddddb7536" xmlns:ns3="1f420593-6f70-4fff-83f1-3c8e0baa6083" targetNamespace="http://schemas.microsoft.com/office/2006/metadata/properties" ma:root="true" ma:fieldsID="57f4dc96a030cec06028c2fe51a992ae" ns2:_="" ns3:_="">
    <xsd:import namespace="9e4a5352-705a-43c6-a17a-9aeddddb7536"/>
    <xsd:import namespace="1f420593-6f70-4fff-83f1-3c8e0baa60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4a5352-705a-43c6-a17a-9aeddddb75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84e374b-9a04-4d73-a251-4ce1ae2c835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f420593-6f70-4fff-83f1-3c8e0baa608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f38b5dd-22aa-4fac-a01d-16be93dbf497}" ma:internalName="TaxCatchAll" ma:showField="CatchAllData" ma:web="1f420593-6f70-4fff-83f1-3c8e0baa60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f420593-6f70-4fff-83f1-3c8e0baa6083" xsi:nil="true"/>
    <lcf76f155ced4ddcb4097134ff3c332f xmlns="9e4a5352-705a-43c6-a17a-9aeddddb753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CE9218-D510-486D-ACC7-620D4B432DD4}"/>
</file>

<file path=customXml/itemProps2.xml><?xml version="1.0" encoding="utf-8"?>
<ds:datastoreItem xmlns:ds="http://schemas.openxmlformats.org/officeDocument/2006/customXml" ds:itemID="{A6F3B1D3-02FB-4EE3-B4D2-B8C0DB96150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02ac2892-bc75-43b2-9b28-781121216136"/>
    <ds:schemaRef ds:uri="b6d9b0de-122c-480a-a0b5-6bd3327f4648"/>
    <ds:schemaRef ds:uri="http://www.w3.org/XML/1998/namespace"/>
    <ds:schemaRef ds:uri="http://purl.org/dc/dcmitype/"/>
  </ds:schemaRefs>
</ds:datastoreItem>
</file>

<file path=customXml/itemProps3.xml><?xml version="1.0" encoding="utf-8"?>
<ds:datastoreItem xmlns:ds="http://schemas.openxmlformats.org/officeDocument/2006/customXml" ds:itemID="{78D61830-3966-4CA3-AE10-263D020F9E22}">
  <ds:schemaRefs>
    <ds:schemaRef ds:uri="http://schemas.microsoft.com/sharepoint/v3/contenttype/forms"/>
  </ds:schemaRefs>
</ds:datastoreItem>
</file>

<file path=docMetadata/LabelInfo.xml><?xml version="1.0" encoding="utf-8"?>
<clbl:labelList xmlns:clbl="http://schemas.microsoft.com/office/2020/mipLabelMetadata">
  <clbl:label id="{019c027e-33b7-45fc-a572-8ffa5d09ec36}" enabled="1" method="Standard" siteId="{031a09bc-a2bf-44df-888e-4e09355b7a24}" removed="0"/>
</clbl:labelList>
</file>

<file path=docProps/app.xml><?xml version="1.0" encoding="utf-8"?>
<Properties xmlns="http://schemas.openxmlformats.org/officeDocument/2006/extended-properties" xmlns:vt="http://schemas.openxmlformats.org/officeDocument/2006/docPropsVTypes">
  <TotalTime>0</TotalTime>
  <Words>1610</Words>
  <Application>Microsoft Office PowerPoint</Application>
  <PresentationFormat>Widescreen</PresentationFormat>
  <Paragraphs>263</Paragraphs>
  <Slides>17</Slides>
  <Notes>1</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17</vt:i4>
      </vt:variant>
    </vt:vector>
  </HeadingPairs>
  <TitlesOfParts>
    <vt:vector size="32" baseType="lpstr">
      <vt:lpstr>Aptos</vt:lpstr>
      <vt:lpstr>Arial</vt:lpstr>
      <vt:lpstr>Calibri</vt:lpstr>
      <vt:lpstr>Calibri Light</vt:lpstr>
      <vt:lpstr>Freestyle Script</vt:lpstr>
      <vt:lpstr>IberPangea</vt:lpstr>
      <vt:lpstr>IberPangea Light</vt:lpstr>
      <vt:lpstr>IberPangea SmBold</vt:lpstr>
      <vt:lpstr>IberPangea Text</vt:lpstr>
      <vt:lpstr>IberPangea Text Light</vt:lpstr>
      <vt:lpstr>IberPangea Text Medium</vt:lpstr>
      <vt:lpstr>6_Iberdrola Covers</vt:lpstr>
      <vt:lpstr>1_Office Theme</vt:lpstr>
      <vt:lpstr>5_Iberdrola Covers</vt:lpstr>
      <vt:lpstr>3_Iberdrola Covers</vt:lpstr>
      <vt:lpstr>PowerPoint Presentation</vt:lpstr>
      <vt:lpstr>Defend Your Network</vt:lpstr>
      <vt:lpstr>Defend Your Network</vt:lpstr>
      <vt:lpstr>PowerPoint Presentation</vt:lpstr>
      <vt:lpstr>PowerPoint Presentation</vt:lpstr>
      <vt:lpstr>PowerPoint Presentation</vt:lpstr>
      <vt:lpstr>Defend Your Network</vt:lpstr>
      <vt:lpstr>PowerPoint Presentation</vt:lpstr>
      <vt:lpstr>PowerPoint Presentation</vt:lpstr>
      <vt:lpstr>Defend Your Network</vt:lpstr>
      <vt:lpstr>Defend Your Network</vt:lpstr>
      <vt:lpstr>PowerPoint Presentation</vt:lpstr>
      <vt:lpstr>PowerPoint Presentation</vt:lpstr>
      <vt:lpstr>PowerPoint Presentation</vt:lpstr>
      <vt:lpstr>Defend Your Network</vt:lpstr>
      <vt:lpstr>PowerPoint Presentation</vt:lpstr>
      <vt:lpstr>PowerPoint Presentation</vt:lpstr>
    </vt:vector>
  </TitlesOfParts>
  <Company>IBERDROLA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ELLIOTT, MICHAEL</dc:creator>
  <cp:lastModifiedBy>ELLIOTT, MICHAEL</cp:lastModifiedBy>
  <cp:revision>1</cp:revision>
  <dcterms:created xsi:type="dcterms:W3CDTF">2026-08-26T13:15:17Z</dcterms:created>
  <dcterms:modified xsi:type="dcterms:W3CDTF">2026-09-02T14:18:47Z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6_Iberdrola Covers:13\1_Office Theme:8\5_Iberdrola Covers:13</vt:lpwstr>
  </property>
  <property fmtid="{D5CDD505-2E9C-101B-9397-08002B2CF9AE}" pid="3" name="ClassificationContentMarkingFooterText">
    <vt:lpwstr>Internal Use</vt:lpwstr>
  </property>
  <property fmtid="{D5CDD505-2E9C-101B-9397-08002B2CF9AE}" pid="4" name="ContentTypeId">
    <vt:lpwstr>0x010100BAAFAFA43252FD4E9FD56CB8DCF233E3</vt:lpwstr>
  </property>
  <property fmtid="{D5CDD505-2E9C-101B-9397-08002B2CF9AE}" pid="5" name="MediaServiceImageTags">
    <vt:lpwstr/>
  </property>
</Properties>
</file>