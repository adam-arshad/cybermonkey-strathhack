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0" r:id="rId5"/>
  </p:sldMasterIdLst>
  <p:notesMasterIdLst>
    <p:notesMasterId r:id="rId19"/>
  </p:notesMasterIdLst>
  <p:sldIdLst>
    <p:sldId id="2147483620" r:id="rId6"/>
    <p:sldId id="2147377012" r:id="rId7"/>
    <p:sldId id="2147483640" r:id="rId8"/>
    <p:sldId id="2147483641" r:id="rId9"/>
    <p:sldId id="257" r:id="rId10"/>
    <p:sldId id="259" r:id="rId11"/>
    <p:sldId id="2147483644" r:id="rId12"/>
    <p:sldId id="261" r:id="rId13"/>
    <p:sldId id="2147483643" r:id="rId14"/>
    <p:sldId id="260" r:id="rId15"/>
    <p:sldId id="262" r:id="rId16"/>
    <p:sldId id="263" r:id="rId17"/>
    <p:sldId id="214748364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C39"/>
    <a:srgbClr val="B9FFD5"/>
    <a:srgbClr val="040C08"/>
    <a:srgbClr val="0DA9FF"/>
    <a:srgbClr val="282F2C"/>
    <a:srgbClr val="282C2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E5092B-2E5A-404B-8892-319D6BC9A67C}" v="284" dt="2026-10-09T08:27:17.112"/>
    <p1510:client id="{FD3CE4F6-9F2C-4682-8EE1-6201E1BAB7FD}" v="6" dt="2026-10-08T20:56:19.1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97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AN, EMMA" userId="S::e.ryan@scottishpower.com::3adfaa01-f19a-482d-88a7-a6786639866c" providerId="AD" clId="Web-{C67321BB-494F-2C67-455F-10B7BE4BD138}"/>
    <pc:docChg chg="modSld">
      <pc:chgData name="RYAN, EMMA" userId="S::e.ryan@scottishpower.com::3adfaa01-f19a-482d-88a7-a6786639866c" providerId="AD" clId="Web-{C67321BB-494F-2C67-455F-10B7BE4BD138}" dt="2026-10-07T14:06:01.753" v="2" actId="14100"/>
      <pc:docMkLst>
        <pc:docMk/>
      </pc:docMkLst>
      <pc:sldChg chg="modSp">
        <pc:chgData name="RYAN, EMMA" userId="S::e.ryan@scottishpower.com::3adfaa01-f19a-482d-88a7-a6786639866c" providerId="AD" clId="Web-{C67321BB-494F-2C67-455F-10B7BE4BD138}" dt="2026-10-07T14:06:01.753" v="2" actId="14100"/>
        <pc:sldMkLst>
          <pc:docMk/>
          <pc:sldMk cId="593387677" sldId="2147483640"/>
        </pc:sldMkLst>
        <pc:spChg chg="mod">
          <ac:chgData name="RYAN, EMMA" userId="S::e.ryan@scottishpower.com::3adfaa01-f19a-482d-88a7-a6786639866c" providerId="AD" clId="Web-{C67321BB-494F-2C67-455F-10B7BE4BD138}" dt="2026-10-07T14:06:01.753" v="2" actId="14100"/>
          <ac:spMkLst>
            <pc:docMk/>
            <pc:sldMk cId="593387677" sldId="2147483640"/>
            <ac:spMk id="8" creationId="{1F1FD1FB-AD9F-4FBF-04A1-ED1938CCE9D2}"/>
          </ac:spMkLst>
        </pc:spChg>
      </pc:sldChg>
    </pc:docChg>
  </pc:docChgLst>
  <pc:docChgLst>
    <pc:chgData name="RYAN, EMMA" userId="3adfaa01-f19a-482d-88a7-a6786639866c" providerId="ADAL" clId="{CAED1511-20C4-438A-84E4-4FE591FAB11B}"/>
    <pc:docChg chg="modSld">
      <pc:chgData name="RYAN, EMMA" userId="3adfaa01-f19a-482d-88a7-a6786639866c" providerId="ADAL" clId="{CAED1511-20C4-438A-84E4-4FE591FAB11B}" dt="2026-10-08T20:56:34.674" v="101" actId="255"/>
      <pc:docMkLst>
        <pc:docMk/>
      </pc:docMkLst>
      <pc:sldChg chg="modSp mod">
        <pc:chgData name="RYAN, EMMA" userId="3adfaa01-f19a-482d-88a7-a6786639866c" providerId="ADAL" clId="{CAED1511-20C4-438A-84E4-4FE591FAB11B}" dt="2026-10-08T20:53:27.927" v="38" actId="1076"/>
        <pc:sldMkLst>
          <pc:docMk/>
          <pc:sldMk cId="0" sldId="257"/>
        </pc:sldMkLst>
        <pc:spChg chg="mod">
          <ac:chgData name="RYAN, EMMA" userId="3adfaa01-f19a-482d-88a7-a6786639866c" providerId="ADAL" clId="{CAED1511-20C4-438A-84E4-4FE591FAB11B}" dt="2026-10-08T20:52:54.470" v="7" actId="404"/>
          <ac:spMkLst>
            <pc:docMk/>
            <pc:sldMk cId="0" sldId="257"/>
            <ac:spMk id="3" creationId="{00000000-0000-0000-0000-000000000000}"/>
          </ac:spMkLst>
        </pc:spChg>
        <pc:spChg chg="mod">
          <ac:chgData name="RYAN, EMMA" userId="3adfaa01-f19a-482d-88a7-a6786639866c" providerId="ADAL" clId="{CAED1511-20C4-438A-84E4-4FE591FAB11B}" dt="2026-10-08T20:53:19.435" v="37" actId="1036"/>
          <ac:spMkLst>
            <pc:docMk/>
            <pc:sldMk cId="0" sldId="257"/>
            <ac:spMk id="4" creationId="{00000000-0000-0000-0000-000000000000}"/>
          </ac:spMkLst>
        </pc:spChg>
        <pc:spChg chg="mod">
          <ac:chgData name="RYAN, EMMA" userId="3adfaa01-f19a-482d-88a7-a6786639866c" providerId="ADAL" clId="{CAED1511-20C4-438A-84E4-4FE591FAB11B}" dt="2026-10-08T20:53:19.435" v="37" actId="1036"/>
          <ac:spMkLst>
            <pc:docMk/>
            <pc:sldMk cId="0" sldId="257"/>
            <ac:spMk id="5" creationId="{00000000-0000-0000-0000-000000000000}"/>
          </ac:spMkLst>
        </pc:spChg>
        <pc:spChg chg="mod">
          <ac:chgData name="RYAN, EMMA" userId="3adfaa01-f19a-482d-88a7-a6786639866c" providerId="ADAL" clId="{CAED1511-20C4-438A-84E4-4FE591FAB11B}" dt="2026-10-08T20:53:19.435" v="37" actId="1036"/>
          <ac:spMkLst>
            <pc:docMk/>
            <pc:sldMk cId="0" sldId="257"/>
            <ac:spMk id="6" creationId="{00000000-0000-0000-0000-000000000000}"/>
          </ac:spMkLst>
        </pc:spChg>
        <pc:spChg chg="mod">
          <ac:chgData name="RYAN, EMMA" userId="3adfaa01-f19a-482d-88a7-a6786639866c" providerId="ADAL" clId="{CAED1511-20C4-438A-84E4-4FE591FAB11B}" dt="2026-10-08T20:53:19.435" v="37" actId="1036"/>
          <ac:spMkLst>
            <pc:docMk/>
            <pc:sldMk cId="0" sldId="257"/>
            <ac:spMk id="7" creationId="{00000000-0000-0000-0000-000000000000}"/>
          </ac:spMkLst>
        </pc:spChg>
        <pc:spChg chg="mod">
          <ac:chgData name="RYAN, EMMA" userId="3adfaa01-f19a-482d-88a7-a6786639866c" providerId="ADAL" clId="{CAED1511-20C4-438A-84E4-4FE591FAB11B}" dt="2026-10-08T20:53:19.435" v="37" actId="1036"/>
          <ac:spMkLst>
            <pc:docMk/>
            <pc:sldMk cId="0" sldId="257"/>
            <ac:spMk id="8" creationId="{00000000-0000-0000-0000-000000000000}"/>
          </ac:spMkLst>
        </pc:spChg>
        <pc:spChg chg="mod">
          <ac:chgData name="RYAN, EMMA" userId="3adfaa01-f19a-482d-88a7-a6786639866c" providerId="ADAL" clId="{CAED1511-20C4-438A-84E4-4FE591FAB11B}" dt="2026-10-08T20:53:19.435" v="37" actId="1036"/>
          <ac:spMkLst>
            <pc:docMk/>
            <pc:sldMk cId="0" sldId="257"/>
            <ac:spMk id="9" creationId="{00000000-0000-0000-0000-000000000000}"/>
          </ac:spMkLst>
        </pc:spChg>
        <pc:spChg chg="mod">
          <ac:chgData name="RYAN, EMMA" userId="3adfaa01-f19a-482d-88a7-a6786639866c" providerId="ADAL" clId="{CAED1511-20C4-438A-84E4-4FE591FAB11B}" dt="2026-10-08T20:53:19.435" v="37" actId="1036"/>
          <ac:spMkLst>
            <pc:docMk/>
            <pc:sldMk cId="0" sldId="257"/>
            <ac:spMk id="10" creationId="{00000000-0000-0000-0000-000000000000}"/>
          </ac:spMkLst>
        </pc:spChg>
        <pc:spChg chg="mod">
          <ac:chgData name="RYAN, EMMA" userId="3adfaa01-f19a-482d-88a7-a6786639866c" providerId="ADAL" clId="{CAED1511-20C4-438A-84E4-4FE591FAB11B}" dt="2026-10-08T20:53:27.927" v="38" actId="1076"/>
          <ac:spMkLst>
            <pc:docMk/>
            <pc:sldMk cId="0" sldId="257"/>
            <ac:spMk id="40" creationId="{04BAC548-176A-7BD1-B1B9-BBCF25D3E4D4}"/>
          </ac:spMkLst>
        </pc:spChg>
      </pc:sldChg>
      <pc:sldChg chg="modSp mod">
        <pc:chgData name="RYAN, EMMA" userId="3adfaa01-f19a-482d-88a7-a6786639866c" providerId="ADAL" clId="{CAED1511-20C4-438A-84E4-4FE591FAB11B}" dt="2026-10-08T20:55:48.204" v="97" actId="255"/>
        <pc:sldMkLst>
          <pc:docMk/>
          <pc:sldMk cId="0" sldId="259"/>
        </pc:sldMkLst>
        <pc:spChg chg="mod">
          <ac:chgData name="RYAN, EMMA" userId="3adfaa01-f19a-482d-88a7-a6786639866c" providerId="ADAL" clId="{CAED1511-20C4-438A-84E4-4FE591FAB11B}" dt="2026-10-08T20:55:48.204" v="97" actId="255"/>
          <ac:spMkLst>
            <pc:docMk/>
            <pc:sldMk cId="0" sldId="259"/>
            <ac:spMk id="3" creationId="{00000000-0000-0000-0000-000000000000}"/>
          </ac:spMkLst>
        </pc:spChg>
        <pc:spChg chg="mod">
          <ac:chgData name="RYAN, EMMA" userId="3adfaa01-f19a-482d-88a7-a6786639866c" providerId="ADAL" clId="{CAED1511-20C4-438A-84E4-4FE591FAB11B}" dt="2026-10-08T20:55:29.544" v="93" actId="1076"/>
          <ac:spMkLst>
            <pc:docMk/>
            <pc:sldMk cId="0" sldId="259"/>
            <ac:spMk id="4" creationId="{00000000-0000-0000-0000-000000000000}"/>
          </ac:spMkLst>
        </pc:spChg>
        <pc:graphicFrameChg chg="mod">
          <ac:chgData name="RYAN, EMMA" userId="3adfaa01-f19a-482d-88a7-a6786639866c" providerId="ADAL" clId="{CAED1511-20C4-438A-84E4-4FE591FAB11B}" dt="2026-10-08T20:55:34.877" v="94" actId="1076"/>
          <ac:graphicFrameMkLst>
            <pc:docMk/>
            <pc:sldMk cId="0" sldId="259"/>
            <ac:graphicFrameMk id="34" creationId="{937E05AE-B938-64A1-D0A7-66C83D6488C3}"/>
          </ac:graphicFrameMkLst>
        </pc:graphicFrameChg>
      </pc:sldChg>
      <pc:sldChg chg="modSp mod">
        <pc:chgData name="RYAN, EMMA" userId="3adfaa01-f19a-482d-88a7-a6786639866c" providerId="ADAL" clId="{CAED1511-20C4-438A-84E4-4FE591FAB11B}" dt="2026-10-08T20:56:34.674" v="101" actId="255"/>
        <pc:sldMkLst>
          <pc:docMk/>
          <pc:sldMk cId="0" sldId="261"/>
        </pc:sldMkLst>
        <pc:spChg chg="mod">
          <ac:chgData name="RYAN, EMMA" userId="3adfaa01-f19a-482d-88a7-a6786639866c" providerId="ADAL" clId="{CAED1511-20C4-438A-84E4-4FE591FAB11B}" dt="2026-10-08T20:56:34.674" v="101" actId="255"/>
          <ac:spMkLst>
            <pc:docMk/>
            <pc:sldMk cId="0" sldId="261"/>
            <ac:spMk id="16" creationId="{00000000-0000-0000-0000-000000000000}"/>
          </ac:spMkLst>
        </pc:spChg>
      </pc:sldChg>
    </pc:docChg>
  </pc:docChgLst>
  <pc:docChgLst>
    <pc:chgData name="Pollock, Adam" userId="ab5adbfb-13be-4d13-ae34-b4f2a37652eb" providerId="ADAL" clId="{1FE23C42-B287-4D3D-9A58-22C5C1F1F414}"/>
    <pc:docChg chg="custSel modSld modNotesMaster">
      <pc:chgData name="Pollock, Adam" userId="ab5adbfb-13be-4d13-ae34-b4f2a37652eb" providerId="ADAL" clId="{1FE23C42-B287-4D3D-9A58-22C5C1F1F414}" dt="2026-10-09T08:27:17.112" v="283" actId="255"/>
      <pc:docMkLst>
        <pc:docMk/>
      </pc:docMkLst>
      <pc:sldChg chg="modSp mod">
        <pc:chgData name="Pollock, Adam" userId="ab5adbfb-13be-4d13-ae34-b4f2a37652eb" providerId="ADAL" clId="{1FE23C42-B287-4D3D-9A58-22C5C1F1F414}" dt="2026-10-09T08:27:17.112" v="283" actId="255"/>
        <pc:sldMkLst>
          <pc:docMk/>
          <pc:sldMk cId="0" sldId="262"/>
        </pc:sldMkLst>
        <pc:spChg chg="mod">
          <ac:chgData name="Pollock, Adam" userId="ab5adbfb-13be-4d13-ae34-b4f2a37652eb" providerId="ADAL" clId="{1FE23C42-B287-4D3D-9A58-22C5C1F1F414}" dt="2026-10-09T08:27:17.112" v="283" actId="255"/>
          <ac:spMkLst>
            <pc:docMk/>
            <pc:sldMk cId="0" sldId="262"/>
            <ac:spMk id="2" creationId="{00000000-0000-0000-0000-000000000000}"/>
          </ac:spMkLst>
        </pc:spChg>
        <pc:graphicFrameChg chg="modGraphic">
          <ac:chgData name="Pollock, Adam" userId="ab5adbfb-13be-4d13-ae34-b4f2a37652eb" providerId="ADAL" clId="{1FE23C42-B287-4D3D-9A58-22C5C1F1F414}" dt="2026-10-09T08:26:39.547" v="256" actId="20577"/>
          <ac:graphicFrameMkLst>
            <pc:docMk/>
            <pc:sldMk cId="0" sldId="262"/>
            <ac:graphicFrameMk id="8" creationId="{00000000-0000-0000-0000-000000000000}"/>
          </ac:graphicFrameMkLst>
        </pc:graphicFrameChg>
      </pc:sldChg>
      <pc:sldChg chg="addSp modSp mod modNotes">
        <pc:chgData name="Pollock, Adam" userId="ab5adbfb-13be-4d13-ae34-b4f2a37652eb" providerId="ADAL" clId="{1FE23C42-B287-4D3D-9A58-22C5C1F1F414}" dt="2026-10-08T11:01:48.322" v="4" actId="26606"/>
        <pc:sldMkLst>
          <pc:docMk/>
          <pc:sldMk cId="2033242292" sldId="2147377012"/>
        </pc:sldMkLst>
        <pc:spChg chg="mod">
          <ac:chgData name="Pollock, Adam" userId="ab5adbfb-13be-4d13-ae34-b4f2a37652eb" providerId="ADAL" clId="{1FE23C42-B287-4D3D-9A58-22C5C1F1F414}" dt="2026-10-08T11:01:48.322" v="4" actId="26606"/>
          <ac:spMkLst>
            <pc:docMk/>
            <pc:sldMk cId="2033242292" sldId="2147377012"/>
            <ac:spMk id="2" creationId="{ADCC66C2-8B4F-09C0-DE27-2ED53BC2414C}"/>
          </ac:spMkLst>
        </pc:spChg>
        <pc:spChg chg="ord">
          <ac:chgData name="Pollock, Adam" userId="ab5adbfb-13be-4d13-ae34-b4f2a37652eb" providerId="ADAL" clId="{1FE23C42-B287-4D3D-9A58-22C5C1F1F414}" dt="2026-10-08T11:01:48.322" v="4" actId="26606"/>
          <ac:spMkLst>
            <pc:docMk/>
            <pc:sldMk cId="2033242292" sldId="2147377012"/>
            <ac:spMk id="3" creationId="{19B5005E-3BBE-7E42-E747-DE33C7CB5FE5}"/>
          </ac:spMkLst>
        </pc:spChg>
        <pc:spChg chg="mod">
          <ac:chgData name="Pollock, Adam" userId="ab5adbfb-13be-4d13-ae34-b4f2a37652eb" providerId="ADAL" clId="{1FE23C42-B287-4D3D-9A58-22C5C1F1F414}" dt="2026-10-08T11:01:48.322" v="4" actId="26606"/>
          <ac:spMkLst>
            <pc:docMk/>
            <pc:sldMk cId="2033242292" sldId="2147377012"/>
            <ac:spMk id="14" creationId="{DBF0497E-2937-EC18-A62A-3779C821E780}"/>
          </ac:spMkLst>
        </pc:spChg>
        <pc:spChg chg="mod">
          <ac:chgData name="Pollock, Adam" userId="ab5adbfb-13be-4d13-ae34-b4f2a37652eb" providerId="ADAL" clId="{1FE23C42-B287-4D3D-9A58-22C5C1F1F414}" dt="2026-10-08T11:01:48.322" v="4" actId="26606"/>
          <ac:spMkLst>
            <pc:docMk/>
            <pc:sldMk cId="2033242292" sldId="2147377012"/>
            <ac:spMk id="18" creationId="{D8228D78-7E9B-50CC-0107-3B84FDA8BFBE}"/>
          </ac:spMkLst>
        </pc:spChg>
        <pc:spChg chg="mod">
          <ac:chgData name="Pollock, Adam" userId="ab5adbfb-13be-4d13-ae34-b4f2a37652eb" providerId="ADAL" clId="{1FE23C42-B287-4D3D-9A58-22C5C1F1F414}" dt="2026-10-08T11:01:48.322" v="4" actId="26606"/>
          <ac:spMkLst>
            <pc:docMk/>
            <pc:sldMk cId="2033242292" sldId="2147377012"/>
            <ac:spMk id="21" creationId="{00000000-0000-0000-0000-000000000000}"/>
          </ac:spMkLst>
        </pc:spChg>
        <pc:spChg chg="add">
          <ac:chgData name="Pollock, Adam" userId="ab5adbfb-13be-4d13-ae34-b4f2a37652eb" providerId="ADAL" clId="{1FE23C42-B287-4D3D-9A58-22C5C1F1F414}" dt="2026-10-08T11:01:48.322" v="4" actId="26606"/>
          <ac:spMkLst>
            <pc:docMk/>
            <pc:sldMk cId="2033242292" sldId="2147377012"/>
            <ac:spMk id="22" creationId="{00000000-0000-0000-0000-000000000000}"/>
          </ac:spMkLst>
        </pc:spChg>
        <pc:spChg chg="add">
          <ac:chgData name="Pollock, Adam" userId="ab5adbfb-13be-4d13-ae34-b4f2a37652eb" providerId="ADAL" clId="{1FE23C42-B287-4D3D-9A58-22C5C1F1F414}" dt="2026-10-08T11:01:48.322" v="4" actId="26606"/>
          <ac:spMkLst>
            <pc:docMk/>
            <pc:sldMk cId="2033242292" sldId="2147377012"/>
            <ac:spMk id="23" creationId="{00000000-0000-0000-0000-000000000000}"/>
          </ac:spMkLst>
        </pc:spChg>
        <pc:spChg chg="add">
          <ac:chgData name="Pollock, Adam" userId="ab5adbfb-13be-4d13-ae34-b4f2a37652eb" providerId="ADAL" clId="{1FE23C42-B287-4D3D-9A58-22C5C1F1F414}" dt="2026-10-08T11:01:48.322" v="4" actId="26606"/>
          <ac:spMkLst>
            <pc:docMk/>
            <pc:sldMk cId="2033242292" sldId="2147377012"/>
            <ac:spMk id="24" creationId="{00000000-0000-0000-0000-000000000000}"/>
          </ac:spMkLst>
        </pc:spChg>
        <pc:spChg chg="add">
          <ac:chgData name="Pollock, Adam" userId="ab5adbfb-13be-4d13-ae34-b4f2a37652eb" providerId="ADAL" clId="{1FE23C42-B287-4D3D-9A58-22C5C1F1F414}" dt="2026-10-08T11:01:48.322" v="4" actId="26606"/>
          <ac:spMkLst>
            <pc:docMk/>
            <pc:sldMk cId="2033242292" sldId="2147377012"/>
            <ac:spMk id="25" creationId="{00000000-0000-0000-0000-000000000000}"/>
          </ac:spMkLst>
        </pc:spChg>
        <pc:spChg chg="add">
          <ac:chgData name="Pollock, Adam" userId="ab5adbfb-13be-4d13-ae34-b4f2a37652eb" providerId="ADAL" clId="{1FE23C42-B287-4D3D-9A58-22C5C1F1F414}" dt="2026-10-08T11:01:48.322" v="4" actId="26606"/>
          <ac:spMkLst>
            <pc:docMk/>
            <pc:sldMk cId="2033242292" sldId="2147377012"/>
            <ac:spMk id="26" creationId="{00000000-0000-0000-0000-000000000000}"/>
          </ac:spMkLst>
        </pc:spChg>
      </pc:sldChg>
      <pc:sldChg chg="modSp mod">
        <pc:chgData name="Pollock, Adam" userId="ab5adbfb-13be-4d13-ae34-b4f2a37652eb" providerId="ADAL" clId="{1FE23C42-B287-4D3D-9A58-22C5C1F1F414}" dt="2026-10-08T11:08:08.706" v="249" actId="20577"/>
        <pc:sldMkLst>
          <pc:docMk/>
          <pc:sldMk cId="3473179489" sldId="2147483643"/>
        </pc:sldMkLst>
        <pc:spChg chg="mod">
          <ac:chgData name="Pollock, Adam" userId="ab5adbfb-13be-4d13-ae34-b4f2a37652eb" providerId="ADAL" clId="{1FE23C42-B287-4D3D-9A58-22C5C1F1F414}" dt="2026-10-08T11:04:55.969" v="176" actId="14100"/>
          <ac:spMkLst>
            <pc:docMk/>
            <pc:sldMk cId="3473179489" sldId="2147483643"/>
            <ac:spMk id="17" creationId="{7EBC6C40-A674-5C81-1591-C2E5088991D5}"/>
          </ac:spMkLst>
        </pc:spChg>
        <pc:graphicFrameChg chg="modGraphic">
          <ac:chgData name="Pollock, Adam" userId="ab5adbfb-13be-4d13-ae34-b4f2a37652eb" providerId="ADAL" clId="{1FE23C42-B287-4D3D-9A58-22C5C1F1F414}" dt="2026-10-08T11:08:08.706" v="249" actId="20577"/>
          <ac:graphicFrameMkLst>
            <pc:docMk/>
            <pc:sldMk cId="3473179489" sldId="2147483643"/>
            <ac:graphicFrameMk id="15" creationId="{16211CFB-E765-8417-201C-48455BCED731}"/>
          </ac:graphicFrameMkLst>
        </pc:graphicFrameChg>
      </pc:sldChg>
      <pc:sldChg chg="modSp mod">
        <pc:chgData name="Pollock, Adam" userId="ab5adbfb-13be-4d13-ae34-b4f2a37652eb" providerId="ADAL" clId="{1FE23C42-B287-4D3D-9A58-22C5C1F1F414}" dt="2026-10-08T11:04:21.921" v="172" actId="20577"/>
        <pc:sldMkLst>
          <pc:docMk/>
          <pc:sldMk cId="14183101" sldId="2147483644"/>
        </pc:sldMkLst>
        <pc:spChg chg="mod">
          <ac:chgData name="Pollock, Adam" userId="ab5adbfb-13be-4d13-ae34-b4f2a37652eb" providerId="ADAL" clId="{1FE23C42-B287-4D3D-9A58-22C5C1F1F414}" dt="2026-10-08T11:04:21.921" v="172" actId="20577"/>
          <ac:spMkLst>
            <pc:docMk/>
            <pc:sldMk cId="14183101" sldId="2147483644"/>
            <ac:spMk id="2" creationId="{8F93160F-1C8B-638D-AB5F-CD0342BBA5CA}"/>
          </ac:spMkLst>
        </pc:spChg>
        <pc:spChg chg="mod">
          <ac:chgData name="Pollock, Adam" userId="ab5adbfb-13be-4d13-ae34-b4f2a37652eb" providerId="ADAL" clId="{1FE23C42-B287-4D3D-9A58-22C5C1F1F414}" dt="2026-10-08T11:04:12.775" v="164" actId="20577"/>
          <ac:spMkLst>
            <pc:docMk/>
            <pc:sldMk cId="14183101" sldId="2147483644"/>
            <ac:spMk id="3" creationId="{436E4E65-085C-B18B-8B53-8B42A3A28A31}"/>
          </ac:spMkLst>
        </pc:spChg>
      </pc:sldChg>
    </pc:docChg>
  </pc:docChgLst>
  <pc:docChgLst>
    <pc:chgData name="RYAN, EMMA" userId="S::e.ryan@scottishpower.com::3adfaa01-f19a-482d-88a7-a6786639866c" providerId="AD" clId="Web-{00000000-0000-0000-0000-000000000000}"/>
    <pc:docChg chg="modSld">
      <pc:chgData name="RYAN, EMMA" userId="S::e.ryan@scottishpower.com::3adfaa01-f19a-482d-88a7-a6786639866c" providerId="AD" clId="Web-{00000000-0000-0000-0000-000000000000}" dt="2026-10-02T16:04:28.338" v="0" actId="14100"/>
      <pc:docMkLst>
        <pc:docMk/>
      </pc:docMkLst>
      <pc:sldChg chg="modSp">
        <pc:chgData name="RYAN, EMMA" userId="S::e.ryan@scottishpower.com::3adfaa01-f19a-482d-88a7-a6786639866c" providerId="AD" clId="Web-{00000000-0000-0000-0000-000000000000}" dt="2026-10-02T16:04:28.338" v="0" actId="14100"/>
        <pc:sldMkLst>
          <pc:docMk/>
          <pc:sldMk cId="0" sldId="257"/>
        </pc:sldMkLst>
        <pc:spChg chg="mod">
          <ac:chgData name="RYAN, EMMA" userId="S::e.ryan@scottishpower.com::3adfaa01-f19a-482d-88a7-a6786639866c" providerId="AD" clId="Web-{00000000-0000-0000-0000-000000000000}" dt="2026-10-02T16:04:28.338" v="0" actId="14100"/>
          <ac:spMkLst>
            <pc:docMk/>
            <pc:sldMk cId="0" sldId="257"/>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5113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urce notes"/>
          <p:cNvSpPr>
            <a:spLocks noGrp="1"/>
          </p:cNvSpPr>
          <p:nvPr>
            <p:ph type="body"/>
          </p:nvPr>
        </p:nvSpPr>
        <p:spPr/>
        <p:txBody>
          <a:bodyPr/>
          <a:lstStyle/>
          <a:p>
            <a:r>
              <a:t>[Sources]</a:t>
            </a:r>
          </a:p>
          <a:p>
            <a:r>
              <a:t>ScottishPower About Us: https://www.scottishpower.com/about_us</a:t>
            </a:r>
          </a:p>
          <a:p>
            <a:r>
              <a:t>ScottishPower Our Businesses: https://www.scottishpower.com/about_us/our_businesses</a:t>
            </a:r>
          </a:p>
          <a:p>
            <a:r>
              <a:t>ScottishPower, “Our biggest ever early careers intake,” 15 Sep 2026: https://www.scottishpower.com/w/our-biggest-ever-early-careers-intake</a:t>
            </a:r>
          </a:p>
          <a:p>
            <a:r>
              <a:t>ScottishPower Careers: https://www.scottishpower.com/people_careers/careers</a:t>
            </a:r>
          </a:p>
          <a:p>
            <a:r>
              <a:t>[/Sources]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a:t>About 35 seconds.
The attack starts on a Monday afternoon with a convincing email. Someone clicks. Overnight the attacker explores the network. At half three in the morning someone rings the night desk pretending to be IT and asks for an MFA code. And just before the day shift, the files are locked.
At every step there are two people questions: a bigger decision about the incident, and an everyday check, like what to do with a USB stick you find in the car park.
The timing is realistic. Most ransomware is launched out of hours, when fewer people are watching.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a:t>About 40 seconds.
You choose a theme. The content and scores are the same in all of them; the theme changes how the game looks and feels. And every picture on this slide is a real model you get in the pack.
The Incident Room: the player lives through the attack in emails, chat messages, phone calls and updates, like a real employee would. It's the lowest-effort option because the artwork is supplied.
The Endurance Race: the business is a racing car. Every control you buy fits a part that does the same job. Multi-factor authentication is the immobiliser. Backups are the spare parts. The car that completes the most laps wins, and people decisions count double.
The Map Room: the business is a map of systems. You place your defences and watch the attacker's route. The key rule is that detection shows you the attacker; it doesn't stop them.
Or bring your own theme, and check it with us when we come round to your desk.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0F1C9-EE3B-DFF6-0841-BD844DF561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00C62F-154D-DE56-1810-5908B308428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04A42C3-F44A-0784-8A86-40464FA04CC4}"/>
              </a:ext>
            </a:extLst>
          </p:cNvPr>
          <p:cNvSpPr>
            <a:spLocks noGrp="1"/>
          </p:cNvSpPr>
          <p:nvPr>
            <p:ph type="body" idx="1"/>
          </p:nvPr>
        </p:nvSpPr>
        <p:spPr/>
        <p:txBody>
          <a:bodyPr/>
          <a:lstStyle/>
          <a:p>
            <a:r>
              <a:rPr lang="en-US"/>
              <a:t>About 40 seconds.
You choose a theme. The content and scores are the same in all of them; the theme changes how the game looks and feels. And every picture on this slide is a real model you get in the pack.
The Incident Room: the player lives through the attack in emails, chat messages, phone calls and updates, like a real employee would. It's the lowest-effort option because the artwork is supplied.
The Endurance Race: the business is a racing car. Every control you buy fits a part that does the same job. Multi-factor authentication is the immobiliser. Backups are the spare parts. The car that completes the most laps wins, and people decisions count double.
The Map Room: the business is a map of systems. You place your defences and watch the attacker's route. The key rule is that detection shows you the attacker; it doesn't stop them.
Or bring your own theme, and check it with us when we come round to your desk.</a:t>
            </a:r>
          </a:p>
        </p:txBody>
      </p:sp>
      <p:sp>
        <p:nvSpPr>
          <p:cNvPr id="4" name="Slide Number Placeholder 3">
            <a:extLst>
              <a:ext uri="{FF2B5EF4-FFF2-40B4-BE49-F238E27FC236}">
                <a16:creationId xmlns:a16="http://schemas.microsoft.com/office/drawing/2014/main" id="{1AA2DBED-D363-0923-D053-15874F0B82FB}"/>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2232519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a:t>About 35 seconds.
On top of the core game, you add a capability. They're ordered here by risk in the time you have.
Rewind and compare is the lowest risk, because our engine already records every action. Scenario studio and the game director are medium. The game director doesn't need an AI service: it picks what happens next from events our Cyber team has approved, and explains every choice. A world that reacts and multiplayer are the hardest, especially multiplayer, which needs a server and working wifi.
Most teams should aim for one capability, done properly.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B0564-C7A4-51D6-6D2E-CA3509ED7A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DB71AC-3C3D-3AE9-A2BF-021DA8782CA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1C5020A-FA42-3B78-DD2E-671835713AE6}"/>
              </a:ext>
            </a:extLst>
          </p:cNvPr>
          <p:cNvSpPr>
            <a:spLocks noGrp="1"/>
          </p:cNvSpPr>
          <p:nvPr>
            <p:ph type="body" idx="1"/>
          </p:nvPr>
        </p:nvSpPr>
        <p:spPr/>
        <p:txBody>
          <a:bodyPr/>
          <a:lstStyle/>
          <a:p>
            <a:r>
              <a:rPr lang="en-US"/>
              <a:t>About 35 seconds.
The attack starts on a Monday afternoon with a convincing email. Someone clicks. Overnight the attacker explores the network. At half three in the morning someone rings the night desk pretending to be IT and asks for an MFA code. And just before the day shift, the files are locked.
At every step there are two people questions: a bigger decision about the incident, and an everyday check, like what to do with a USB stick you find in the car park.
The timing is realistic. Most ransomware is launched out of hours, when fewer people are watching.</a:t>
            </a:r>
          </a:p>
        </p:txBody>
      </p:sp>
      <p:sp>
        <p:nvSpPr>
          <p:cNvPr id="4" name="Slide Number Placeholder 3">
            <a:extLst>
              <a:ext uri="{FF2B5EF4-FFF2-40B4-BE49-F238E27FC236}">
                <a16:creationId xmlns:a16="http://schemas.microsoft.com/office/drawing/2014/main" id="{B8218AE1-93FC-822D-485C-D6477B339E9F}"/>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141454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a:t>About 35 seconds. The most important slide.
Use AI coding tools. We'd be surprised if you didn't. What we want from you is the design: how the system is structured, where the game state lives, how you keep your theme separate from the engine, and what you test.
Half the marks are for architecture and testing, and we may ask any of you to explain any part of your code.
Design first, and merge your work often, so problems show up while there's still time to fix them.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a:t>About 30 seconds.
Three levels, and all three can win.
Foundation is the full core game in your theme. Aim for that by dinner on Saturday. Integrated adds one capability, by the time the venue closes. Complete adds a second one that works with the first, and it's a stretch.
We've set these by working out the real time you have. After lunch, dinner and setting up, it's about eight and a half hours of coding each. That's enough for Foundation and one capability, done well. So that's what we'd aim for.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a:t>About 35 seconds.
Here's how we judge. Half the marks are architecture and testing.
On Sunday morning we visit your desk and do two things. We run your depth tests again with inputs you haven't seen, because AI tools are good at passing the tests you show them. And we hand you a new control card, with three minutes to get it into the game without touching engine code. After your presentation, we may pick a part of your code and a person, and ask how it works. Ambition earns up to five extra marks, but never more than quality: a polished core game can win.
Every theme also has to pass four checks, including that it gives the same scores as the standard game.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6.emf"/><Relationship Id="rId4" Type="http://schemas.openxmlformats.org/officeDocument/2006/relationships/oleObject" Target="../embeddings/oleObject1.bin"/></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5.xml"/><Relationship Id="rId7" Type="http://schemas.openxmlformats.org/officeDocument/2006/relationships/image" Target="../media/image7.sv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6.emf"/><Relationship Id="rId5" Type="http://schemas.openxmlformats.org/officeDocument/2006/relationships/oleObject" Target="../embeddings/oleObject2.bin"/><Relationship Id="rId4"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Report + Image">
    <p:bg>
      <p:bgRef idx="1001">
        <a:schemeClr val="bg1"/>
      </p:bgRef>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39CEEF4A-7598-08FC-4508-B7EB08BD0A5A}"/>
              </a:ext>
            </a:extLst>
          </p:cNvPr>
          <p:cNvSpPr>
            <a:spLocks noGrp="1"/>
          </p:cNvSpPr>
          <p:nvPr>
            <p:ph type="pic" sz="quarter" idx="13" hasCustomPrompt="1"/>
          </p:nvPr>
        </p:nvSpPr>
        <p:spPr>
          <a:xfrm>
            <a:off x="3719755" y="1539551"/>
            <a:ext cx="8065025" cy="4769769"/>
          </a:xfrm>
          <a:prstGeom prst="roundRect">
            <a:avLst>
              <a:gd name="adj" fmla="val 938"/>
            </a:avLst>
          </a:prstGeom>
        </p:spPr>
        <p:txBody>
          <a:bodyPr/>
          <a:lstStyle/>
          <a:p>
            <a:r>
              <a:rPr lang="es-ES" err="1"/>
              <a:t>Click</a:t>
            </a:r>
            <a:r>
              <a:rPr lang="es-ES"/>
              <a:t> </a:t>
            </a:r>
            <a:r>
              <a:rPr lang="es-ES" err="1"/>
              <a:t>here</a:t>
            </a:r>
            <a:r>
              <a:rPr lang="es-ES"/>
              <a:t> </a:t>
            </a:r>
            <a:r>
              <a:rPr lang="es-ES" err="1"/>
              <a:t>to</a:t>
            </a:r>
            <a:r>
              <a:rPr lang="es-ES"/>
              <a:t> </a:t>
            </a:r>
            <a:r>
              <a:rPr lang="es-ES" err="1"/>
              <a:t>add</a:t>
            </a:r>
            <a:r>
              <a:rPr lang="es-ES"/>
              <a:t> image</a:t>
            </a:r>
          </a:p>
        </p:txBody>
      </p:sp>
      <p:sp>
        <p:nvSpPr>
          <p:cNvPr id="2" name="Marcador de texto 2">
            <a:extLst>
              <a:ext uri="{FF2B5EF4-FFF2-40B4-BE49-F238E27FC236}">
                <a16:creationId xmlns:a16="http://schemas.microsoft.com/office/drawing/2014/main" id="{5C377FDF-622D-66EE-7059-500B01D9C5B2}"/>
              </a:ext>
            </a:extLst>
          </p:cNvPr>
          <p:cNvSpPr>
            <a:spLocks noGrp="1"/>
          </p:cNvSpPr>
          <p:nvPr>
            <p:ph type="body" sz="quarter" idx="19" hasCustomPrompt="1"/>
          </p:nvPr>
        </p:nvSpPr>
        <p:spPr>
          <a:xfrm>
            <a:off x="407220" y="1539551"/>
            <a:ext cx="3006127" cy="333699"/>
          </a:xfrm>
          <a:prstGeom prst="rect">
            <a:avLst/>
          </a:prstGeom>
        </p:spPr>
        <p:txBody>
          <a:bodyPr/>
          <a:lstStyle>
            <a:lvl1pPr>
              <a:defRPr sz="1200" b="0" i="0">
                <a:solidFill>
                  <a:schemeClr val="tx2"/>
                </a:solidFill>
                <a:latin typeface="IberPangea Text" panose="020B0504000000000000" pitchFamily="34" charset="0"/>
                <a:ea typeface="IberPangea Text" panose="020B0504000000000000" pitchFamily="34" charset="0"/>
                <a:cs typeface="IberPangea Text" panose="020B0504000000000000" pitchFamily="34" charset="0"/>
              </a:defRPr>
            </a:lvl1pPr>
          </a:lstStyle>
          <a:p>
            <a:pPr lvl="0"/>
            <a:r>
              <a:rPr lang="es-ES"/>
              <a:t>Click here to add your Section Subtitle</a:t>
            </a:r>
          </a:p>
        </p:txBody>
      </p:sp>
      <p:sp>
        <p:nvSpPr>
          <p:cNvPr id="4" name="Marcador de texto 3">
            <a:extLst>
              <a:ext uri="{FF2B5EF4-FFF2-40B4-BE49-F238E27FC236}">
                <a16:creationId xmlns:a16="http://schemas.microsoft.com/office/drawing/2014/main" id="{8D0023B0-0850-55B8-BD3A-D35A6857F9FA}"/>
              </a:ext>
            </a:extLst>
          </p:cNvPr>
          <p:cNvSpPr>
            <a:spLocks noGrp="1"/>
          </p:cNvSpPr>
          <p:nvPr>
            <p:ph type="body" sz="quarter" idx="20" hasCustomPrompt="1"/>
          </p:nvPr>
        </p:nvSpPr>
        <p:spPr>
          <a:xfrm>
            <a:off x="407220" y="2776538"/>
            <a:ext cx="3006127" cy="3532982"/>
          </a:xfrm>
          <a:prstGeom prst="rect">
            <a:avLst/>
          </a:prstGeom>
        </p:spPr>
        <p:txBody>
          <a:bodyPr/>
          <a:lstStyle>
            <a:lvl1pPr>
              <a:defRPr>
                <a:solidFill>
                  <a:srgbClr val="000000"/>
                </a:solidFill>
                <a:latin typeface="+mn-lt"/>
              </a:defRPr>
            </a:lvl1pPr>
          </a:lstStyle>
          <a:p>
            <a:r>
              <a:rPr lang="es-ES"/>
              <a:t>Click here to add text</a:t>
            </a:r>
          </a:p>
        </p:txBody>
      </p:sp>
      <p:sp>
        <p:nvSpPr>
          <p:cNvPr id="9" name="Title 8">
            <a:extLst>
              <a:ext uri="{FF2B5EF4-FFF2-40B4-BE49-F238E27FC236}">
                <a16:creationId xmlns:a16="http://schemas.microsoft.com/office/drawing/2014/main" id="{88919088-715E-AD9B-617E-EF6832F84028}"/>
              </a:ext>
            </a:extLst>
          </p:cNvPr>
          <p:cNvSpPr>
            <a:spLocks noGrp="1"/>
          </p:cNvSpPr>
          <p:nvPr>
            <p:ph type="title" hasCustomPrompt="1"/>
          </p:nvPr>
        </p:nvSpPr>
        <p:spPr>
          <a:xfrm>
            <a:off x="406826" y="1873800"/>
            <a:ext cx="3006196" cy="903600"/>
          </a:xfrm>
          <a:prstGeom prst="rect">
            <a:avLst/>
          </a:prstGeom>
        </p:spPr>
        <p:txBody>
          <a:bodyPr/>
          <a:lstStyle>
            <a:lvl1pPr>
              <a:defRPr>
                <a:solidFill>
                  <a:schemeClr val="tx2"/>
                </a:solidFill>
              </a:defRPr>
            </a:lvl1pPr>
          </a:lstStyle>
          <a:p>
            <a:r>
              <a:rPr lang="es-ES"/>
              <a:t>Click here to add title</a:t>
            </a:r>
          </a:p>
        </p:txBody>
      </p:sp>
      <p:sp>
        <p:nvSpPr>
          <p:cNvPr id="6" name="Marcador de texto 4">
            <a:extLst>
              <a:ext uri="{FF2B5EF4-FFF2-40B4-BE49-F238E27FC236}">
                <a16:creationId xmlns:a16="http://schemas.microsoft.com/office/drawing/2014/main" id="{C2D8084F-62F5-BD09-E04E-124FA9DA692C}"/>
              </a:ext>
            </a:extLst>
          </p:cNvPr>
          <p:cNvSpPr>
            <a:spLocks noGrp="1"/>
          </p:cNvSpPr>
          <p:nvPr>
            <p:ph type="body" sz="quarter" idx="22" hasCustomPrompt="1"/>
          </p:nvPr>
        </p:nvSpPr>
        <p:spPr>
          <a:xfrm>
            <a:off x="407220" y="830918"/>
            <a:ext cx="11377559" cy="231451"/>
          </a:xfrm>
          <a:prstGeom prst="rect">
            <a:avLst/>
          </a:prstGeom>
        </p:spPr>
        <p:txBody>
          <a:bodyPr/>
          <a:lstStyle>
            <a:lvl1pPr>
              <a:defRPr b="1" i="0">
                <a:latin typeface="IberPangea Text" panose="020B0404000000000000" pitchFamily="34" charset="0"/>
                <a:ea typeface="IberPangea Text" panose="020B0404000000000000" pitchFamily="34" charset="0"/>
                <a:cs typeface="IberPangea Text" panose="020B0404000000000000" pitchFamily="34" charset="0"/>
              </a:defRPr>
            </a:lvl1pPr>
          </a:lstStyle>
          <a:p>
            <a:r>
              <a:rPr lang="es-ES" sz="1600" b="1" err="1">
                <a:solidFill>
                  <a:schemeClr val="bg1">
                    <a:lumMod val="50000"/>
                  </a:schemeClr>
                </a:solidFill>
              </a:rPr>
              <a:t>Caption</a:t>
            </a:r>
            <a:r>
              <a:rPr lang="es-ES" sz="1600" b="1">
                <a:solidFill>
                  <a:schemeClr val="bg1">
                    <a:lumMod val="50000"/>
                  </a:schemeClr>
                </a:solidFill>
              </a:rPr>
              <a:t> </a:t>
            </a:r>
            <a:r>
              <a:rPr lang="es-ES" sz="1600" b="1" err="1">
                <a:solidFill>
                  <a:schemeClr val="bg1">
                    <a:lumMod val="50000"/>
                  </a:schemeClr>
                </a:solidFill>
              </a:rPr>
              <a:t>with</a:t>
            </a:r>
            <a:r>
              <a:rPr lang="es-ES" sz="1600" b="1">
                <a:solidFill>
                  <a:schemeClr val="bg1">
                    <a:lumMod val="50000"/>
                  </a:schemeClr>
                </a:solidFill>
              </a:rPr>
              <a:t> </a:t>
            </a:r>
            <a:r>
              <a:rPr lang="es-ES" sz="1600" b="1" err="1">
                <a:solidFill>
                  <a:schemeClr val="tx2"/>
                </a:solidFill>
              </a:rPr>
              <a:t>featured</a:t>
            </a:r>
            <a:r>
              <a:rPr lang="es-ES" sz="1600" b="1">
                <a:solidFill>
                  <a:schemeClr val="tx2"/>
                </a:solidFill>
              </a:rPr>
              <a:t> </a:t>
            </a:r>
            <a:r>
              <a:rPr lang="es-ES" sz="1600" b="1" err="1">
                <a:solidFill>
                  <a:schemeClr val="tx2"/>
                </a:solidFill>
              </a:rPr>
              <a:t>information</a:t>
            </a:r>
            <a:endParaRPr lang="es-ES" sz="1600"/>
          </a:p>
        </p:txBody>
      </p:sp>
      <p:sp>
        <p:nvSpPr>
          <p:cNvPr id="8" name="Marcador de texto 10">
            <a:extLst>
              <a:ext uri="{FF2B5EF4-FFF2-40B4-BE49-F238E27FC236}">
                <a16:creationId xmlns:a16="http://schemas.microsoft.com/office/drawing/2014/main" id="{52D87967-BFF8-E2C1-554F-6470FDB1C1E5}"/>
              </a:ext>
            </a:extLst>
          </p:cNvPr>
          <p:cNvSpPr>
            <a:spLocks noGrp="1"/>
          </p:cNvSpPr>
          <p:nvPr>
            <p:ph type="body" sz="quarter" idx="21" hasCustomPrompt="1"/>
          </p:nvPr>
        </p:nvSpPr>
        <p:spPr>
          <a:xfrm>
            <a:off x="407220" y="297919"/>
            <a:ext cx="10143416" cy="519468"/>
          </a:xfrm>
          <a:prstGeom prst="rect">
            <a:avLst/>
          </a:prstGeom>
        </p:spPr>
        <p:txBody>
          <a:bodyPr/>
          <a:lstStyle>
            <a:lvl1pPr>
              <a:defRPr>
                <a:solidFill>
                  <a:schemeClr val="tx2"/>
                </a:solidFill>
              </a:defRPr>
            </a:lvl1pPr>
          </a:lstStyle>
          <a:p>
            <a:pPr marL="0" marR="0" lvl="0" indent="0" algn="l" defTabSz="331184" rtl="0" eaLnBrk="0" fontAlgn="base" latinLnBrk="0" hangingPunct="0">
              <a:lnSpc>
                <a:spcPct val="120000"/>
              </a:lnSpc>
              <a:spcBef>
                <a:spcPts val="0"/>
              </a:spcBef>
              <a:spcAft>
                <a:spcPts val="0"/>
              </a:spcAft>
              <a:buClr>
                <a:srgbClr val="699282"/>
              </a:buClr>
              <a:buSzTx/>
              <a:buFontTx/>
              <a:buNone/>
              <a:tabLst/>
              <a:defRPr/>
            </a:pPr>
            <a:r>
              <a:rPr kumimoji="0" lang="es-ES" sz="2800" b="1" i="0" u="none" strike="noStrike" kern="1200" cap="none" spc="0" normalizeH="0" baseline="0" noProof="0">
                <a:ln>
                  <a:noFill/>
                </a:ln>
                <a:solidFill>
                  <a:srgbClr val="00402A">
                    <a:lumMod val="75000"/>
                    <a:lumOff val="25000"/>
                  </a:srgbClr>
                </a:solidFill>
                <a:effectLst/>
                <a:uLnTx/>
                <a:uFillTx/>
                <a:latin typeface="IberPangea"/>
                <a:ea typeface="IberPangea Text Light" panose="020B0404000000000000" pitchFamily="34" charset="0"/>
                <a:cs typeface="IberPangea Text Light" panose="020B0404000000000000" pitchFamily="34" charset="0"/>
              </a:rPr>
              <a:t>TITLE | </a:t>
            </a:r>
            <a:r>
              <a:rPr kumimoji="0" lang="es-ES" sz="2800" b="1" i="0" u="none" strike="noStrike" kern="1200" cap="none" spc="0" normalizeH="0" baseline="0" noProof="0" err="1">
                <a:ln>
                  <a:noFill/>
                </a:ln>
                <a:solidFill>
                  <a:srgbClr val="FFFFFF">
                    <a:lumMod val="65000"/>
                  </a:srgbClr>
                </a:solidFill>
                <a:effectLst/>
                <a:uLnTx/>
                <a:uFillTx/>
                <a:latin typeface="IberPangea"/>
                <a:ea typeface="IberPangea Text Light" panose="020B0404000000000000" pitchFamily="34" charset="0"/>
                <a:cs typeface="IberPangea Text Light" panose="020B0404000000000000" pitchFamily="34" charset="0"/>
              </a:rPr>
              <a:t>Subtitle</a:t>
            </a:r>
            <a:endParaRPr kumimoji="0" lang="es-ES" sz="2800" b="1" i="0" u="none" strike="noStrike" kern="1200" cap="none" spc="0" normalizeH="0" baseline="0" noProof="0">
              <a:ln>
                <a:noFill/>
              </a:ln>
              <a:solidFill>
                <a:srgbClr val="FFFFFF">
                  <a:lumMod val="65000"/>
                </a:srgbClr>
              </a:solidFill>
              <a:effectLst/>
              <a:uLnTx/>
              <a:uFillTx/>
              <a:latin typeface="IberPangea"/>
              <a:ea typeface="IberPangea Text Light" panose="020B0404000000000000" pitchFamily="34" charset="0"/>
              <a:cs typeface="IberPangea Text Light" panose="020B0404000000000000" pitchFamily="34" charset="0"/>
            </a:endParaRPr>
          </a:p>
        </p:txBody>
      </p:sp>
      <p:cxnSp>
        <p:nvCxnSpPr>
          <p:cNvPr id="10" name="Conector recto 9">
            <a:extLst>
              <a:ext uri="{FF2B5EF4-FFF2-40B4-BE49-F238E27FC236}">
                <a16:creationId xmlns:a16="http://schemas.microsoft.com/office/drawing/2014/main" id="{9843C3CA-40FC-84FF-141A-D25EB7460BCC}"/>
              </a:ext>
            </a:extLst>
          </p:cNvPr>
          <p:cNvCxnSpPr>
            <a:cxnSpLocks/>
          </p:cNvCxnSpPr>
          <p:nvPr userDrawn="1"/>
        </p:nvCxnSpPr>
        <p:spPr>
          <a:xfrm>
            <a:off x="395847" y="817387"/>
            <a:ext cx="1138893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 name="Marcador de número de diapositiva 2">
            <a:extLst>
              <a:ext uri="{FF2B5EF4-FFF2-40B4-BE49-F238E27FC236}">
                <a16:creationId xmlns:a16="http://schemas.microsoft.com/office/drawing/2014/main" id="{D058F3EE-3038-89B7-8796-370369C72474}"/>
              </a:ext>
            </a:extLst>
          </p:cNvPr>
          <p:cNvSpPr>
            <a:spLocks noGrp="1"/>
          </p:cNvSpPr>
          <p:nvPr>
            <p:ph type="sldNum" sz="quarter" idx="4"/>
          </p:nvPr>
        </p:nvSpPr>
        <p:spPr>
          <a:xfrm>
            <a:off x="11164831" y="6453336"/>
            <a:ext cx="619949" cy="240553"/>
          </a:xfrm>
          <a:prstGeom prst="rect">
            <a:avLst/>
          </a:prstGeom>
        </p:spPr>
        <p:txBody>
          <a:bodyPr/>
          <a:lstStyle>
            <a:lvl1pPr algn="r">
              <a:defRPr>
                <a:latin typeface="+mn-lt"/>
              </a:defRPr>
            </a:lvl1pPr>
          </a:lstStyle>
          <a:p>
            <a:fld id="{92A49E42-579D-0A4D-A382-D64C66A04E33}" type="slidenum">
              <a:rPr lang="es-ES" smtClean="0"/>
              <a:pPr/>
              <a:t>‹#›</a:t>
            </a:fld>
            <a:endParaRPr lang="es-ES"/>
          </a:p>
        </p:txBody>
      </p:sp>
      <p:grpSp>
        <p:nvGrpSpPr>
          <p:cNvPr id="3" name="Grupo 2">
            <a:extLst>
              <a:ext uri="{FF2B5EF4-FFF2-40B4-BE49-F238E27FC236}">
                <a16:creationId xmlns:a16="http://schemas.microsoft.com/office/drawing/2014/main" id="{F02CCAD5-068D-5539-DE99-D465E1EF4F6D}"/>
              </a:ext>
            </a:extLst>
          </p:cNvPr>
          <p:cNvGrpSpPr/>
          <p:nvPr userDrawn="1"/>
        </p:nvGrpSpPr>
        <p:grpSpPr>
          <a:xfrm>
            <a:off x="7748843" y="331479"/>
            <a:ext cx="4048063" cy="436991"/>
            <a:chOff x="7642518" y="280679"/>
            <a:chExt cx="4048063" cy="436991"/>
          </a:xfrm>
        </p:grpSpPr>
        <p:pic>
          <p:nvPicPr>
            <p:cNvPr id="11" name="Imagen 10" descr="Imagen que contiene Interfaz de usuario gráfica&#10;&#10;Descripción generada automáticamente">
              <a:extLst>
                <a:ext uri="{FF2B5EF4-FFF2-40B4-BE49-F238E27FC236}">
                  <a16:creationId xmlns:a16="http://schemas.microsoft.com/office/drawing/2014/main" id="{6EB591AF-0E67-1AE4-3E6E-FF7F84C6A4A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37981" y="324770"/>
              <a:ext cx="1752600" cy="373616"/>
            </a:xfrm>
            <a:prstGeom prst="rect">
              <a:avLst/>
            </a:prstGeom>
          </p:spPr>
        </p:pic>
        <p:cxnSp>
          <p:nvCxnSpPr>
            <p:cNvPr id="12" name="Conector recto 25">
              <a:extLst>
                <a:ext uri="{FF2B5EF4-FFF2-40B4-BE49-F238E27FC236}">
                  <a16:creationId xmlns:a16="http://schemas.microsoft.com/office/drawing/2014/main" id="{BDB4D24C-5D00-20D8-3502-49F2060935B7}"/>
                </a:ext>
              </a:extLst>
            </p:cNvPr>
            <p:cNvCxnSpPr>
              <a:cxnSpLocks/>
            </p:cNvCxnSpPr>
            <p:nvPr userDrawn="1"/>
          </p:nvCxnSpPr>
          <p:spPr>
            <a:xfrm>
              <a:off x="9712338" y="280679"/>
              <a:ext cx="0" cy="436991"/>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3" name="Grupo 12">
              <a:extLst>
                <a:ext uri="{FF2B5EF4-FFF2-40B4-BE49-F238E27FC236}">
                  <a16:creationId xmlns:a16="http://schemas.microsoft.com/office/drawing/2014/main" id="{A07B9E98-0EB4-FB2F-52D1-2969194AA881}"/>
                </a:ext>
              </a:extLst>
            </p:cNvPr>
            <p:cNvGrpSpPr/>
            <p:nvPr userDrawn="1"/>
          </p:nvGrpSpPr>
          <p:grpSpPr>
            <a:xfrm>
              <a:off x="7642518" y="355149"/>
              <a:ext cx="1844178" cy="312857"/>
              <a:chOff x="858380" y="3171155"/>
              <a:chExt cx="4884170" cy="832550"/>
            </a:xfrm>
          </p:grpSpPr>
          <p:sp>
            <p:nvSpPr>
              <p:cNvPr id="14" name="Forma libre: forma 36">
                <a:extLst>
                  <a:ext uri="{FF2B5EF4-FFF2-40B4-BE49-F238E27FC236}">
                    <a16:creationId xmlns:a16="http://schemas.microsoft.com/office/drawing/2014/main" id="{FE94CE8C-169E-7B92-12D3-12B310217DC0}"/>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15" name="Forma libre: forma 37">
                <a:extLst>
                  <a:ext uri="{FF2B5EF4-FFF2-40B4-BE49-F238E27FC236}">
                    <a16:creationId xmlns:a16="http://schemas.microsoft.com/office/drawing/2014/main" id="{DC18A0A9-50E0-F7CA-D841-EF9DFE62497C}"/>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16" name="Forma libre: forma 38">
                <a:extLst>
                  <a:ext uri="{FF2B5EF4-FFF2-40B4-BE49-F238E27FC236}">
                    <a16:creationId xmlns:a16="http://schemas.microsoft.com/office/drawing/2014/main" id="{2480BBF8-3300-096C-8F16-A00B0FBB6ADB}"/>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17" name="Forma libre: forma 39">
                <a:extLst>
                  <a:ext uri="{FF2B5EF4-FFF2-40B4-BE49-F238E27FC236}">
                    <a16:creationId xmlns:a16="http://schemas.microsoft.com/office/drawing/2014/main" id="{5CE1C1AE-DCFC-7193-FE60-219A512918FB}"/>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18" name="Forma libre: forma 40">
                <a:extLst>
                  <a:ext uri="{FF2B5EF4-FFF2-40B4-BE49-F238E27FC236}">
                    <a16:creationId xmlns:a16="http://schemas.microsoft.com/office/drawing/2014/main" id="{C0387F67-4AEC-A029-E111-A25E1ADAB57B}"/>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19" name="Forma libre: forma 41">
                <a:extLst>
                  <a:ext uri="{FF2B5EF4-FFF2-40B4-BE49-F238E27FC236}">
                    <a16:creationId xmlns:a16="http://schemas.microsoft.com/office/drawing/2014/main" id="{723B5671-614A-709D-81E2-DB85970B15DD}"/>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25" name="Forma libre: forma 42">
                <a:extLst>
                  <a:ext uri="{FF2B5EF4-FFF2-40B4-BE49-F238E27FC236}">
                    <a16:creationId xmlns:a16="http://schemas.microsoft.com/office/drawing/2014/main" id="{C71BB23E-F4AD-01A9-A633-1096068FC327}"/>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26" name="Forma libre: forma 43">
                <a:extLst>
                  <a:ext uri="{FF2B5EF4-FFF2-40B4-BE49-F238E27FC236}">
                    <a16:creationId xmlns:a16="http://schemas.microsoft.com/office/drawing/2014/main" id="{731BF86D-0663-3F15-C819-8663C192FFEB}"/>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27" name="Forma libre: forma 44">
                <a:extLst>
                  <a:ext uri="{FF2B5EF4-FFF2-40B4-BE49-F238E27FC236}">
                    <a16:creationId xmlns:a16="http://schemas.microsoft.com/office/drawing/2014/main" id="{C640ACD9-B5E3-AC5A-A6B0-B23F7F023846}"/>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28" name="Forma libre: forma 45">
                <a:extLst>
                  <a:ext uri="{FF2B5EF4-FFF2-40B4-BE49-F238E27FC236}">
                    <a16:creationId xmlns:a16="http://schemas.microsoft.com/office/drawing/2014/main" id="{64EAA9C4-35AB-EAB5-FEA9-E23FF825B60E}"/>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29" name="Forma libre: forma 46">
                <a:extLst>
                  <a:ext uri="{FF2B5EF4-FFF2-40B4-BE49-F238E27FC236}">
                    <a16:creationId xmlns:a16="http://schemas.microsoft.com/office/drawing/2014/main" id="{AA55281F-B6C2-A1AD-181B-CB10BE19CF67}"/>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30" name="Forma libre: forma 47">
                <a:extLst>
                  <a:ext uri="{FF2B5EF4-FFF2-40B4-BE49-F238E27FC236}">
                    <a16:creationId xmlns:a16="http://schemas.microsoft.com/office/drawing/2014/main" id="{09EE2746-482B-8F98-AABE-43D64B26DF15}"/>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31" name="Forma libre: forma 48">
                <a:extLst>
                  <a:ext uri="{FF2B5EF4-FFF2-40B4-BE49-F238E27FC236}">
                    <a16:creationId xmlns:a16="http://schemas.microsoft.com/office/drawing/2014/main" id="{2B062C0A-B60C-F892-14A5-11300DB5977F}"/>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32" name="Forma libre: forma 49">
                <a:extLst>
                  <a:ext uri="{FF2B5EF4-FFF2-40B4-BE49-F238E27FC236}">
                    <a16:creationId xmlns:a16="http://schemas.microsoft.com/office/drawing/2014/main" id="{A98A442B-1857-689D-792A-68F254DBE3D0}"/>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33" name="Forma libre: forma 50">
                <a:extLst>
                  <a:ext uri="{FF2B5EF4-FFF2-40B4-BE49-F238E27FC236}">
                    <a16:creationId xmlns:a16="http://schemas.microsoft.com/office/drawing/2014/main" id="{3DFC11F0-9653-5FE4-4E34-306FBBC7C951}"/>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34" name="Forma libre: forma 51">
                <a:extLst>
                  <a:ext uri="{FF2B5EF4-FFF2-40B4-BE49-F238E27FC236}">
                    <a16:creationId xmlns:a16="http://schemas.microsoft.com/office/drawing/2014/main" id="{8E454E9B-5F93-78E2-713F-1079AA90F419}"/>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grpSp>
    </p:spTree>
    <p:extLst>
      <p:ext uri="{BB962C8B-B14F-4D97-AF65-F5344CB8AC3E}">
        <p14:creationId xmlns:p14="http://schemas.microsoft.com/office/powerpoint/2010/main" val="69711268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1 Column 1 Image">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45629A9C-72EE-2073-5E1B-EEE443BDBB51}"/>
              </a:ext>
            </a:extLst>
          </p:cNvPr>
          <p:cNvGrpSpPr/>
          <p:nvPr userDrawn="1"/>
        </p:nvGrpSpPr>
        <p:grpSpPr>
          <a:xfrm>
            <a:off x="7748843" y="280679"/>
            <a:ext cx="4048063" cy="436991"/>
            <a:chOff x="7642518" y="280679"/>
            <a:chExt cx="4048063" cy="436991"/>
          </a:xfrm>
        </p:grpSpPr>
        <p:pic>
          <p:nvPicPr>
            <p:cNvPr id="3" name="Imagen 2" descr="Imagen que contiene Interfaz de usuario gráfica&#10;&#10;Descripción generada automáticamente">
              <a:extLst>
                <a:ext uri="{FF2B5EF4-FFF2-40B4-BE49-F238E27FC236}">
                  <a16:creationId xmlns:a16="http://schemas.microsoft.com/office/drawing/2014/main" id="{30091081-F016-01E4-71CA-0D07B790F9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37981" y="324770"/>
              <a:ext cx="1752600" cy="373616"/>
            </a:xfrm>
            <a:prstGeom prst="rect">
              <a:avLst/>
            </a:prstGeom>
          </p:spPr>
        </p:pic>
        <p:cxnSp>
          <p:nvCxnSpPr>
            <p:cNvPr id="4" name="Conector recto 25">
              <a:extLst>
                <a:ext uri="{FF2B5EF4-FFF2-40B4-BE49-F238E27FC236}">
                  <a16:creationId xmlns:a16="http://schemas.microsoft.com/office/drawing/2014/main" id="{C7202BF8-E184-A949-E168-2CE5678504FC}"/>
                </a:ext>
              </a:extLst>
            </p:cNvPr>
            <p:cNvCxnSpPr>
              <a:cxnSpLocks/>
            </p:cNvCxnSpPr>
            <p:nvPr userDrawn="1"/>
          </p:nvCxnSpPr>
          <p:spPr>
            <a:xfrm>
              <a:off x="9712338" y="280679"/>
              <a:ext cx="0" cy="436991"/>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 name="Grupo 4">
              <a:extLst>
                <a:ext uri="{FF2B5EF4-FFF2-40B4-BE49-F238E27FC236}">
                  <a16:creationId xmlns:a16="http://schemas.microsoft.com/office/drawing/2014/main" id="{D4FBCEC5-4E94-25F1-EB92-753287E352B9}"/>
                </a:ext>
              </a:extLst>
            </p:cNvPr>
            <p:cNvGrpSpPr/>
            <p:nvPr userDrawn="1"/>
          </p:nvGrpSpPr>
          <p:grpSpPr>
            <a:xfrm>
              <a:off x="7642518" y="355149"/>
              <a:ext cx="1844178" cy="312857"/>
              <a:chOff x="858380" y="3171155"/>
              <a:chExt cx="4884170" cy="832550"/>
            </a:xfrm>
          </p:grpSpPr>
          <p:sp>
            <p:nvSpPr>
              <p:cNvPr id="6" name="Forma libre: forma 36">
                <a:extLst>
                  <a:ext uri="{FF2B5EF4-FFF2-40B4-BE49-F238E27FC236}">
                    <a16:creationId xmlns:a16="http://schemas.microsoft.com/office/drawing/2014/main" id="{9E7A42CD-B9E5-8358-194C-ABAAD232C80D}"/>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7" name="Forma libre: forma 37">
                <a:extLst>
                  <a:ext uri="{FF2B5EF4-FFF2-40B4-BE49-F238E27FC236}">
                    <a16:creationId xmlns:a16="http://schemas.microsoft.com/office/drawing/2014/main" id="{0B82D675-4D4B-9252-89FB-6BC3A082DDB8}"/>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8" name="Forma libre: forma 38">
                <a:extLst>
                  <a:ext uri="{FF2B5EF4-FFF2-40B4-BE49-F238E27FC236}">
                    <a16:creationId xmlns:a16="http://schemas.microsoft.com/office/drawing/2014/main" id="{2C5399ED-2BAE-CEB9-E5B0-FA59785C5A50}"/>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9" name="Forma libre: forma 39">
                <a:extLst>
                  <a:ext uri="{FF2B5EF4-FFF2-40B4-BE49-F238E27FC236}">
                    <a16:creationId xmlns:a16="http://schemas.microsoft.com/office/drawing/2014/main" id="{8B587460-5962-3A18-3441-E9DA3D1FE0E3}"/>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10" name="Forma libre: forma 40">
                <a:extLst>
                  <a:ext uri="{FF2B5EF4-FFF2-40B4-BE49-F238E27FC236}">
                    <a16:creationId xmlns:a16="http://schemas.microsoft.com/office/drawing/2014/main" id="{255CD48D-CB2B-4C1A-8125-275BE487B553}"/>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11" name="Forma libre: forma 41">
                <a:extLst>
                  <a:ext uri="{FF2B5EF4-FFF2-40B4-BE49-F238E27FC236}">
                    <a16:creationId xmlns:a16="http://schemas.microsoft.com/office/drawing/2014/main" id="{7AD02928-328B-6C95-35FF-A8B60688E3F1}"/>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17" name="Forma libre: forma 42">
                <a:extLst>
                  <a:ext uri="{FF2B5EF4-FFF2-40B4-BE49-F238E27FC236}">
                    <a16:creationId xmlns:a16="http://schemas.microsoft.com/office/drawing/2014/main" id="{F91056E0-8D87-21CD-2188-585C17391C11}"/>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18" name="Forma libre: forma 43">
                <a:extLst>
                  <a:ext uri="{FF2B5EF4-FFF2-40B4-BE49-F238E27FC236}">
                    <a16:creationId xmlns:a16="http://schemas.microsoft.com/office/drawing/2014/main" id="{FA010700-9407-40C2-AEA4-12EB5C4878C2}"/>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19" name="Forma libre: forma 44">
                <a:extLst>
                  <a:ext uri="{FF2B5EF4-FFF2-40B4-BE49-F238E27FC236}">
                    <a16:creationId xmlns:a16="http://schemas.microsoft.com/office/drawing/2014/main" id="{F407465E-1F2C-C277-B4B2-B1162A788F23}"/>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20" name="Forma libre: forma 45">
                <a:extLst>
                  <a:ext uri="{FF2B5EF4-FFF2-40B4-BE49-F238E27FC236}">
                    <a16:creationId xmlns:a16="http://schemas.microsoft.com/office/drawing/2014/main" id="{D2E43182-C1D6-DA8F-5690-52EB873D47B7}"/>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21" name="Forma libre: forma 46">
                <a:extLst>
                  <a:ext uri="{FF2B5EF4-FFF2-40B4-BE49-F238E27FC236}">
                    <a16:creationId xmlns:a16="http://schemas.microsoft.com/office/drawing/2014/main" id="{6FB33274-5E6A-EF88-4549-AAD9BB4250FB}"/>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22" name="Forma libre: forma 47">
                <a:extLst>
                  <a:ext uri="{FF2B5EF4-FFF2-40B4-BE49-F238E27FC236}">
                    <a16:creationId xmlns:a16="http://schemas.microsoft.com/office/drawing/2014/main" id="{8ABF815F-CEF7-85D6-CD42-3B2C08AA0140}"/>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23" name="Forma libre: forma 48">
                <a:extLst>
                  <a:ext uri="{FF2B5EF4-FFF2-40B4-BE49-F238E27FC236}">
                    <a16:creationId xmlns:a16="http://schemas.microsoft.com/office/drawing/2014/main" id="{EF484A8E-3F5D-E595-033A-F62700953990}"/>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24" name="Forma libre: forma 49">
                <a:extLst>
                  <a:ext uri="{FF2B5EF4-FFF2-40B4-BE49-F238E27FC236}">
                    <a16:creationId xmlns:a16="http://schemas.microsoft.com/office/drawing/2014/main" id="{E10ADD88-D52E-76B9-89C1-9782C8893917}"/>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25" name="Forma libre: forma 50">
                <a:extLst>
                  <a:ext uri="{FF2B5EF4-FFF2-40B4-BE49-F238E27FC236}">
                    <a16:creationId xmlns:a16="http://schemas.microsoft.com/office/drawing/2014/main" id="{1D2984C2-DD37-9014-BDEA-D965C36BBE47}"/>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26" name="Forma libre: forma 51">
                <a:extLst>
                  <a:ext uri="{FF2B5EF4-FFF2-40B4-BE49-F238E27FC236}">
                    <a16:creationId xmlns:a16="http://schemas.microsoft.com/office/drawing/2014/main" id="{A894F73F-C4D6-8D4A-A2D2-90D2C4BEDA73}"/>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grpSp>
    </p:spTree>
    <p:extLst>
      <p:ext uri="{BB962C8B-B14F-4D97-AF65-F5344CB8AC3E}">
        <p14:creationId xmlns:p14="http://schemas.microsoft.com/office/powerpoint/2010/main" val="2798715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1 Column 1 Image">
    <p:spTree>
      <p:nvGrpSpPr>
        <p:cNvPr id="1" name=""/>
        <p:cNvGrpSpPr/>
        <p:nvPr/>
      </p:nvGrpSpPr>
      <p:grpSpPr>
        <a:xfrm>
          <a:off x="0" y="0"/>
          <a:ext cx="0" cy="0"/>
          <a:chOff x="0" y="0"/>
          <a:chExt cx="0" cy="0"/>
        </a:xfrm>
      </p:grpSpPr>
      <p:sp>
        <p:nvSpPr>
          <p:cNvPr id="10" name="CuadroTexto 9">
            <a:extLst>
              <a:ext uri="{FF2B5EF4-FFF2-40B4-BE49-F238E27FC236}">
                <a16:creationId xmlns:a16="http://schemas.microsoft.com/office/drawing/2014/main" id="{4088D40B-8E3F-D667-B2E3-8F9EF4CEDB53}"/>
              </a:ext>
            </a:extLst>
          </p:cNvPr>
          <p:cNvSpPr txBox="1"/>
          <p:nvPr userDrawn="1"/>
        </p:nvSpPr>
        <p:spPr>
          <a:xfrm>
            <a:off x="6635848" y="138363"/>
            <a:ext cx="0" cy="0"/>
          </a:xfrm>
          <a:prstGeom prst="rect">
            <a:avLst/>
          </a:prstGeom>
          <a:noFill/>
        </p:spPr>
        <p:txBody>
          <a:bodyPr wrap="none" lIns="0" tIns="0" rIns="0" bIns="0" rtlCol="0">
            <a:noAutofit/>
          </a:bodyPr>
          <a:lstStyle/>
          <a:p>
            <a:pPr algn="l"/>
            <a:endParaRPr lang="en-US" sz="1000" err="1">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endParaRPr>
          </a:p>
        </p:txBody>
      </p:sp>
      <p:grpSp>
        <p:nvGrpSpPr>
          <p:cNvPr id="2" name="Grupo 1">
            <a:extLst>
              <a:ext uri="{FF2B5EF4-FFF2-40B4-BE49-F238E27FC236}">
                <a16:creationId xmlns:a16="http://schemas.microsoft.com/office/drawing/2014/main" id="{E37E653C-4783-1DEB-4058-AE5A9D68784D}"/>
              </a:ext>
            </a:extLst>
          </p:cNvPr>
          <p:cNvGrpSpPr/>
          <p:nvPr userDrawn="1"/>
        </p:nvGrpSpPr>
        <p:grpSpPr>
          <a:xfrm>
            <a:off x="7748843" y="280679"/>
            <a:ext cx="4048063" cy="436991"/>
            <a:chOff x="7642518" y="280679"/>
            <a:chExt cx="4048063" cy="436991"/>
          </a:xfrm>
        </p:grpSpPr>
        <p:pic>
          <p:nvPicPr>
            <p:cNvPr id="3" name="Imagen 2" descr="Imagen que contiene Interfaz de usuario gráfica&#10;&#10;Descripción generada automáticamente">
              <a:extLst>
                <a:ext uri="{FF2B5EF4-FFF2-40B4-BE49-F238E27FC236}">
                  <a16:creationId xmlns:a16="http://schemas.microsoft.com/office/drawing/2014/main" id="{A703C371-DBE9-BECB-0465-49D1C5610CE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37981" y="324770"/>
              <a:ext cx="1752600" cy="373616"/>
            </a:xfrm>
            <a:prstGeom prst="rect">
              <a:avLst/>
            </a:prstGeom>
          </p:spPr>
        </p:pic>
        <p:cxnSp>
          <p:nvCxnSpPr>
            <p:cNvPr id="4" name="Conector recto 25">
              <a:extLst>
                <a:ext uri="{FF2B5EF4-FFF2-40B4-BE49-F238E27FC236}">
                  <a16:creationId xmlns:a16="http://schemas.microsoft.com/office/drawing/2014/main" id="{D9481A4E-9531-FF8C-75FB-5313E25AD3D3}"/>
                </a:ext>
              </a:extLst>
            </p:cNvPr>
            <p:cNvCxnSpPr>
              <a:cxnSpLocks/>
            </p:cNvCxnSpPr>
            <p:nvPr userDrawn="1"/>
          </p:nvCxnSpPr>
          <p:spPr>
            <a:xfrm>
              <a:off x="9712338" y="280679"/>
              <a:ext cx="0" cy="436991"/>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 name="Grupo 4">
              <a:extLst>
                <a:ext uri="{FF2B5EF4-FFF2-40B4-BE49-F238E27FC236}">
                  <a16:creationId xmlns:a16="http://schemas.microsoft.com/office/drawing/2014/main" id="{3F2F65EE-C513-25FE-7CC6-6BA7608D0612}"/>
                </a:ext>
              </a:extLst>
            </p:cNvPr>
            <p:cNvGrpSpPr/>
            <p:nvPr userDrawn="1"/>
          </p:nvGrpSpPr>
          <p:grpSpPr>
            <a:xfrm>
              <a:off x="7642518" y="355149"/>
              <a:ext cx="1844178" cy="312857"/>
              <a:chOff x="858380" y="3171155"/>
              <a:chExt cx="4884170" cy="832550"/>
            </a:xfrm>
          </p:grpSpPr>
          <p:sp>
            <p:nvSpPr>
              <p:cNvPr id="6" name="Forma libre: forma 36">
                <a:extLst>
                  <a:ext uri="{FF2B5EF4-FFF2-40B4-BE49-F238E27FC236}">
                    <a16:creationId xmlns:a16="http://schemas.microsoft.com/office/drawing/2014/main" id="{EDEB19E3-BFC3-D6A8-5AAE-FD65D9367556}"/>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7" name="Forma libre: forma 37">
                <a:extLst>
                  <a:ext uri="{FF2B5EF4-FFF2-40B4-BE49-F238E27FC236}">
                    <a16:creationId xmlns:a16="http://schemas.microsoft.com/office/drawing/2014/main" id="{61756D34-4295-C504-A94A-D5158E2D1153}"/>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8" name="Forma libre: forma 38">
                <a:extLst>
                  <a:ext uri="{FF2B5EF4-FFF2-40B4-BE49-F238E27FC236}">
                    <a16:creationId xmlns:a16="http://schemas.microsoft.com/office/drawing/2014/main" id="{D386FCE3-9E23-A151-8147-C0005CC0EBDB}"/>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9" name="Forma libre: forma 39">
                <a:extLst>
                  <a:ext uri="{FF2B5EF4-FFF2-40B4-BE49-F238E27FC236}">
                    <a16:creationId xmlns:a16="http://schemas.microsoft.com/office/drawing/2014/main" id="{C33E7849-4D67-6D00-8BEC-4F756062102A}"/>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11" name="Forma libre: forma 40">
                <a:extLst>
                  <a:ext uri="{FF2B5EF4-FFF2-40B4-BE49-F238E27FC236}">
                    <a16:creationId xmlns:a16="http://schemas.microsoft.com/office/drawing/2014/main" id="{601E1DB5-8A52-A589-90E8-9252D00D1432}"/>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12" name="Forma libre: forma 41">
                <a:extLst>
                  <a:ext uri="{FF2B5EF4-FFF2-40B4-BE49-F238E27FC236}">
                    <a16:creationId xmlns:a16="http://schemas.microsoft.com/office/drawing/2014/main" id="{67F51A9B-12BA-E737-4FD2-7B70A438DBF5}"/>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18" name="Forma libre: forma 42">
                <a:extLst>
                  <a:ext uri="{FF2B5EF4-FFF2-40B4-BE49-F238E27FC236}">
                    <a16:creationId xmlns:a16="http://schemas.microsoft.com/office/drawing/2014/main" id="{D1FE26A0-97CC-2C13-7BC9-09BFA2B58DDD}"/>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19" name="Forma libre: forma 43">
                <a:extLst>
                  <a:ext uri="{FF2B5EF4-FFF2-40B4-BE49-F238E27FC236}">
                    <a16:creationId xmlns:a16="http://schemas.microsoft.com/office/drawing/2014/main" id="{FC960EC9-72CD-D7BA-F7B3-7BD14C244C88}"/>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20" name="Forma libre: forma 44">
                <a:extLst>
                  <a:ext uri="{FF2B5EF4-FFF2-40B4-BE49-F238E27FC236}">
                    <a16:creationId xmlns:a16="http://schemas.microsoft.com/office/drawing/2014/main" id="{3302E193-F64A-7FEB-5410-D546556712F9}"/>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21" name="Forma libre: forma 45">
                <a:extLst>
                  <a:ext uri="{FF2B5EF4-FFF2-40B4-BE49-F238E27FC236}">
                    <a16:creationId xmlns:a16="http://schemas.microsoft.com/office/drawing/2014/main" id="{3EACF7C8-7EC6-9141-C5E3-6124428A768A}"/>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22" name="Forma libre: forma 46">
                <a:extLst>
                  <a:ext uri="{FF2B5EF4-FFF2-40B4-BE49-F238E27FC236}">
                    <a16:creationId xmlns:a16="http://schemas.microsoft.com/office/drawing/2014/main" id="{1794E572-9681-E0A3-A105-FCF82DCEA3A7}"/>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23" name="Forma libre: forma 47">
                <a:extLst>
                  <a:ext uri="{FF2B5EF4-FFF2-40B4-BE49-F238E27FC236}">
                    <a16:creationId xmlns:a16="http://schemas.microsoft.com/office/drawing/2014/main" id="{535E6315-9F2B-1B81-9933-D99DE368D044}"/>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24" name="Forma libre: forma 48">
                <a:extLst>
                  <a:ext uri="{FF2B5EF4-FFF2-40B4-BE49-F238E27FC236}">
                    <a16:creationId xmlns:a16="http://schemas.microsoft.com/office/drawing/2014/main" id="{95CC092B-2D00-DC5D-1A7D-4403A05E50D5}"/>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25" name="Forma libre: forma 49">
                <a:extLst>
                  <a:ext uri="{FF2B5EF4-FFF2-40B4-BE49-F238E27FC236}">
                    <a16:creationId xmlns:a16="http://schemas.microsoft.com/office/drawing/2014/main" id="{516E33E9-A3FA-0D35-A451-F6163B08F424}"/>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26" name="Forma libre: forma 50">
                <a:extLst>
                  <a:ext uri="{FF2B5EF4-FFF2-40B4-BE49-F238E27FC236}">
                    <a16:creationId xmlns:a16="http://schemas.microsoft.com/office/drawing/2014/main" id="{481A2D05-569E-C1C9-473C-189D9FFF9677}"/>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27" name="Forma libre: forma 51">
                <a:extLst>
                  <a:ext uri="{FF2B5EF4-FFF2-40B4-BE49-F238E27FC236}">
                    <a16:creationId xmlns:a16="http://schemas.microsoft.com/office/drawing/2014/main" id="{DBB44469-2248-1934-3EC3-15C35ACD43AC}"/>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grpSp>
    </p:spTree>
    <p:extLst>
      <p:ext uri="{BB962C8B-B14F-4D97-AF65-F5344CB8AC3E}">
        <p14:creationId xmlns:p14="http://schemas.microsoft.com/office/powerpoint/2010/main" val="1151014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 Green Column">
    <p:bg>
      <p:bgPr>
        <a:solidFill>
          <a:schemeClr val="tx2"/>
        </a:solidFill>
        <a:effectLst/>
      </p:bgPr>
    </p:bg>
    <p:spTree>
      <p:nvGrpSpPr>
        <p:cNvPr id="1" name=""/>
        <p:cNvGrpSpPr/>
        <p:nvPr/>
      </p:nvGrpSpPr>
      <p:grpSpPr>
        <a:xfrm>
          <a:off x="0" y="0"/>
          <a:ext cx="0" cy="0"/>
          <a:chOff x="0" y="0"/>
          <a:chExt cx="0" cy="0"/>
        </a:xfrm>
      </p:grpSpPr>
      <p:sp>
        <p:nvSpPr>
          <p:cNvPr id="7" name="Marcador de número de diapositiva 2">
            <a:extLst>
              <a:ext uri="{FF2B5EF4-FFF2-40B4-BE49-F238E27FC236}">
                <a16:creationId xmlns:a16="http://schemas.microsoft.com/office/drawing/2014/main" id="{202F9168-C4D4-6509-D780-1F928016B20A}"/>
              </a:ext>
            </a:extLst>
          </p:cNvPr>
          <p:cNvSpPr>
            <a:spLocks noGrp="1"/>
          </p:cNvSpPr>
          <p:nvPr>
            <p:ph type="sldNum" sz="quarter" idx="4"/>
          </p:nvPr>
        </p:nvSpPr>
        <p:spPr>
          <a:xfrm>
            <a:off x="11164831" y="6453336"/>
            <a:ext cx="619949" cy="240553"/>
          </a:xfrm>
          <a:prstGeom prst="rect">
            <a:avLst/>
          </a:prstGeom>
        </p:spPr>
        <p:txBody>
          <a:bodyPr/>
          <a:lstStyle>
            <a:lvl1pPr algn="r">
              <a:defRPr>
                <a:solidFill>
                  <a:schemeClr val="bg1"/>
                </a:solidFill>
                <a:latin typeface="+mn-lt"/>
              </a:defRPr>
            </a:lvl1pPr>
          </a:lstStyle>
          <a:p>
            <a:fld id="{92A49E42-579D-0A4D-A382-D64C66A04E33}" type="slidenum">
              <a:rPr lang="es-ES" smtClean="0"/>
              <a:pPr/>
              <a:t>‹#›</a:t>
            </a:fld>
            <a:endParaRPr lang="es-ES"/>
          </a:p>
        </p:txBody>
      </p:sp>
      <p:grpSp>
        <p:nvGrpSpPr>
          <p:cNvPr id="2" name="Group 1">
            <a:extLst>
              <a:ext uri="{FF2B5EF4-FFF2-40B4-BE49-F238E27FC236}">
                <a16:creationId xmlns:a16="http://schemas.microsoft.com/office/drawing/2014/main" id="{307D74A2-E6B6-7916-9792-232AE13712E6}"/>
              </a:ext>
            </a:extLst>
          </p:cNvPr>
          <p:cNvGrpSpPr/>
          <p:nvPr userDrawn="1"/>
        </p:nvGrpSpPr>
        <p:grpSpPr>
          <a:xfrm>
            <a:off x="7745052" y="206115"/>
            <a:ext cx="3989628" cy="733648"/>
            <a:chOff x="7745052" y="206115"/>
            <a:chExt cx="3989628" cy="733648"/>
          </a:xfrm>
        </p:grpSpPr>
        <p:grpSp>
          <p:nvGrpSpPr>
            <p:cNvPr id="3" name="Grupo 27">
              <a:extLst>
                <a:ext uri="{FF2B5EF4-FFF2-40B4-BE49-F238E27FC236}">
                  <a16:creationId xmlns:a16="http://schemas.microsoft.com/office/drawing/2014/main" id="{D0B52C2F-9988-01B3-5DF6-984759ECE511}"/>
                </a:ext>
              </a:extLst>
            </p:cNvPr>
            <p:cNvGrpSpPr/>
            <p:nvPr userDrawn="1"/>
          </p:nvGrpSpPr>
          <p:grpSpPr>
            <a:xfrm>
              <a:off x="7745052" y="326847"/>
              <a:ext cx="2061401" cy="436991"/>
              <a:chOff x="7838666" y="-1328018"/>
              <a:chExt cx="2061401" cy="436991"/>
            </a:xfrm>
          </p:grpSpPr>
          <p:grpSp>
            <p:nvGrpSpPr>
              <p:cNvPr id="8" name="Grupo 29">
                <a:extLst>
                  <a:ext uri="{FF2B5EF4-FFF2-40B4-BE49-F238E27FC236}">
                    <a16:creationId xmlns:a16="http://schemas.microsoft.com/office/drawing/2014/main" id="{DE49CEBD-EE19-B1B8-746A-ED4C9A20DB11}"/>
                  </a:ext>
                </a:extLst>
              </p:cNvPr>
              <p:cNvGrpSpPr/>
              <p:nvPr/>
            </p:nvGrpSpPr>
            <p:grpSpPr>
              <a:xfrm>
                <a:off x="7838666" y="-1247950"/>
                <a:ext cx="1843200" cy="309600"/>
                <a:chOff x="858380" y="3171155"/>
                <a:chExt cx="4884170" cy="832550"/>
              </a:xfrm>
              <a:solidFill>
                <a:schemeClr val="bg1"/>
              </a:solidFill>
            </p:grpSpPr>
            <p:sp>
              <p:nvSpPr>
                <p:cNvPr id="10" name="Forma libre: forma 15">
                  <a:extLst>
                    <a:ext uri="{FF2B5EF4-FFF2-40B4-BE49-F238E27FC236}">
                      <a16:creationId xmlns:a16="http://schemas.microsoft.com/office/drawing/2014/main" id="{627D4C05-AFB5-A528-8448-3153DB421C78}"/>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grpFill/>
                <a:ln w="3333" cap="flat">
                  <a:noFill/>
                  <a:prstDash val="solid"/>
                  <a:miter/>
                </a:ln>
              </p:spPr>
              <p:txBody>
                <a:bodyPr rtlCol="0" anchor="ctr"/>
                <a:lstStyle/>
                <a:p>
                  <a:endParaRPr lang="es-ES"/>
                </a:p>
              </p:txBody>
            </p:sp>
            <p:sp>
              <p:nvSpPr>
                <p:cNvPr id="11" name="Forma libre: forma 16">
                  <a:extLst>
                    <a:ext uri="{FF2B5EF4-FFF2-40B4-BE49-F238E27FC236}">
                      <a16:creationId xmlns:a16="http://schemas.microsoft.com/office/drawing/2014/main" id="{B51A7367-BD4F-E8FE-7650-DBB8FCD45D44}"/>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grpFill/>
                <a:ln w="3333" cap="flat">
                  <a:noFill/>
                  <a:prstDash val="solid"/>
                  <a:miter/>
                </a:ln>
              </p:spPr>
              <p:txBody>
                <a:bodyPr rtlCol="0" anchor="ctr"/>
                <a:lstStyle/>
                <a:p>
                  <a:endParaRPr lang="es-ES"/>
                </a:p>
              </p:txBody>
            </p:sp>
            <p:sp>
              <p:nvSpPr>
                <p:cNvPr id="12" name="Forma libre: forma 17">
                  <a:extLst>
                    <a:ext uri="{FF2B5EF4-FFF2-40B4-BE49-F238E27FC236}">
                      <a16:creationId xmlns:a16="http://schemas.microsoft.com/office/drawing/2014/main" id="{A562018E-3FC6-0F46-4876-BFE800D43F6A}"/>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grpFill/>
                <a:ln w="3333" cap="flat">
                  <a:noFill/>
                  <a:prstDash val="solid"/>
                  <a:miter/>
                </a:ln>
              </p:spPr>
              <p:txBody>
                <a:bodyPr rtlCol="0" anchor="ctr"/>
                <a:lstStyle/>
                <a:p>
                  <a:endParaRPr lang="es-ES"/>
                </a:p>
              </p:txBody>
            </p:sp>
            <p:sp>
              <p:nvSpPr>
                <p:cNvPr id="13" name="Forma libre: forma 18">
                  <a:extLst>
                    <a:ext uri="{FF2B5EF4-FFF2-40B4-BE49-F238E27FC236}">
                      <a16:creationId xmlns:a16="http://schemas.microsoft.com/office/drawing/2014/main" id="{9BA0249D-2F69-84A9-A623-039E79CF865A}"/>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grpFill/>
                <a:ln w="3333" cap="flat">
                  <a:noFill/>
                  <a:prstDash val="solid"/>
                  <a:miter/>
                </a:ln>
              </p:spPr>
              <p:txBody>
                <a:bodyPr rtlCol="0" anchor="ctr"/>
                <a:lstStyle/>
                <a:p>
                  <a:endParaRPr lang="es-ES"/>
                </a:p>
              </p:txBody>
            </p:sp>
            <p:sp>
              <p:nvSpPr>
                <p:cNvPr id="14" name="Forma libre: forma 19">
                  <a:extLst>
                    <a:ext uri="{FF2B5EF4-FFF2-40B4-BE49-F238E27FC236}">
                      <a16:creationId xmlns:a16="http://schemas.microsoft.com/office/drawing/2014/main" id="{F21EC37A-7CAF-BBB9-41F7-5CC6E6AE6D64}"/>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grpFill/>
                <a:ln w="3333" cap="flat">
                  <a:noFill/>
                  <a:prstDash val="solid"/>
                  <a:miter/>
                </a:ln>
              </p:spPr>
              <p:txBody>
                <a:bodyPr rtlCol="0" anchor="ctr"/>
                <a:lstStyle/>
                <a:p>
                  <a:endParaRPr lang="es-ES"/>
                </a:p>
              </p:txBody>
            </p:sp>
            <p:sp>
              <p:nvSpPr>
                <p:cNvPr id="15" name="Forma libre: forma 20">
                  <a:extLst>
                    <a:ext uri="{FF2B5EF4-FFF2-40B4-BE49-F238E27FC236}">
                      <a16:creationId xmlns:a16="http://schemas.microsoft.com/office/drawing/2014/main" id="{B6EE48FB-B4AC-A704-CBA8-7367C4CB4B60}"/>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grpFill/>
                <a:ln w="3333" cap="flat">
                  <a:noFill/>
                  <a:prstDash val="solid"/>
                  <a:miter/>
                </a:ln>
              </p:spPr>
              <p:txBody>
                <a:bodyPr rtlCol="0" anchor="ctr"/>
                <a:lstStyle/>
                <a:p>
                  <a:endParaRPr lang="es-ES"/>
                </a:p>
              </p:txBody>
            </p:sp>
            <p:sp>
              <p:nvSpPr>
                <p:cNvPr id="16" name="Forma libre: forma 21">
                  <a:extLst>
                    <a:ext uri="{FF2B5EF4-FFF2-40B4-BE49-F238E27FC236}">
                      <a16:creationId xmlns:a16="http://schemas.microsoft.com/office/drawing/2014/main" id="{B3810663-D58E-5C73-F486-3C0A8975A1A1}"/>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grpFill/>
                <a:ln w="3333" cap="flat">
                  <a:noFill/>
                  <a:prstDash val="solid"/>
                  <a:miter/>
                </a:ln>
              </p:spPr>
              <p:txBody>
                <a:bodyPr rtlCol="0" anchor="ctr"/>
                <a:lstStyle/>
                <a:p>
                  <a:endParaRPr lang="es-ES"/>
                </a:p>
              </p:txBody>
            </p:sp>
            <p:sp>
              <p:nvSpPr>
                <p:cNvPr id="17" name="Forma libre: forma 22">
                  <a:extLst>
                    <a:ext uri="{FF2B5EF4-FFF2-40B4-BE49-F238E27FC236}">
                      <a16:creationId xmlns:a16="http://schemas.microsoft.com/office/drawing/2014/main" id="{9A1CE3E6-73F9-4B5C-86A1-D131826545DD}"/>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grpFill/>
                <a:ln w="3333" cap="flat">
                  <a:noFill/>
                  <a:prstDash val="solid"/>
                  <a:miter/>
                </a:ln>
              </p:spPr>
              <p:txBody>
                <a:bodyPr rtlCol="0" anchor="ctr"/>
                <a:lstStyle/>
                <a:p>
                  <a:endParaRPr lang="es-ES"/>
                </a:p>
              </p:txBody>
            </p:sp>
            <p:sp>
              <p:nvSpPr>
                <p:cNvPr id="18" name="Forma libre: forma 23">
                  <a:extLst>
                    <a:ext uri="{FF2B5EF4-FFF2-40B4-BE49-F238E27FC236}">
                      <a16:creationId xmlns:a16="http://schemas.microsoft.com/office/drawing/2014/main" id="{17115D3D-DFDC-8A90-A85E-FB07C93AE867}"/>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grpFill/>
                <a:ln w="3333" cap="flat">
                  <a:noFill/>
                  <a:prstDash val="solid"/>
                  <a:miter/>
                </a:ln>
              </p:spPr>
              <p:txBody>
                <a:bodyPr rtlCol="0" anchor="ctr"/>
                <a:lstStyle/>
                <a:p>
                  <a:endParaRPr lang="es-ES"/>
                </a:p>
              </p:txBody>
            </p:sp>
            <p:sp>
              <p:nvSpPr>
                <p:cNvPr id="19" name="Forma libre: forma 24">
                  <a:extLst>
                    <a:ext uri="{FF2B5EF4-FFF2-40B4-BE49-F238E27FC236}">
                      <a16:creationId xmlns:a16="http://schemas.microsoft.com/office/drawing/2014/main" id="{BBA4587E-C88D-4630-1A99-C4330B4FA471}"/>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grpFill/>
                <a:ln w="3333" cap="flat">
                  <a:noFill/>
                  <a:prstDash val="solid"/>
                  <a:miter/>
                </a:ln>
              </p:spPr>
              <p:txBody>
                <a:bodyPr rtlCol="0" anchor="ctr"/>
                <a:lstStyle/>
                <a:p>
                  <a:endParaRPr lang="es-ES"/>
                </a:p>
              </p:txBody>
            </p:sp>
            <p:sp>
              <p:nvSpPr>
                <p:cNvPr id="20" name="Forma libre: forma 25">
                  <a:extLst>
                    <a:ext uri="{FF2B5EF4-FFF2-40B4-BE49-F238E27FC236}">
                      <a16:creationId xmlns:a16="http://schemas.microsoft.com/office/drawing/2014/main" id="{108B35C8-0706-BC59-FFEB-9EC611D5DCFA}"/>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grpFill/>
                <a:ln w="3333" cap="flat">
                  <a:noFill/>
                  <a:prstDash val="solid"/>
                  <a:miter/>
                </a:ln>
              </p:spPr>
              <p:txBody>
                <a:bodyPr rtlCol="0" anchor="ctr"/>
                <a:lstStyle/>
                <a:p>
                  <a:endParaRPr lang="es-ES"/>
                </a:p>
              </p:txBody>
            </p:sp>
            <p:sp>
              <p:nvSpPr>
                <p:cNvPr id="21" name="Forma libre: forma 26">
                  <a:extLst>
                    <a:ext uri="{FF2B5EF4-FFF2-40B4-BE49-F238E27FC236}">
                      <a16:creationId xmlns:a16="http://schemas.microsoft.com/office/drawing/2014/main" id="{DDCBEE92-426B-9D44-4D0D-9C3B203E59C4}"/>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grpFill/>
                <a:ln w="3333" cap="flat">
                  <a:noFill/>
                  <a:prstDash val="solid"/>
                  <a:miter/>
                </a:ln>
              </p:spPr>
              <p:txBody>
                <a:bodyPr rtlCol="0" anchor="ctr"/>
                <a:lstStyle/>
                <a:p>
                  <a:endParaRPr lang="es-ES"/>
                </a:p>
              </p:txBody>
            </p:sp>
            <p:sp>
              <p:nvSpPr>
                <p:cNvPr id="22" name="Forma libre: forma 27">
                  <a:extLst>
                    <a:ext uri="{FF2B5EF4-FFF2-40B4-BE49-F238E27FC236}">
                      <a16:creationId xmlns:a16="http://schemas.microsoft.com/office/drawing/2014/main" id="{60ECC8A6-E9D9-D838-30CC-C3D950D0AE0E}"/>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grpFill/>
                <a:ln w="3333" cap="flat">
                  <a:noFill/>
                  <a:prstDash val="solid"/>
                  <a:miter/>
                </a:ln>
              </p:spPr>
              <p:txBody>
                <a:bodyPr rtlCol="0" anchor="ctr"/>
                <a:lstStyle/>
                <a:p>
                  <a:endParaRPr lang="es-ES"/>
                </a:p>
              </p:txBody>
            </p:sp>
            <p:sp>
              <p:nvSpPr>
                <p:cNvPr id="23" name="Forma libre: forma 28">
                  <a:extLst>
                    <a:ext uri="{FF2B5EF4-FFF2-40B4-BE49-F238E27FC236}">
                      <a16:creationId xmlns:a16="http://schemas.microsoft.com/office/drawing/2014/main" id="{D6682C20-7EA6-AD68-9BED-D2B902AE2AB8}"/>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grpFill/>
                <a:ln w="3333" cap="flat">
                  <a:noFill/>
                  <a:prstDash val="solid"/>
                  <a:miter/>
                </a:ln>
              </p:spPr>
              <p:txBody>
                <a:bodyPr rtlCol="0" anchor="ctr"/>
                <a:lstStyle/>
                <a:p>
                  <a:endParaRPr lang="es-ES"/>
                </a:p>
              </p:txBody>
            </p:sp>
            <p:sp>
              <p:nvSpPr>
                <p:cNvPr id="24" name="Forma libre: forma 29">
                  <a:extLst>
                    <a:ext uri="{FF2B5EF4-FFF2-40B4-BE49-F238E27FC236}">
                      <a16:creationId xmlns:a16="http://schemas.microsoft.com/office/drawing/2014/main" id="{00978208-AFB0-BB9C-E2B6-51510A0F7018}"/>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grpFill/>
                <a:ln w="3333" cap="flat">
                  <a:noFill/>
                  <a:prstDash val="solid"/>
                  <a:miter/>
                </a:ln>
              </p:spPr>
              <p:txBody>
                <a:bodyPr rtlCol="0" anchor="ctr"/>
                <a:lstStyle/>
                <a:p>
                  <a:endParaRPr lang="es-ES"/>
                </a:p>
              </p:txBody>
            </p:sp>
            <p:sp>
              <p:nvSpPr>
                <p:cNvPr id="25" name="Forma libre: forma 30">
                  <a:extLst>
                    <a:ext uri="{FF2B5EF4-FFF2-40B4-BE49-F238E27FC236}">
                      <a16:creationId xmlns:a16="http://schemas.microsoft.com/office/drawing/2014/main" id="{BD98343B-A59E-4EF4-EE5C-CAF1E97BFDEF}"/>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grpFill/>
                <a:ln w="3333" cap="flat">
                  <a:noFill/>
                  <a:prstDash val="solid"/>
                  <a:miter/>
                </a:ln>
              </p:spPr>
              <p:txBody>
                <a:bodyPr rtlCol="0" anchor="ctr"/>
                <a:lstStyle/>
                <a:p>
                  <a:endParaRPr lang="es-ES"/>
                </a:p>
              </p:txBody>
            </p:sp>
          </p:grpSp>
          <p:cxnSp>
            <p:nvCxnSpPr>
              <p:cNvPr id="9" name="Conector recto 25">
                <a:extLst>
                  <a:ext uri="{FF2B5EF4-FFF2-40B4-BE49-F238E27FC236}">
                    <a16:creationId xmlns:a16="http://schemas.microsoft.com/office/drawing/2014/main" id="{3DD6CE04-E6AE-3352-E663-C6524470CA1F}"/>
                  </a:ext>
                </a:extLst>
              </p:cNvPr>
              <p:cNvCxnSpPr>
                <a:cxnSpLocks/>
              </p:cNvCxnSpPr>
              <p:nvPr userDrawn="1"/>
            </p:nvCxnSpPr>
            <p:spPr>
              <a:xfrm>
                <a:off x="9900067" y="-1328018"/>
                <a:ext cx="0" cy="436991"/>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D63B49CA-E6A5-6C71-8485-72AEE39195A5}"/>
                </a:ext>
              </a:extLst>
            </p:cNvPr>
            <p:cNvGrpSpPr/>
            <p:nvPr userDrawn="1"/>
          </p:nvGrpSpPr>
          <p:grpSpPr>
            <a:xfrm>
              <a:off x="9783830" y="206115"/>
              <a:ext cx="1950850" cy="733648"/>
              <a:chOff x="9783830" y="206115"/>
              <a:chExt cx="1950850" cy="733648"/>
            </a:xfrm>
          </p:grpSpPr>
          <p:pic>
            <p:nvPicPr>
              <p:cNvPr id="5" name="Picture 4" descr="previous_7.png">
                <a:extLst>
                  <a:ext uri="{FF2B5EF4-FFF2-40B4-BE49-F238E27FC236}">
                    <a16:creationId xmlns:a16="http://schemas.microsoft.com/office/drawing/2014/main" id="{40EAF45F-3951-80C5-47A2-F6F87502C41E}"/>
                  </a:ext>
                </a:extLst>
              </p:cNvPr>
              <p:cNvPicPr>
                <a:picLocks noChangeAspect="1"/>
              </p:cNvPicPr>
              <p:nvPr userDrawn="1"/>
            </p:nvPicPr>
            <p:blipFill>
              <a:blip r:embed="rId2" cstate="hqprint">
                <a:extLst>
                  <a:ext uri="{28A0092B-C50C-407E-A947-70E740481C1C}">
                    <a14:useLocalDpi xmlns:a14="http://schemas.microsoft.com/office/drawing/2010/main"/>
                  </a:ext>
                </a:extLst>
              </a:blip>
              <a:srcRect r="66139"/>
              <a:stretch>
                <a:fillRect/>
              </a:stretch>
            </p:blipFill>
            <p:spPr>
              <a:xfrm>
                <a:off x="9783830" y="206115"/>
                <a:ext cx="510813" cy="733648"/>
              </a:xfrm>
              <a:prstGeom prst="rect">
                <a:avLst/>
              </a:prstGeom>
            </p:spPr>
          </p:pic>
          <p:sp>
            <p:nvSpPr>
              <p:cNvPr id="6" name="TextBox 5">
                <a:extLst>
                  <a:ext uri="{FF2B5EF4-FFF2-40B4-BE49-F238E27FC236}">
                    <a16:creationId xmlns:a16="http://schemas.microsoft.com/office/drawing/2014/main" id="{0CFE1E52-34C5-D8FB-6438-A6574E86929F}"/>
                  </a:ext>
                </a:extLst>
              </p:cNvPr>
              <p:cNvSpPr txBox="1"/>
              <p:nvPr userDrawn="1"/>
            </p:nvSpPr>
            <p:spPr>
              <a:xfrm>
                <a:off x="10406194" y="388515"/>
                <a:ext cx="1328486" cy="378067"/>
              </a:xfrm>
              <a:prstGeom prst="rect">
                <a:avLst/>
              </a:prstGeom>
              <a:noFill/>
            </p:spPr>
            <p:txBody>
              <a:bodyPr wrap="square" lIns="0" tIns="0" rIns="0" bIns="0" rtlCol="0">
                <a:noAutofit/>
              </a:bodyPr>
              <a:lstStyle/>
              <a:p>
                <a:pPr algn="l"/>
                <a:r>
                  <a:rPr lang="en-GB" sz="1200" b="0">
                    <a:solidFill>
                      <a:schemeClr val="bg1"/>
                    </a:solidFill>
                    <a:latin typeface="IberPangea Text Medium" panose="020B0604000000000000" pitchFamily="34" charset="0"/>
                    <a:ea typeface="IberPangea Text Medium" panose="020B0604000000000000" pitchFamily="34" charset="0"/>
                    <a:cs typeface="IberPangea Text Medium" panose="020B0604000000000000" pitchFamily="34" charset="0"/>
                  </a:rPr>
                  <a:t>Digital Innovation &amp; Culture</a:t>
                </a:r>
              </a:p>
            </p:txBody>
          </p:sp>
        </p:grpSp>
      </p:grpSp>
    </p:spTree>
    <p:extLst>
      <p:ext uri="{BB962C8B-B14F-4D97-AF65-F5344CB8AC3E}">
        <p14:creationId xmlns:p14="http://schemas.microsoft.com/office/powerpoint/2010/main" val="1299140277"/>
      </p:ext>
    </p:extLst>
  </p:cSld>
  <p:clrMapOvr>
    <a:masterClrMapping/>
  </p:clrMapOvr>
  <p:extLst>
    <p:ext uri="{DCECCB84-F9BA-43D5-87BE-67443E8EF086}">
      <p15:sldGuideLst xmlns:p15="http://schemas.microsoft.com/office/powerpoint/2012/main">
        <p15:guide id="1" pos="742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Report">
    <p:bg>
      <p:bgRef idx="1001">
        <a:schemeClr val="bg1"/>
      </p:bgRef>
    </p:bg>
    <p:spTree>
      <p:nvGrpSpPr>
        <p:cNvPr id="1" name=""/>
        <p:cNvGrpSpPr/>
        <p:nvPr/>
      </p:nvGrpSpPr>
      <p:grpSpPr>
        <a:xfrm>
          <a:off x="0" y="0"/>
          <a:ext cx="0" cy="0"/>
          <a:chOff x="0" y="0"/>
          <a:chExt cx="0" cy="0"/>
        </a:xfrm>
      </p:grpSpPr>
      <p:sp>
        <p:nvSpPr>
          <p:cNvPr id="8" name="Marcador de texto 10">
            <a:extLst>
              <a:ext uri="{FF2B5EF4-FFF2-40B4-BE49-F238E27FC236}">
                <a16:creationId xmlns:a16="http://schemas.microsoft.com/office/drawing/2014/main" id="{EFFC43A6-B6C3-35B5-ACC0-4C487F5C7044}"/>
              </a:ext>
            </a:extLst>
          </p:cNvPr>
          <p:cNvSpPr>
            <a:spLocks noGrp="1"/>
          </p:cNvSpPr>
          <p:nvPr>
            <p:ph type="body" sz="quarter" idx="21" hasCustomPrompt="1"/>
          </p:nvPr>
        </p:nvSpPr>
        <p:spPr>
          <a:xfrm>
            <a:off x="407220" y="297919"/>
            <a:ext cx="10143416" cy="519468"/>
          </a:xfrm>
          <a:prstGeom prst="rect">
            <a:avLst/>
          </a:prstGeom>
        </p:spPr>
        <p:txBody>
          <a:bodyPr/>
          <a:lstStyle>
            <a:lvl1pPr>
              <a:defRPr>
                <a:solidFill>
                  <a:srgbClr val="04A443"/>
                </a:solidFill>
              </a:defRPr>
            </a:lvl1pPr>
          </a:lstStyle>
          <a:p>
            <a:r>
              <a:rPr lang="es-ES" sz="2700" b="1" err="1">
                <a:latin typeface="+mn-lt"/>
              </a:rPr>
              <a:t>Title</a:t>
            </a:r>
            <a:endParaRPr lang="es-ES" sz="2700" b="1">
              <a:latin typeface="+mn-lt"/>
            </a:endParaRPr>
          </a:p>
        </p:txBody>
      </p:sp>
      <p:cxnSp>
        <p:nvCxnSpPr>
          <p:cNvPr id="19" name="Conector recto 18">
            <a:extLst>
              <a:ext uri="{FF2B5EF4-FFF2-40B4-BE49-F238E27FC236}">
                <a16:creationId xmlns:a16="http://schemas.microsoft.com/office/drawing/2014/main" id="{DB2C5834-ED03-3AFD-AC65-659BD6A09C19}"/>
              </a:ext>
            </a:extLst>
          </p:cNvPr>
          <p:cNvCxnSpPr>
            <a:cxnSpLocks/>
          </p:cNvCxnSpPr>
          <p:nvPr userDrawn="1"/>
        </p:nvCxnSpPr>
        <p:spPr>
          <a:xfrm>
            <a:off x="395847" y="817387"/>
            <a:ext cx="1138893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 name="CuadroTexto 1">
            <a:extLst>
              <a:ext uri="{FF2B5EF4-FFF2-40B4-BE49-F238E27FC236}">
                <a16:creationId xmlns:a16="http://schemas.microsoft.com/office/drawing/2014/main" id="{BAFB12A6-973B-4235-6D56-2518880FDE01}"/>
              </a:ext>
            </a:extLst>
          </p:cNvPr>
          <p:cNvSpPr txBox="1"/>
          <p:nvPr userDrawn="1"/>
        </p:nvSpPr>
        <p:spPr>
          <a:xfrm>
            <a:off x="1423451" y="526212"/>
            <a:ext cx="0" cy="0"/>
          </a:xfrm>
          <a:prstGeom prst="rect">
            <a:avLst/>
          </a:prstGeom>
          <a:noFill/>
        </p:spPr>
        <p:txBody>
          <a:bodyPr wrap="none" lIns="0" tIns="0" rIns="0" bIns="0" rtlCol="0">
            <a:noAutofit/>
          </a:bodyPr>
          <a:lstStyle/>
          <a:p>
            <a:pPr algn="l"/>
            <a:endParaRPr lang="es-ES" sz="1000" err="1">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endParaRPr>
          </a:p>
        </p:txBody>
      </p:sp>
      <p:sp>
        <p:nvSpPr>
          <p:cNvPr id="9" name="Marcador de número de diapositiva 5">
            <a:extLst>
              <a:ext uri="{FF2B5EF4-FFF2-40B4-BE49-F238E27FC236}">
                <a16:creationId xmlns:a16="http://schemas.microsoft.com/office/drawing/2014/main" id="{0FD985AC-EC81-01BB-4048-8E79CB98C2AE}"/>
              </a:ext>
            </a:extLst>
          </p:cNvPr>
          <p:cNvSpPr>
            <a:spLocks noGrp="1"/>
          </p:cNvSpPr>
          <p:nvPr>
            <p:ph type="sldNum" sz="quarter" idx="4"/>
          </p:nvPr>
        </p:nvSpPr>
        <p:spPr>
          <a:xfrm>
            <a:off x="11164831" y="6453336"/>
            <a:ext cx="619949" cy="240553"/>
          </a:xfrm>
          <a:prstGeom prst="rect">
            <a:avLst/>
          </a:prstGeom>
        </p:spPr>
        <p:txBody>
          <a:bodyPr anchor="b"/>
          <a:lstStyle>
            <a:lvl1pPr algn="r">
              <a:defRPr sz="600" b="0" i="0">
                <a:solidFill>
                  <a:schemeClr val="tx2"/>
                </a:solidFill>
                <a:latin typeface="IberPangea Text Light" panose="020B0404000000000000" pitchFamily="34" charset="0"/>
                <a:ea typeface="IberPangea Text Light" panose="020B0404000000000000" pitchFamily="34" charset="0"/>
                <a:cs typeface="IberPangea Text Light" panose="020B0404000000000000" pitchFamily="34" charset="0"/>
              </a:defRPr>
            </a:lvl1pPr>
          </a:lstStyle>
          <a:p>
            <a:fld id="{92A49E42-579D-0A4D-A382-D64C66A04E33}" type="slidenum">
              <a:rPr lang="es-ES" smtClean="0"/>
              <a:pPr/>
              <a:t>‹#›</a:t>
            </a:fld>
            <a:endParaRPr lang="es-ES"/>
          </a:p>
        </p:txBody>
      </p:sp>
      <p:sp>
        <p:nvSpPr>
          <p:cNvPr id="11" name="CuadroTexto 10">
            <a:extLst>
              <a:ext uri="{FF2B5EF4-FFF2-40B4-BE49-F238E27FC236}">
                <a16:creationId xmlns:a16="http://schemas.microsoft.com/office/drawing/2014/main" id="{5F4AEA67-79FF-E271-ECD9-2FB77FE37441}"/>
              </a:ext>
            </a:extLst>
          </p:cNvPr>
          <p:cNvSpPr txBox="1"/>
          <p:nvPr userDrawn="1"/>
        </p:nvSpPr>
        <p:spPr>
          <a:xfrm>
            <a:off x="1563757" y="543339"/>
            <a:ext cx="0" cy="0"/>
          </a:xfrm>
          <a:prstGeom prst="rect">
            <a:avLst/>
          </a:prstGeom>
          <a:noFill/>
        </p:spPr>
        <p:txBody>
          <a:bodyPr wrap="none" lIns="0" tIns="0" rIns="0" bIns="0" rtlCol="0">
            <a:noAutofit/>
          </a:bodyPr>
          <a:lstStyle/>
          <a:p>
            <a:pPr algn="l"/>
            <a:endParaRPr lang="es-ES" sz="2000" err="1">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endParaRPr>
          </a:p>
        </p:txBody>
      </p:sp>
      <p:grpSp>
        <p:nvGrpSpPr>
          <p:cNvPr id="16" name="Grupo 2">
            <a:extLst>
              <a:ext uri="{FF2B5EF4-FFF2-40B4-BE49-F238E27FC236}">
                <a16:creationId xmlns:a16="http://schemas.microsoft.com/office/drawing/2014/main" id="{634F0C94-CEBA-47E9-7152-8ABA71B4F01A}"/>
              </a:ext>
            </a:extLst>
          </p:cNvPr>
          <p:cNvGrpSpPr/>
          <p:nvPr userDrawn="1"/>
        </p:nvGrpSpPr>
        <p:grpSpPr>
          <a:xfrm>
            <a:off x="7748843" y="331479"/>
            <a:ext cx="2069820" cy="436991"/>
            <a:chOff x="7642518" y="280679"/>
            <a:chExt cx="2069820" cy="436991"/>
          </a:xfrm>
        </p:grpSpPr>
        <p:cxnSp>
          <p:nvCxnSpPr>
            <p:cNvPr id="17" name="Conector recto 25">
              <a:extLst>
                <a:ext uri="{FF2B5EF4-FFF2-40B4-BE49-F238E27FC236}">
                  <a16:creationId xmlns:a16="http://schemas.microsoft.com/office/drawing/2014/main" id="{A72E3017-199F-6F26-5415-FD23D87C0314}"/>
                </a:ext>
              </a:extLst>
            </p:cNvPr>
            <p:cNvCxnSpPr>
              <a:cxnSpLocks/>
            </p:cNvCxnSpPr>
            <p:nvPr userDrawn="1"/>
          </p:nvCxnSpPr>
          <p:spPr>
            <a:xfrm>
              <a:off x="9712338" y="280679"/>
              <a:ext cx="0" cy="436991"/>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8" name="Grupo 12">
              <a:extLst>
                <a:ext uri="{FF2B5EF4-FFF2-40B4-BE49-F238E27FC236}">
                  <a16:creationId xmlns:a16="http://schemas.microsoft.com/office/drawing/2014/main" id="{7EF8C85E-EC5F-8155-6E25-8A7E7B25AB82}"/>
                </a:ext>
              </a:extLst>
            </p:cNvPr>
            <p:cNvGrpSpPr/>
            <p:nvPr userDrawn="1"/>
          </p:nvGrpSpPr>
          <p:grpSpPr>
            <a:xfrm>
              <a:off x="7642518" y="355149"/>
              <a:ext cx="1844178" cy="312857"/>
              <a:chOff x="858380" y="3171155"/>
              <a:chExt cx="4884170" cy="832550"/>
            </a:xfrm>
          </p:grpSpPr>
          <p:sp>
            <p:nvSpPr>
              <p:cNvPr id="20" name="Forma libre: forma 36">
                <a:extLst>
                  <a:ext uri="{FF2B5EF4-FFF2-40B4-BE49-F238E27FC236}">
                    <a16:creationId xmlns:a16="http://schemas.microsoft.com/office/drawing/2014/main" id="{388CE7B4-2782-1D89-DBB1-B5117A06468F}"/>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21" name="Forma libre: forma 37">
                <a:extLst>
                  <a:ext uri="{FF2B5EF4-FFF2-40B4-BE49-F238E27FC236}">
                    <a16:creationId xmlns:a16="http://schemas.microsoft.com/office/drawing/2014/main" id="{6D2F0555-AF61-4223-DFC3-3FB0172A8166}"/>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32" name="Forma libre: forma 38">
                <a:extLst>
                  <a:ext uri="{FF2B5EF4-FFF2-40B4-BE49-F238E27FC236}">
                    <a16:creationId xmlns:a16="http://schemas.microsoft.com/office/drawing/2014/main" id="{FE8677DB-A521-0747-2B5A-0BEA0F2C5F27}"/>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33" name="Forma libre: forma 39">
                <a:extLst>
                  <a:ext uri="{FF2B5EF4-FFF2-40B4-BE49-F238E27FC236}">
                    <a16:creationId xmlns:a16="http://schemas.microsoft.com/office/drawing/2014/main" id="{22766D3B-7403-B60A-EF58-42375CA98426}"/>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34" name="Forma libre: forma 40">
                <a:extLst>
                  <a:ext uri="{FF2B5EF4-FFF2-40B4-BE49-F238E27FC236}">
                    <a16:creationId xmlns:a16="http://schemas.microsoft.com/office/drawing/2014/main" id="{7DB9F2EB-CF6A-B9CB-180B-0EDEDA622B34}"/>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35" name="Forma libre: forma 41">
                <a:extLst>
                  <a:ext uri="{FF2B5EF4-FFF2-40B4-BE49-F238E27FC236}">
                    <a16:creationId xmlns:a16="http://schemas.microsoft.com/office/drawing/2014/main" id="{BFC68A93-E9CA-9F23-2795-D0D131448BB5}"/>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36" name="Forma libre: forma 42">
                <a:extLst>
                  <a:ext uri="{FF2B5EF4-FFF2-40B4-BE49-F238E27FC236}">
                    <a16:creationId xmlns:a16="http://schemas.microsoft.com/office/drawing/2014/main" id="{9DBDE88C-2545-E2DF-AF9C-4901A9E1D6E7}"/>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37" name="Forma libre: forma 43">
                <a:extLst>
                  <a:ext uri="{FF2B5EF4-FFF2-40B4-BE49-F238E27FC236}">
                    <a16:creationId xmlns:a16="http://schemas.microsoft.com/office/drawing/2014/main" id="{BF01475A-5E88-65E2-321D-48CED62B2511}"/>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38" name="Forma libre: forma 44">
                <a:extLst>
                  <a:ext uri="{FF2B5EF4-FFF2-40B4-BE49-F238E27FC236}">
                    <a16:creationId xmlns:a16="http://schemas.microsoft.com/office/drawing/2014/main" id="{47C5CB22-558E-C418-CB89-85F45D28F6C2}"/>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39" name="Forma libre: forma 45">
                <a:extLst>
                  <a:ext uri="{FF2B5EF4-FFF2-40B4-BE49-F238E27FC236}">
                    <a16:creationId xmlns:a16="http://schemas.microsoft.com/office/drawing/2014/main" id="{C9054102-370B-208D-F373-7D1E8A0F0200}"/>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40" name="Forma libre: forma 46">
                <a:extLst>
                  <a:ext uri="{FF2B5EF4-FFF2-40B4-BE49-F238E27FC236}">
                    <a16:creationId xmlns:a16="http://schemas.microsoft.com/office/drawing/2014/main" id="{DFD958AE-C15B-AB47-BB05-3A368BA5DA50}"/>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41" name="Forma libre: forma 47">
                <a:extLst>
                  <a:ext uri="{FF2B5EF4-FFF2-40B4-BE49-F238E27FC236}">
                    <a16:creationId xmlns:a16="http://schemas.microsoft.com/office/drawing/2014/main" id="{E7EF21F7-D69B-B775-2BB3-DACD00983167}"/>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42" name="Forma libre: forma 48">
                <a:extLst>
                  <a:ext uri="{FF2B5EF4-FFF2-40B4-BE49-F238E27FC236}">
                    <a16:creationId xmlns:a16="http://schemas.microsoft.com/office/drawing/2014/main" id="{FE458DD8-4E8F-270A-93F7-2BCE4B55155E}"/>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43" name="Forma libre: forma 49">
                <a:extLst>
                  <a:ext uri="{FF2B5EF4-FFF2-40B4-BE49-F238E27FC236}">
                    <a16:creationId xmlns:a16="http://schemas.microsoft.com/office/drawing/2014/main" id="{2A9ABF71-FC79-9BC2-9C35-A55807D30755}"/>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44" name="Forma libre: forma 50">
                <a:extLst>
                  <a:ext uri="{FF2B5EF4-FFF2-40B4-BE49-F238E27FC236}">
                    <a16:creationId xmlns:a16="http://schemas.microsoft.com/office/drawing/2014/main" id="{3FDCADC1-8504-849F-B7B5-105D6E1BA085}"/>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45" name="Forma libre: forma 51">
                <a:extLst>
                  <a:ext uri="{FF2B5EF4-FFF2-40B4-BE49-F238E27FC236}">
                    <a16:creationId xmlns:a16="http://schemas.microsoft.com/office/drawing/2014/main" id="{ABB6A5A5-6CD3-4503-B8CF-9AAA3AECDA59}"/>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grpSp>
      <p:pic>
        <p:nvPicPr>
          <p:cNvPr id="47" name="Picture 46">
            <a:extLst>
              <a:ext uri="{FF2B5EF4-FFF2-40B4-BE49-F238E27FC236}">
                <a16:creationId xmlns:a16="http://schemas.microsoft.com/office/drawing/2014/main" id="{E7B5CA1E-2D69-DCBF-A588-8D32B4D73B66}"/>
              </a:ext>
            </a:extLst>
          </p:cNvPr>
          <p:cNvPicPr>
            <a:picLocks noChangeAspect="1"/>
          </p:cNvPicPr>
          <p:nvPr userDrawn="1"/>
        </p:nvPicPr>
        <p:blipFill>
          <a:blip r:embed="rId2">
            <a:extLst>
              <a:ext uri="{28A0092B-C50C-407E-A947-70E740481C1C}">
                <a14:useLocalDpi xmlns:a14="http://schemas.microsoft.com/office/drawing/2010/main" val="0"/>
              </a:ext>
            </a:extLst>
          </a:blip>
          <a:srcRect r="70081"/>
          <a:stretch>
            <a:fillRect/>
          </a:stretch>
        </p:blipFill>
        <p:spPr>
          <a:xfrm>
            <a:off x="9820484" y="43166"/>
            <a:ext cx="447218" cy="996499"/>
          </a:xfrm>
          <a:prstGeom prst="rect">
            <a:avLst/>
          </a:prstGeom>
        </p:spPr>
      </p:pic>
      <p:sp>
        <p:nvSpPr>
          <p:cNvPr id="48" name="TextBox 47">
            <a:extLst>
              <a:ext uri="{FF2B5EF4-FFF2-40B4-BE49-F238E27FC236}">
                <a16:creationId xmlns:a16="http://schemas.microsoft.com/office/drawing/2014/main" id="{97369E7D-B019-1CAF-9736-218A2C6B5D6C}"/>
              </a:ext>
            </a:extLst>
          </p:cNvPr>
          <p:cNvSpPr txBox="1"/>
          <p:nvPr userDrawn="1"/>
        </p:nvSpPr>
        <p:spPr>
          <a:xfrm>
            <a:off x="10415072" y="388515"/>
            <a:ext cx="1328486" cy="378067"/>
          </a:xfrm>
          <a:prstGeom prst="rect">
            <a:avLst/>
          </a:prstGeom>
          <a:noFill/>
        </p:spPr>
        <p:txBody>
          <a:bodyPr wrap="square" lIns="0" tIns="0" rIns="0" bIns="0" rtlCol="0">
            <a:noAutofit/>
          </a:bodyPr>
          <a:lstStyle/>
          <a:p>
            <a:r>
              <a:rPr lang="en-GB" sz="12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Digital Innovation &amp; Culture</a:t>
            </a:r>
          </a:p>
        </p:txBody>
      </p:sp>
    </p:spTree>
    <p:extLst>
      <p:ext uri="{BB962C8B-B14F-4D97-AF65-F5344CB8AC3E}">
        <p14:creationId xmlns:p14="http://schemas.microsoft.com/office/powerpoint/2010/main" val="4207226924"/>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nly Images 1">
    <p:bg>
      <p:bgRef idx="1001">
        <a:schemeClr val="bg1"/>
      </p:bgRef>
    </p:bg>
    <p:spTree>
      <p:nvGrpSpPr>
        <p:cNvPr id="1" name=""/>
        <p:cNvGrpSpPr/>
        <p:nvPr/>
      </p:nvGrpSpPr>
      <p:grpSpPr>
        <a:xfrm>
          <a:off x="0" y="0"/>
          <a:ext cx="0" cy="0"/>
          <a:chOff x="0" y="0"/>
          <a:chExt cx="0" cy="0"/>
        </a:xfrm>
      </p:grpSpPr>
      <p:sp>
        <p:nvSpPr>
          <p:cNvPr id="27" name="Picture Placeholder 6">
            <a:extLst>
              <a:ext uri="{FF2B5EF4-FFF2-40B4-BE49-F238E27FC236}">
                <a16:creationId xmlns:a16="http://schemas.microsoft.com/office/drawing/2014/main" id="{8C085E0E-61A0-7375-AF8D-10F59DC61C48}"/>
              </a:ext>
            </a:extLst>
          </p:cNvPr>
          <p:cNvSpPr>
            <a:spLocks noGrp="1"/>
          </p:cNvSpPr>
          <p:nvPr>
            <p:ph type="pic" sz="quarter" idx="25" hasCustomPrompt="1"/>
          </p:nvPr>
        </p:nvSpPr>
        <p:spPr>
          <a:xfrm>
            <a:off x="404654" y="3357033"/>
            <a:ext cx="2732842" cy="2838392"/>
          </a:xfrm>
          <a:prstGeom prst="roundRect">
            <a:avLst>
              <a:gd name="adj" fmla="val 4173"/>
            </a:avLst>
          </a:prstGeom>
        </p:spPr>
        <p:txBody>
          <a:bodyPr/>
          <a:lstStyle/>
          <a:p>
            <a:r>
              <a:rPr lang="en-US" noProof="0"/>
              <a:t>Click on the icon to add an image</a:t>
            </a:r>
          </a:p>
        </p:txBody>
      </p:sp>
      <p:sp>
        <p:nvSpPr>
          <p:cNvPr id="28" name="Picture Placeholder 6">
            <a:extLst>
              <a:ext uri="{FF2B5EF4-FFF2-40B4-BE49-F238E27FC236}">
                <a16:creationId xmlns:a16="http://schemas.microsoft.com/office/drawing/2014/main" id="{1F60990C-355E-E003-9777-5E59A68ED4E3}"/>
              </a:ext>
            </a:extLst>
          </p:cNvPr>
          <p:cNvSpPr>
            <a:spLocks noGrp="1"/>
          </p:cNvSpPr>
          <p:nvPr>
            <p:ph type="pic" sz="quarter" idx="26" hasCustomPrompt="1"/>
          </p:nvPr>
        </p:nvSpPr>
        <p:spPr>
          <a:xfrm>
            <a:off x="3289580" y="3357033"/>
            <a:ext cx="2732842" cy="2838392"/>
          </a:xfrm>
          <a:prstGeom prst="roundRect">
            <a:avLst>
              <a:gd name="adj" fmla="val 4173"/>
            </a:avLst>
          </a:prstGeom>
        </p:spPr>
        <p:txBody>
          <a:bodyPr/>
          <a:lstStyle/>
          <a:p>
            <a:r>
              <a:rPr lang="en-US" noProof="0"/>
              <a:t>Click on the icon to add an image</a:t>
            </a:r>
          </a:p>
        </p:txBody>
      </p:sp>
      <p:sp>
        <p:nvSpPr>
          <p:cNvPr id="29" name="Picture Placeholder 6">
            <a:extLst>
              <a:ext uri="{FF2B5EF4-FFF2-40B4-BE49-F238E27FC236}">
                <a16:creationId xmlns:a16="http://schemas.microsoft.com/office/drawing/2014/main" id="{2FB8A52D-97C9-F232-B977-3B2A698023AD}"/>
              </a:ext>
            </a:extLst>
          </p:cNvPr>
          <p:cNvSpPr>
            <a:spLocks noGrp="1"/>
          </p:cNvSpPr>
          <p:nvPr>
            <p:ph type="pic" sz="quarter" idx="27" hasCustomPrompt="1"/>
          </p:nvPr>
        </p:nvSpPr>
        <p:spPr>
          <a:xfrm>
            <a:off x="6174506" y="3357033"/>
            <a:ext cx="2732842" cy="2838392"/>
          </a:xfrm>
          <a:prstGeom prst="roundRect">
            <a:avLst>
              <a:gd name="adj" fmla="val 4173"/>
            </a:avLst>
          </a:prstGeom>
        </p:spPr>
        <p:txBody>
          <a:bodyPr/>
          <a:lstStyle/>
          <a:p>
            <a:r>
              <a:rPr lang="en-US" noProof="0"/>
              <a:t>Click on the icon to add an image</a:t>
            </a:r>
          </a:p>
        </p:txBody>
      </p:sp>
      <p:sp>
        <p:nvSpPr>
          <p:cNvPr id="30" name="Picture Placeholder 6">
            <a:extLst>
              <a:ext uri="{FF2B5EF4-FFF2-40B4-BE49-F238E27FC236}">
                <a16:creationId xmlns:a16="http://schemas.microsoft.com/office/drawing/2014/main" id="{6A26F26E-B266-1C37-9266-D3923B9E085D}"/>
              </a:ext>
            </a:extLst>
          </p:cNvPr>
          <p:cNvSpPr>
            <a:spLocks noGrp="1"/>
          </p:cNvSpPr>
          <p:nvPr>
            <p:ph type="pic" sz="quarter" idx="28" hasCustomPrompt="1"/>
          </p:nvPr>
        </p:nvSpPr>
        <p:spPr>
          <a:xfrm>
            <a:off x="9059432" y="3357033"/>
            <a:ext cx="2732842" cy="2838392"/>
          </a:xfrm>
          <a:prstGeom prst="roundRect">
            <a:avLst>
              <a:gd name="adj" fmla="val 4173"/>
            </a:avLst>
          </a:prstGeom>
        </p:spPr>
        <p:txBody>
          <a:bodyPr/>
          <a:lstStyle/>
          <a:p>
            <a:r>
              <a:rPr lang="en-US" noProof="0"/>
              <a:t>Click on the icon to add an image</a:t>
            </a:r>
          </a:p>
        </p:txBody>
      </p:sp>
      <p:sp>
        <p:nvSpPr>
          <p:cNvPr id="31" name="Picture Placeholder 6">
            <a:extLst>
              <a:ext uri="{FF2B5EF4-FFF2-40B4-BE49-F238E27FC236}">
                <a16:creationId xmlns:a16="http://schemas.microsoft.com/office/drawing/2014/main" id="{97CF754A-EB2D-92C7-04FF-0F1188D0D241}"/>
              </a:ext>
            </a:extLst>
          </p:cNvPr>
          <p:cNvSpPr>
            <a:spLocks noGrp="1"/>
          </p:cNvSpPr>
          <p:nvPr>
            <p:ph type="pic" sz="quarter" idx="29" hasCustomPrompt="1"/>
          </p:nvPr>
        </p:nvSpPr>
        <p:spPr>
          <a:xfrm>
            <a:off x="407220" y="404813"/>
            <a:ext cx="2732842" cy="2838392"/>
          </a:xfrm>
          <a:prstGeom prst="roundRect">
            <a:avLst>
              <a:gd name="adj" fmla="val 4173"/>
            </a:avLst>
          </a:prstGeom>
        </p:spPr>
        <p:txBody>
          <a:bodyPr/>
          <a:lstStyle/>
          <a:p>
            <a:r>
              <a:rPr lang="en-US" noProof="0"/>
              <a:t>Click on the icon to add an image</a:t>
            </a:r>
          </a:p>
        </p:txBody>
      </p:sp>
      <p:sp>
        <p:nvSpPr>
          <p:cNvPr id="32" name="Picture Placeholder 6">
            <a:extLst>
              <a:ext uri="{FF2B5EF4-FFF2-40B4-BE49-F238E27FC236}">
                <a16:creationId xmlns:a16="http://schemas.microsoft.com/office/drawing/2014/main" id="{16FC1D8A-7002-4558-0FD0-9C0139DD8743}"/>
              </a:ext>
            </a:extLst>
          </p:cNvPr>
          <p:cNvSpPr>
            <a:spLocks noGrp="1"/>
          </p:cNvSpPr>
          <p:nvPr>
            <p:ph type="pic" sz="quarter" idx="30" hasCustomPrompt="1"/>
          </p:nvPr>
        </p:nvSpPr>
        <p:spPr>
          <a:xfrm>
            <a:off x="3292146" y="404813"/>
            <a:ext cx="2732842" cy="2838392"/>
          </a:xfrm>
          <a:prstGeom prst="roundRect">
            <a:avLst>
              <a:gd name="adj" fmla="val 4173"/>
            </a:avLst>
          </a:prstGeom>
        </p:spPr>
        <p:txBody>
          <a:bodyPr/>
          <a:lstStyle/>
          <a:p>
            <a:r>
              <a:rPr lang="en-US" noProof="0"/>
              <a:t>Click on the icon to add an image</a:t>
            </a:r>
          </a:p>
        </p:txBody>
      </p:sp>
      <p:sp>
        <p:nvSpPr>
          <p:cNvPr id="33" name="Picture Placeholder 6">
            <a:extLst>
              <a:ext uri="{FF2B5EF4-FFF2-40B4-BE49-F238E27FC236}">
                <a16:creationId xmlns:a16="http://schemas.microsoft.com/office/drawing/2014/main" id="{B0F4DFDD-488A-7DA7-2163-987D10585D2B}"/>
              </a:ext>
            </a:extLst>
          </p:cNvPr>
          <p:cNvSpPr>
            <a:spLocks noGrp="1"/>
          </p:cNvSpPr>
          <p:nvPr>
            <p:ph type="pic" sz="quarter" idx="31" hasCustomPrompt="1"/>
          </p:nvPr>
        </p:nvSpPr>
        <p:spPr>
          <a:xfrm>
            <a:off x="6177072" y="404813"/>
            <a:ext cx="2732842" cy="2838392"/>
          </a:xfrm>
          <a:prstGeom prst="roundRect">
            <a:avLst>
              <a:gd name="adj" fmla="val 4173"/>
            </a:avLst>
          </a:prstGeom>
        </p:spPr>
        <p:txBody>
          <a:bodyPr/>
          <a:lstStyle/>
          <a:p>
            <a:r>
              <a:rPr lang="en-US" noProof="0"/>
              <a:t>Click on the icon to add an image</a:t>
            </a:r>
          </a:p>
        </p:txBody>
      </p:sp>
      <p:sp>
        <p:nvSpPr>
          <p:cNvPr id="34" name="Picture Placeholder 6">
            <a:extLst>
              <a:ext uri="{FF2B5EF4-FFF2-40B4-BE49-F238E27FC236}">
                <a16:creationId xmlns:a16="http://schemas.microsoft.com/office/drawing/2014/main" id="{BE6F14D7-1374-30DB-028D-47AD2A136FEC}"/>
              </a:ext>
            </a:extLst>
          </p:cNvPr>
          <p:cNvSpPr>
            <a:spLocks noGrp="1"/>
          </p:cNvSpPr>
          <p:nvPr>
            <p:ph type="pic" sz="quarter" idx="32" hasCustomPrompt="1"/>
          </p:nvPr>
        </p:nvSpPr>
        <p:spPr>
          <a:xfrm>
            <a:off x="9061998" y="404813"/>
            <a:ext cx="2732842" cy="2838392"/>
          </a:xfrm>
          <a:prstGeom prst="roundRect">
            <a:avLst>
              <a:gd name="adj" fmla="val 4173"/>
            </a:avLst>
          </a:prstGeom>
        </p:spPr>
        <p:txBody>
          <a:bodyPr/>
          <a:lstStyle/>
          <a:p>
            <a:r>
              <a:rPr lang="en-US" noProof="0"/>
              <a:t>Click on the icon to add an image</a:t>
            </a:r>
          </a:p>
        </p:txBody>
      </p:sp>
      <p:sp>
        <p:nvSpPr>
          <p:cNvPr id="2" name="Marcador de número de diapositiva 2">
            <a:extLst>
              <a:ext uri="{FF2B5EF4-FFF2-40B4-BE49-F238E27FC236}">
                <a16:creationId xmlns:a16="http://schemas.microsoft.com/office/drawing/2014/main" id="{438238EC-1D9F-52DC-6616-D29767D5C33C}"/>
              </a:ext>
            </a:extLst>
          </p:cNvPr>
          <p:cNvSpPr>
            <a:spLocks noGrp="1"/>
          </p:cNvSpPr>
          <p:nvPr>
            <p:ph type="sldNum" sz="quarter" idx="4"/>
          </p:nvPr>
        </p:nvSpPr>
        <p:spPr>
          <a:xfrm>
            <a:off x="11164831" y="6453336"/>
            <a:ext cx="619949" cy="240553"/>
          </a:xfrm>
          <a:prstGeom prst="rect">
            <a:avLst/>
          </a:prstGeom>
        </p:spPr>
        <p:txBody>
          <a:bodyPr/>
          <a:lstStyle>
            <a:lvl1pPr algn="r">
              <a:defRPr>
                <a:latin typeface="+mn-lt"/>
              </a:defRPr>
            </a:lvl1pPr>
          </a:lstStyle>
          <a:p>
            <a:fld id="{92A49E42-579D-0A4D-A382-D64C66A04E33}" type="slidenum">
              <a:rPr lang="es-ES" smtClean="0"/>
              <a:pPr/>
              <a:t>‹#›</a:t>
            </a:fld>
            <a:endParaRPr lang="es-ES"/>
          </a:p>
        </p:txBody>
      </p:sp>
      <p:grpSp>
        <p:nvGrpSpPr>
          <p:cNvPr id="8" name="Grupo 7">
            <a:extLst>
              <a:ext uri="{FF2B5EF4-FFF2-40B4-BE49-F238E27FC236}">
                <a16:creationId xmlns:a16="http://schemas.microsoft.com/office/drawing/2014/main" id="{3CCAE58D-32BC-09B7-5A68-9B2D52D84971}"/>
              </a:ext>
            </a:extLst>
          </p:cNvPr>
          <p:cNvGrpSpPr/>
          <p:nvPr userDrawn="1"/>
        </p:nvGrpSpPr>
        <p:grpSpPr>
          <a:xfrm>
            <a:off x="7745052" y="326847"/>
            <a:ext cx="4046937" cy="436991"/>
            <a:chOff x="7838666" y="-1328018"/>
            <a:chExt cx="4046937" cy="436991"/>
          </a:xfrm>
        </p:grpSpPr>
        <p:pic>
          <p:nvPicPr>
            <p:cNvPr id="9" name="Imagen 8" descr="Imagen que contiene Interfaz de usuario gráfica&#10;&#10;Descripción generada automáticamente">
              <a:extLst>
                <a:ext uri="{FF2B5EF4-FFF2-40B4-BE49-F238E27FC236}">
                  <a16:creationId xmlns:a16="http://schemas.microsoft.com/office/drawing/2014/main" id="{214F6669-D11C-86E4-7580-F7F0332C0E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29327" y="-1284711"/>
              <a:ext cx="1756276" cy="374400"/>
            </a:xfrm>
            <a:prstGeom prst="rect">
              <a:avLst/>
            </a:prstGeom>
          </p:spPr>
        </p:pic>
        <p:grpSp>
          <p:nvGrpSpPr>
            <p:cNvPr id="10" name="Grupo 9">
              <a:extLst>
                <a:ext uri="{FF2B5EF4-FFF2-40B4-BE49-F238E27FC236}">
                  <a16:creationId xmlns:a16="http://schemas.microsoft.com/office/drawing/2014/main" id="{E089AF43-DB40-9576-033C-552DE10A8B41}"/>
                </a:ext>
              </a:extLst>
            </p:cNvPr>
            <p:cNvGrpSpPr/>
            <p:nvPr/>
          </p:nvGrpSpPr>
          <p:grpSpPr>
            <a:xfrm>
              <a:off x="7838666" y="-1247950"/>
              <a:ext cx="1843200" cy="309600"/>
              <a:chOff x="858380" y="3171155"/>
              <a:chExt cx="4884170" cy="832550"/>
            </a:xfrm>
            <a:solidFill>
              <a:schemeClr val="bg1"/>
            </a:solidFill>
          </p:grpSpPr>
          <p:sp>
            <p:nvSpPr>
              <p:cNvPr id="12" name="Forma libre: forma 15">
                <a:extLst>
                  <a:ext uri="{FF2B5EF4-FFF2-40B4-BE49-F238E27FC236}">
                    <a16:creationId xmlns:a16="http://schemas.microsoft.com/office/drawing/2014/main" id="{F9F69A2D-F085-DFF0-5C28-48FEEB2A9FFE}"/>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grpFill/>
              <a:ln w="3333" cap="flat">
                <a:noFill/>
                <a:prstDash val="solid"/>
                <a:miter/>
              </a:ln>
            </p:spPr>
            <p:txBody>
              <a:bodyPr rtlCol="0" anchor="ctr"/>
              <a:lstStyle/>
              <a:p>
                <a:endParaRPr lang="es-ES"/>
              </a:p>
            </p:txBody>
          </p:sp>
          <p:sp>
            <p:nvSpPr>
              <p:cNvPr id="13" name="Forma libre: forma 16">
                <a:extLst>
                  <a:ext uri="{FF2B5EF4-FFF2-40B4-BE49-F238E27FC236}">
                    <a16:creationId xmlns:a16="http://schemas.microsoft.com/office/drawing/2014/main" id="{817695E6-DF54-6135-EF9F-83B6356C321C}"/>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grpFill/>
              <a:ln w="3333" cap="flat">
                <a:noFill/>
                <a:prstDash val="solid"/>
                <a:miter/>
              </a:ln>
            </p:spPr>
            <p:txBody>
              <a:bodyPr rtlCol="0" anchor="ctr"/>
              <a:lstStyle/>
              <a:p>
                <a:endParaRPr lang="es-ES"/>
              </a:p>
            </p:txBody>
          </p:sp>
          <p:sp>
            <p:nvSpPr>
              <p:cNvPr id="14" name="Forma libre: forma 17">
                <a:extLst>
                  <a:ext uri="{FF2B5EF4-FFF2-40B4-BE49-F238E27FC236}">
                    <a16:creationId xmlns:a16="http://schemas.microsoft.com/office/drawing/2014/main" id="{BA4D6EF0-60E3-9791-4750-8EF1CDBB3C10}"/>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grpFill/>
              <a:ln w="3333" cap="flat">
                <a:noFill/>
                <a:prstDash val="solid"/>
                <a:miter/>
              </a:ln>
            </p:spPr>
            <p:txBody>
              <a:bodyPr rtlCol="0" anchor="ctr"/>
              <a:lstStyle/>
              <a:p>
                <a:endParaRPr lang="es-ES"/>
              </a:p>
            </p:txBody>
          </p:sp>
          <p:sp>
            <p:nvSpPr>
              <p:cNvPr id="15" name="Forma libre: forma 18">
                <a:extLst>
                  <a:ext uri="{FF2B5EF4-FFF2-40B4-BE49-F238E27FC236}">
                    <a16:creationId xmlns:a16="http://schemas.microsoft.com/office/drawing/2014/main" id="{01F3F088-BB1C-1325-3676-0F5D4B1AF536}"/>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grpFill/>
              <a:ln w="3333" cap="flat">
                <a:noFill/>
                <a:prstDash val="solid"/>
                <a:miter/>
              </a:ln>
            </p:spPr>
            <p:txBody>
              <a:bodyPr rtlCol="0" anchor="ctr"/>
              <a:lstStyle/>
              <a:p>
                <a:endParaRPr lang="es-ES"/>
              </a:p>
            </p:txBody>
          </p:sp>
          <p:sp>
            <p:nvSpPr>
              <p:cNvPr id="16" name="Forma libre: forma 19">
                <a:extLst>
                  <a:ext uri="{FF2B5EF4-FFF2-40B4-BE49-F238E27FC236}">
                    <a16:creationId xmlns:a16="http://schemas.microsoft.com/office/drawing/2014/main" id="{E94118CB-1656-5BF8-1292-8132D77603E3}"/>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grpFill/>
              <a:ln w="3333" cap="flat">
                <a:noFill/>
                <a:prstDash val="solid"/>
                <a:miter/>
              </a:ln>
            </p:spPr>
            <p:txBody>
              <a:bodyPr rtlCol="0" anchor="ctr"/>
              <a:lstStyle/>
              <a:p>
                <a:endParaRPr lang="es-ES"/>
              </a:p>
            </p:txBody>
          </p:sp>
          <p:sp>
            <p:nvSpPr>
              <p:cNvPr id="17" name="Forma libre: forma 20">
                <a:extLst>
                  <a:ext uri="{FF2B5EF4-FFF2-40B4-BE49-F238E27FC236}">
                    <a16:creationId xmlns:a16="http://schemas.microsoft.com/office/drawing/2014/main" id="{34773EBC-716E-0991-0EAA-B1A74C239940}"/>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grpFill/>
              <a:ln w="3333" cap="flat">
                <a:noFill/>
                <a:prstDash val="solid"/>
                <a:miter/>
              </a:ln>
            </p:spPr>
            <p:txBody>
              <a:bodyPr rtlCol="0" anchor="ctr"/>
              <a:lstStyle/>
              <a:p>
                <a:endParaRPr lang="es-ES"/>
              </a:p>
            </p:txBody>
          </p:sp>
          <p:sp>
            <p:nvSpPr>
              <p:cNvPr id="18" name="Forma libre: forma 21">
                <a:extLst>
                  <a:ext uri="{FF2B5EF4-FFF2-40B4-BE49-F238E27FC236}">
                    <a16:creationId xmlns:a16="http://schemas.microsoft.com/office/drawing/2014/main" id="{9AB642DD-03B5-D70D-F8E7-8A636665D97F}"/>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grpFill/>
              <a:ln w="3333" cap="flat">
                <a:noFill/>
                <a:prstDash val="solid"/>
                <a:miter/>
              </a:ln>
            </p:spPr>
            <p:txBody>
              <a:bodyPr rtlCol="0" anchor="ctr"/>
              <a:lstStyle/>
              <a:p>
                <a:endParaRPr lang="es-ES"/>
              </a:p>
            </p:txBody>
          </p:sp>
          <p:sp>
            <p:nvSpPr>
              <p:cNvPr id="19" name="Forma libre: forma 22">
                <a:extLst>
                  <a:ext uri="{FF2B5EF4-FFF2-40B4-BE49-F238E27FC236}">
                    <a16:creationId xmlns:a16="http://schemas.microsoft.com/office/drawing/2014/main" id="{65A28326-BCA2-A3DD-9863-E3F1FA00698E}"/>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grpFill/>
              <a:ln w="3333" cap="flat">
                <a:noFill/>
                <a:prstDash val="solid"/>
                <a:miter/>
              </a:ln>
            </p:spPr>
            <p:txBody>
              <a:bodyPr rtlCol="0" anchor="ctr"/>
              <a:lstStyle/>
              <a:p>
                <a:endParaRPr lang="es-ES"/>
              </a:p>
            </p:txBody>
          </p:sp>
          <p:sp>
            <p:nvSpPr>
              <p:cNvPr id="20" name="Forma libre: forma 23">
                <a:extLst>
                  <a:ext uri="{FF2B5EF4-FFF2-40B4-BE49-F238E27FC236}">
                    <a16:creationId xmlns:a16="http://schemas.microsoft.com/office/drawing/2014/main" id="{B68DAF3D-F017-5651-1DED-732566440C73}"/>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grpFill/>
              <a:ln w="3333" cap="flat">
                <a:noFill/>
                <a:prstDash val="solid"/>
                <a:miter/>
              </a:ln>
            </p:spPr>
            <p:txBody>
              <a:bodyPr rtlCol="0" anchor="ctr"/>
              <a:lstStyle/>
              <a:p>
                <a:endParaRPr lang="es-ES"/>
              </a:p>
            </p:txBody>
          </p:sp>
          <p:sp>
            <p:nvSpPr>
              <p:cNvPr id="21" name="Forma libre: forma 24">
                <a:extLst>
                  <a:ext uri="{FF2B5EF4-FFF2-40B4-BE49-F238E27FC236}">
                    <a16:creationId xmlns:a16="http://schemas.microsoft.com/office/drawing/2014/main" id="{CC479745-8DE4-1648-E03F-2405C5FDB4BA}"/>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grpFill/>
              <a:ln w="3333" cap="flat">
                <a:noFill/>
                <a:prstDash val="solid"/>
                <a:miter/>
              </a:ln>
            </p:spPr>
            <p:txBody>
              <a:bodyPr rtlCol="0" anchor="ctr"/>
              <a:lstStyle/>
              <a:p>
                <a:endParaRPr lang="es-ES"/>
              </a:p>
            </p:txBody>
          </p:sp>
          <p:sp>
            <p:nvSpPr>
              <p:cNvPr id="22" name="Forma libre: forma 25">
                <a:extLst>
                  <a:ext uri="{FF2B5EF4-FFF2-40B4-BE49-F238E27FC236}">
                    <a16:creationId xmlns:a16="http://schemas.microsoft.com/office/drawing/2014/main" id="{84F20B31-8561-AE68-5B77-746C73159FCF}"/>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grpFill/>
              <a:ln w="3333" cap="flat">
                <a:noFill/>
                <a:prstDash val="solid"/>
                <a:miter/>
              </a:ln>
            </p:spPr>
            <p:txBody>
              <a:bodyPr rtlCol="0" anchor="ctr"/>
              <a:lstStyle/>
              <a:p>
                <a:endParaRPr lang="es-ES"/>
              </a:p>
            </p:txBody>
          </p:sp>
          <p:sp>
            <p:nvSpPr>
              <p:cNvPr id="23" name="Forma libre: forma 26">
                <a:extLst>
                  <a:ext uri="{FF2B5EF4-FFF2-40B4-BE49-F238E27FC236}">
                    <a16:creationId xmlns:a16="http://schemas.microsoft.com/office/drawing/2014/main" id="{6EE62E52-9760-0799-34F9-B7DD077CC92D}"/>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grpFill/>
              <a:ln w="3333" cap="flat">
                <a:noFill/>
                <a:prstDash val="solid"/>
                <a:miter/>
              </a:ln>
            </p:spPr>
            <p:txBody>
              <a:bodyPr rtlCol="0" anchor="ctr"/>
              <a:lstStyle/>
              <a:p>
                <a:endParaRPr lang="es-ES"/>
              </a:p>
            </p:txBody>
          </p:sp>
          <p:sp>
            <p:nvSpPr>
              <p:cNvPr id="24" name="Forma libre: forma 27">
                <a:extLst>
                  <a:ext uri="{FF2B5EF4-FFF2-40B4-BE49-F238E27FC236}">
                    <a16:creationId xmlns:a16="http://schemas.microsoft.com/office/drawing/2014/main" id="{D6A9A6FD-4F56-5D4D-F027-C65A6F46E232}"/>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grpFill/>
              <a:ln w="3333" cap="flat">
                <a:noFill/>
                <a:prstDash val="solid"/>
                <a:miter/>
              </a:ln>
            </p:spPr>
            <p:txBody>
              <a:bodyPr rtlCol="0" anchor="ctr"/>
              <a:lstStyle/>
              <a:p>
                <a:endParaRPr lang="es-ES"/>
              </a:p>
            </p:txBody>
          </p:sp>
          <p:sp>
            <p:nvSpPr>
              <p:cNvPr id="25" name="Forma libre: forma 28">
                <a:extLst>
                  <a:ext uri="{FF2B5EF4-FFF2-40B4-BE49-F238E27FC236}">
                    <a16:creationId xmlns:a16="http://schemas.microsoft.com/office/drawing/2014/main" id="{EAB500AE-FED3-168F-5912-1FC7F9B9F700}"/>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grpFill/>
              <a:ln w="3333" cap="flat">
                <a:noFill/>
                <a:prstDash val="solid"/>
                <a:miter/>
              </a:ln>
            </p:spPr>
            <p:txBody>
              <a:bodyPr rtlCol="0" anchor="ctr"/>
              <a:lstStyle/>
              <a:p>
                <a:endParaRPr lang="es-ES"/>
              </a:p>
            </p:txBody>
          </p:sp>
          <p:sp>
            <p:nvSpPr>
              <p:cNvPr id="26" name="Forma libre: forma 29">
                <a:extLst>
                  <a:ext uri="{FF2B5EF4-FFF2-40B4-BE49-F238E27FC236}">
                    <a16:creationId xmlns:a16="http://schemas.microsoft.com/office/drawing/2014/main" id="{397DB73F-CF08-9D00-8620-885D93DC39E6}"/>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grpFill/>
              <a:ln w="3333" cap="flat">
                <a:noFill/>
                <a:prstDash val="solid"/>
                <a:miter/>
              </a:ln>
            </p:spPr>
            <p:txBody>
              <a:bodyPr rtlCol="0" anchor="ctr"/>
              <a:lstStyle/>
              <a:p>
                <a:endParaRPr lang="es-ES"/>
              </a:p>
            </p:txBody>
          </p:sp>
          <p:sp>
            <p:nvSpPr>
              <p:cNvPr id="35" name="Forma libre: forma 30">
                <a:extLst>
                  <a:ext uri="{FF2B5EF4-FFF2-40B4-BE49-F238E27FC236}">
                    <a16:creationId xmlns:a16="http://schemas.microsoft.com/office/drawing/2014/main" id="{67874AAB-8D5D-BDF7-B82D-AC50068123C9}"/>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grpFill/>
              <a:ln w="3333" cap="flat">
                <a:noFill/>
                <a:prstDash val="solid"/>
                <a:miter/>
              </a:ln>
            </p:spPr>
            <p:txBody>
              <a:bodyPr rtlCol="0" anchor="ctr"/>
              <a:lstStyle/>
              <a:p>
                <a:endParaRPr lang="es-ES"/>
              </a:p>
            </p:txBody>
          </p:sp>
        </p:grpSp>
        <p:cxnSp>
          <p:nvCxnSpPr>
            <p:cNvPr id="11" name="Conector recto 25">
              <a:extLst>
                <a:ext uri="{FF2B5EF4-FFF2-40B4-BE49-F238E27FC236}">
                  <a16:creationId xmlns:a16="http://schemas.microsoft.com/office/drawing/2014/main" id="{9A161963-787A-1CF3-5D57-D3DE8CDB8CC4}"/>
                </a:ext>
              </a:extLst>
            </p:cNvPr>
            <p:cNvCxnSpPr>
              <a:cxnSpLocks/>
            </p:cNvCxnSpPr>
            <p:nvPr userDrawn="1"/>
          </p:nvCxnSpPr>
          <p:spPr>
            <a:xfrm>
              <a:off x="9900067" y="-1328018"/>
              <a:ext cx="0" cy="436991"/>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64003856"/>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 Column Text">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26C930B-6D68-CE32-C8C3-D2DBAE6260A1}"/>
              </a:ext>
            </a:extLst>
          </p:cNvPr>
          <p:cNvSpPr>
            <a:spLocks noGrp="1"/>
          </p:cNvSpPr>
          <p:nvPr>
            <p:ph type="body" sz="quarter" idx="10" hasCustomPrompt="1"/>
          </p:nvPr>
        </p:nvSpPr>
        <p:spPr>
          <a:xfrm>
            <a:off x="406400" y="1137600"/>
            <a:ext cx="3006000" cy="5173200"/>
          </a:xfrm>
          <a:prstGeom prst="rect">
            <a:avLst/>
          </a:prstGeom>
        </p:spPr>
        <p:txBody>
          <a:bodyPr l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ext Placeholder 5">
            <a:extLst>
              <a:ext uri="{FF2B5EF4-FFF2-40B4-BE49-F238E27FC236}">
                <a16:creationId xmlns:a16="http://schemas.microsoft.com/office/drawing/2014/main" id="{D4AB3612-54C6-B940-1741-814CFD8D57B1}"/>
              </a:ext>
            </a:extLst>
          </p:cNvPr>
          <p:cNvSpPr>
            <a:spLocks noGrp="1"/>
          </p:cNvSpPr>
          <p:nvPr>
            <p:ph type="body" sz="quarter" idx="11" hasCustomPrompt="1"/>
          </p:nvPr>
        </p:nvSpPr>
        <p:spPr>
          <a:xfrm>
            <a:off x="3635800" y="1137600"/>
            <a:ext cx="3006000" cy="5173200"/>
          </a:xfrm>
          <a:prstGeom prst="rect">
            <a:avLst/>
          </a:prstGeom>
        </p:spPr>
        <p:txBody>
          <a:bodyPr l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ext Placeholder 5">
            <a:extLst>
              <a:ext uri="{FF2B5EF4-FFF2-40B4-BE49-F238E27FC236}">
                <a16:creationId xmlns:a16="http://schemas.microsoft.com/office/drawing/2014/main" id="{F4F073CB-A76A-70CA-0AD1-B67EDF2E4628}"/>
              </a:ext>
            </a:extLst>
          </p:cNvPr>
          <p:cNvSpPr>
            <a:spLocks noGrp="1"/>
          </p:cNvSpPr>
          <p:nvPr>
            <p:ph type="body" sz="quarter" idx="12" hasCustomPrompt="1"/>
          </p:nvPr>
        </p:nvSpPr>
        <p:spPr>
          <a:xfrm>
            <a:off x="6865200" y="1137600"/>
            <a:ext cx="3006000" cy="5173200"/>
          </a:xfrm>
          <a:prstGeom prst="rect">
            <a:avLst/>
          </a:prstGeom>
        </p:spPr>
        <p:txBody>
          <a:bodyPr lIns="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Placeholder 3">
            <a:extLst>
              <a:ext uri="{FF2B5EF4-FFF2-40B4-BE49-F238E27FC236}">
                <a16:creationId xmlns:a16="http://schemas.microsoft.com/office/drawing/2014/main" id="{04EF3A74-3700-8998-E931-E135E615AB76}"/>
              </a:ext>
            </a:extLst>
          </p:cNvPr>
          <p:cNvSpPr>
            <a:spLocks noGrp="1"/>
          </p:cNvSpPr>
          <p:nvPr>
            <p:ph type="title"/>
          </p:nvPr>
        </p:nvSpPr>
        <p:spPr>
          <a:xfrm>
            <a:off x="406797" y="177981"/>
            <a:ext cx="9630780" cy="607923"/>
          </a:xfrm>
          <a:prstGeom prst="rect">
            <a:avLst/>
          </a:prstGeom>
        </p:spPr>
        <p:txBody>
          <a:bodyPr vert="horz" wrap="square" lIns="0" tIns="0" rIns="0" bIns="72000" rtlCol="0" anchor="ctr" anchorCtr="0">
            <a:normAutofit/>
          </a:bodyPr>
          <a:lstStyle/>
          <a:p>
            <a:r>
              <a:rPr lang="en-GB"/>
              <a:t>Click to edit Master title style</a:t>
            </a:r>
            <a:endParaRPr lang="en-US"/>
          </a:p>
        </p:txBody>
      </p:sp>
      <p:cxnSp>
        <p:nvCxnSpPr>
          <p:cNvPr id="7" name="Conector recto 17">
            <a:extLst>
              <a:ext uri="{FF2B5EF4-FFF2-40B4-BE49-F238E27FC236}">
                <a16:creationId xmlns:a16="http://schemas.microsoft.com/office/drawing/2014/main" id="{D2EE24C0-266C-BC0E-EBCB-7CB8EBF9D011}"/>
              </a:ext>
            </a:extLst>
          </p:cNvPr>
          <p:cNvCxnSpPr>
            <a:cxnSpLocks/>
          </p:cNvCxnSpPr>
          <p:nvPr userDrawn="1"/>
        </p:nvCxnSpPr>
        <p:spPr>
          <a:xfrm>
            <a:off x="405372" y="789690"/>
            <a:ext cx="11380228"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upo 7">
            <a:extLst>
              <a:ext uri="{FF2B5EF4-FFF2-40B4-BE49-F238E27FC236}">
                <a16:creationId xmlns:a16="http://schemas.microsoft.com/office/drawing/2014/main" id="{3388EC57-7616-F1D5-69AE-9EAED6338ADB}"/>
              </a:ext>
            </a:extLst>
          </p:cNvPr>
          <p:cNvGrpSpPr/>
          <p:nvPr userDrawn="1"/>
        </p:nvGrpSpPr>
        <p:grpSpPr>
          <a:xfrm>
            <a:off x="10242042" y="390759"/>
            <a:ext cx="1541628" cy="262784"/>
            <a:chOff x="858380" y="3171155"/>
            <a:chExt cx="4884170" cy="832550"/>
          </a:xfrm>
        </p:grpSpPr>
        <p:sp>
          <p:nvSpPr>
            <p:cNvPr id="9" name="Forma libre: forma 8">
              <a:extLst>
                <a:ext uri="{FF2B5EF4-FFF2-40B4-BE49-F238E27FC236}">
                  <a16:creationId xmlns:a16="http://schemas.microsoft.com/office/drawing/2014/main" id="{F83AD4FA-D0F9-C37A-0610-C2605C3187A9}"/>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A5F05E9E-0B19-42C8-D374-AC91954B220C}"/>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DBA36E4A-B587-F002-3042-88792B4971C2}"/>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042285BF-962B-A435-6B9D-36DE11E36408}"/>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13" name="Forma libre: forma 12">
              <a:extLst>
                <a:ext uri="{FF2B5EF4-FFF2-40B4-BE49-F238E27FC236}">
                  <a16:creationId xmlns:a16="http://schemas.microsoft.com/office/drawing/2014/main" id="{9A4BEB8C-4994-801D-FB4D-524B67E38DA6}"/>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14" name="Forma libre: forma 13">
              <a:extLst>
                <a:ext uri="{FF2B5EF4-FFF2-40B4-BE49-F238E27FC236}">
                  <a16:creationId xmlns:a16="http://schemas.microsoft.com/office/drawing/2014/main" id="{FD84A13B-02FE-A6D3-CFDA-3DC026EA0D57}"/>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15" name="Forma libre: forma 14">
              <a:extLst>
                <a:ext uri="{FF2B5EF4-FFF2-40B4-BE49-F238E27FC236}">
                  <a16:creationId xmlns:a16="http://schemas.microsoft.com/office/drawing/2014/main" id="{EC55F1D0-00E6-6537-63BE-A76530EB36B4}"/>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16" name="Forma libre: forma 15">
              <a:extLst>
                <a:ext uri="{FF2B5EF4-FFF2-40B4-BE49-F238E27FC236}">
                  <a16:creationId xmlns:a16="http://schemas.microsoft.com/office/drawing/2014/main" id="{9B2650C3-2D2E-7F82-CF3A-5BCA3A9665DC}"/>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8E7B7CB8-1A16-38F2-052B-537955231E4A}"/>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6C5C5DF1-2B1E-7E49-168F-E423185D3CE4}"/>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32453903-79D9-01D1-3C72-F769CF1C9754}"/>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083AF866-44C4-6CD0-6539-15608FD3687F}"/>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F4A93BAD-8ABC-641B-82D2-D10D53AA8BE1}"/>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22" name="Forma libre: forma 21">
              <a:extLst>
                <a:ext uri="{FF2B5EF4-FFF2-40B4-BE49-F238E27FC236}">
                  <a16:creationId xmlns:a16="http://schemas.microsoft.com/office/drawing/2014/main" id="{85A0A852-192B-47C5-584A-5725F2F654B5}"/>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23" name="Forma libre: forma 22">
              <a:extLst>
                <a:ext uri="{FF2B5EF4-FFF2-40B4-BE49-F238E27FC236}">
                  <a16:creationId xmlns:a16="http://schemas.microsoft.com/office/drawing/2014/main" id="{A38425DE-36A5-144D-75E8-38603327FF9C}"/>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24" name="Forma libre: forma 23">
              <a:extLst>
                <a:ext uri="{FF2B5EF4-FFF2-40B4-BE49-F238E27FC236}">
                  <a16:creationId xmlns:a16="http://schemas.microsoft.com/office/drawing/2014/main" id="{807F9D46-C6BF-FC03-7227-807091416988}"/>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spTree>
    <p:extLst>
      <p:ext uri="{BB962C8B-B14F-4D97-AF65-F5344CB8AC3E}">
        <p14:creationId xmlns:p14="http://schemas.microsoft.com/office/powerpoint/2010/main" val="2330707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Featured Green 2">
    <p:bg>
      <p:bgPr>
        <a:solidFill>
          <a:schemeClr val="tx2"/>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9C25132B-49EB-2005-F0C7-1B94ECBC50E6}"/>
              </a:ext>
            </a:extLst>
          </p:cNvPr>
          <p:cNvSpPr>
            <a:spLocks noGrp="1"/>
          </p:cNvSpPr>
          <p:nvPr>
            <p:ph type="body" sz="quarter" idx="20" hasCustomPrompt="1"/>
          </p:nvPr>
        </p:nvSpPr>
        <p:spPr>
          <a:xfrm>
            <a:off x="407221" y="412926"/>
            <a:ext cx="9289414" cy="3016074"/>
          </a:xfrm>
          <a:prstGeom prst="rect">
            <a:avLst/>
          </a:prstGeom>
        </p:spPr>
        <p:txBody>
          <a:bodyPr anchor="t">
            <a:normAutofit/>
          </a:bodyPr>
          <a:lstStyle>
            <a:lvl1pPr>
              <a:lnSpc>
                <a:spcPct val="80000"/>
              </a:lnSpc>
              <a:defRPr sz="6950" b="1" i="0">
                <a:solidFill>
                  <a:schemeClr val="bg1"/>
                </a:solidFill>
                <a:latin typeface="IberPangea Text" panose="020B0404000000000000" pitchFamily="34" charset="0"/>
                <a:ea typeface="IberPangea Text" panose="020B0404000000000000" pitchFamily="34" charset="0"/>
                <a:cs typeface="IberPangea Text" panose="020B0404000000000000" pitchFamily="34" charset="0"/>
              </a:defRPr>
            </a:lvl1pPr>
          </a:lstStyle>
          <a:p>
            <a:pPr lvl="0"/>
            <a:r>
              <a:rPr lang="en-US" noProof="0"/>
              <a:t>Catchphrase</a:t>
            </a:r>
          </a:p>
        </p:txBody>
      </p:sp>
      <p:sp>
        <p:nvSpPr>
          <p:cNvPr id="4" name="Marcador de número de diapositiva 2">
            <a:extLst>
              <a:ext uri="{FF2B5EF4-FFF2-40B4-BE49-F238E27FC236}">
                <a16:creationId xmlns:a16="http://schemas.microsoft.com/office/drawing/2014/main" id="{3ED489D6-131A-3CD4-5081-ADD1132C322E}"/>
              </a:ext>
            </a:extLst>
          </p:cNvPr>
          <p:cNvSpPr>
            <a:spLocks noGrp="1"/>
          </p:cNvSpPr>
          <p:nvPr>
            <p:ph type="sldNum" sz="quarter" idx="4"/>
          </p:nvPr>
        </p:nvSpPr>
        <p:spPr>
          <a:xfrm>
            <a:off x="11164831" y="6453336"/>
            <a:ext cx="619949" cy="240553"/>
          </a:xfrm>
          <a:prstGeom prst="rect">
            <a:avLst/>
          </a:prstGeom>
        </p:spPr>
        <p:txBody>
          <a:bodyPr/>
          <a:lstStyle>
            <a:lvl1pPr algn="r">
              <a:defRPr>
                <a:solidFill>
                  <a:schemeClr val="bg1"/>
                </a:solidFill>
                <a:latin typeface="+mn-lt"/>
              </a:defRPr>
            </a:lvl1pPr>
          </a:lstStyle>
          <a:p>
            <a:fld id="{92A49E42-579D-0A4D-A382-D64C66A04E33}" type="slidenum">
              <a:rPr lang="es-ES" smtClean="0"/>
              <a:pPr/>
              <a:t>‹#›</a:t>
            </a:fld>
            <a:endParaRPr lang="es-ES"/>
          </a:p>
        </p:txBody>
      </p:sp>
      <p:grpSp>
        <p:nvGrpSpPr>
          <p:cNvPr id="5" name="Group 4">
            <a:extLst>
              <a:ext uri="{FF2B5EF4-FFF2-40B4-BE49-F238E27FC236}">
                <a16:creationId xmlns:a16="http://schemas.microsoft.com/office/drawing/2014/main" id="{55BD72B2-F59B-0B9F-DFF6-5C870EC29BB2}"/>
              </a:ext>
            </a:extLst>
          </p:cNvPr>
          <p:cNvGrpSpPr/>
          <p:nvPr userDrawn="1"/>
        </p:nvGrpSpPr>
        <p:grpSpPr>
          <a:xfrm>
            <a:off x="7745052" y="206115"/>
            <a:ext cx="3989628" cy="733648"/>
            <a:chOff x="7745052" y="206115"/>
            <a:chExt cx="3989628" cy="733648"/>
          </a:xfrm>
        </p:grpSpPr>
        <p:grpSp>
          <p:nvGrpSpPr>
            <p:cNvPr id="7" name="Grupo 27">
              <a:extLst>
                <a:ext uri="{FF2B5EF4-FFF2-40B4-BE49-F238E27FC236}">
                  <a16:creationId xmlns:a16="http://schemas.microsoft.com/office/drawing/2014/main" id="{21E14860-4010-6032-A1BA-768D22AF3885}"/>
                </a:ext>
              </a:extLst>
            </p:cNvPr>
            <p:cNvGrpSpPr/>
            <p:nvPr userDrawn="1"/>
          </p:nvGrpSpPr>
          <p:grpSpPr>
            <a:xfrm>
              <a:off x="7745052" y="326847"/>
              <a:ext cx="2061401" cy="436991"/>
              <a:chOff x="7838666" y="-1328018"/>
              <a:chExt cx="2061401" cy="436991"/>
            </a:xfrm>
          </p:grpSpPr>
          <p:grpSp>
            <p:nvGrpSpPr>
              <p:cNvPr id="23" name="Grupo 29">
                <a:extLst>
                  <a:ext uri="{FF2B5EF4-FFF2-40B4-BE49-F238E27FC236}">
                    <a16:creationId xmlns:a16="http://schemas.microsoft.com/office/drawing/2014/main" id="{498FA173-AC8C-31E2-82FF-4493F89C6F50}"/>
                  </a:ext>
                </a:extLst>
              </p:cNvPr>
              <p:cNvGrpSpPr/>
              <p:nvPr/>
            </p:nvGrpSpPr>
            <p:grpSpPr>
              <a:xfrm>
                <a:off x="7838666" y="-1247950"/>
                <a:ext cx="1843200" cy="309600"/>
                <a:chOff x="858380" y="3171155"/>
                <a:chExt cx="4884170" cy="832550"/>
              </a:xfrm>
              <a:solidFill>
                <a:schemeClr val="bg1"/>
              </a:solidFill>
            </p:grpSpPr>
            <p:sp>
              <p:nvSpPr>
                <p:cNvPr id="25" name="Forma libre: forma 15">
                  <a:extLst>
                    <a:ext uri="{FF2B5EF4-FFF2-40B4-BE49-F238E27FC236}">
                      <a16:creationId xmlns:a16="http://schemas.microsoft.com/office/drawing/2014/main" id="{376A9736-2774-E024-3449-D57AA8952F2F}"/>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grpFill/>
                <a:ln w="3333" cap="flat">
                  <a:noFill/>
                  <a:prstDash val="solid"/>
                  <a:miter/>
                </a:ln>
              </p:spPr>
              <p:txBody>
                <a:bodyPr rtlCol="0" anchor="ctr"/>
                <a:lstStyle/>
                <a:p>
                  <a:endParaRPr lang="es-ES"/>
                </a:p>
              </p:txBody>
            </p:sp>
            <p:sp>
              <p:nvSpPr>
                <p:cNvPr id="26" name="Forma libre: forma 16">
                  <a:extLst>
                    <a:ext uri="{FF2B5EF4-FFF2-40B4-BE49-F238E27FC236}">
                      <a16:creationId xmlns:a16="http://schemas.microsoft.com/office/drawing/2014/main" id="{4E35088C-C8FA-B24D-988B-9C558D077C60}"/>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grpFill/>
                <a:ln w="3333" cap="flat">
                  <a:noFill/>
                  <a:prstDash val="solid"/>
                  <a:miter/>
                </a:ln>
              </p:spPr>
              <p:txBody>
                <a:bodyPr rtlCol="0" anchor="ctr"/>
                <a:lstStyle/>
                <a:p>
                  <a:endParaRPr lang="es-ES"/>
                </a:p>
              </p:txBody>
            </p:sp>
            <p:sp>
              <p:nvSpPr>
                <p:cNvPr id="27" name="Forma libre: forma 17">
                  <a:extLst>
                    <a:ext uri="{FF2B5EF4-FFF2-40B4-BE49-F238E27FC236}">
                      <a16:creationId xmlns:a16="http://schemas.microsoft.com/office/drawing/2014/main" id="{D39D5112-77F3-51F5-65E3-321F3CA1DDBC}"/>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grpFill/>
                <a:ln w="3333" cap="flat">
                  <a:noFill/>
                  <a:prstDash val="solid"/>
                  <a:miter/>
                </a:ln>
              </p:spPr>
              <p:txBody>
                <a:bodyPr rtlCol="0" anchor="ctr"/>
                <a:lstStyle/>
                <a:p>
                  <a:endParaRPr lang="es-ES"/>
                </a:p>
              </p:txBody>
            </p:sp>
            <p:sp>
              <p:nvSpPr>
                <p:cNvPr id="28" name="Forma libre: forma 18">
                  <a:extLst>
                    <a:ext uri="{FF2B5EF4-FFF2-40B4-BE49-F238E27FC236}">
                      <a16:creationId xmlns:a16="http://schemas.microsoft.com/office/drawing/2014/main" id="{02BC1567-E312-64E1-370F-A2D2A95772B1}"/>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grpFill/>
                <a:ln w="3333" cap="flat">
                  <a:noFill/>
                  <a:prstDash val="solid"/>
                  <a:miter/>
                </a:ln>
              </p:spPr>
              <p:txBody>
                <a:bodyPr rtlCol="0" anchor="ctr"/>
                <a:lstStyle/>
                <a:p>
                  <a:endParaRPr lang="es-ES"/>
                </a:p>
              </p:txBody>
            </p:sp>
            <p:sp>
              <p:nvSpPr>
                <p:cNvPr id="29" name="Forma libre: forma 19">
                  <a:extLst>
                    <a:ext uri="{FF2B5EF4-FFF2-40B4-BE49-F238E27FC236}">
                      <a16:creationId xmlns:a16="http://schemas.microsoft.com/office/drawing/2014/main" id="{E6388A3B-3CFB-66BB-BBD4-AAC59B4EAF07}"/>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grpFill/>
                <a:ln w="3333" cap="flat">
                  <a:noFill/>
                  <a:prstDash val="solid"/>
                  <a:miter/>
                </a:ln>
              </p:spPr>
              <p:txBody>
                <a:bodyPr rtlCol="0" anchor="ctr"/>
                <a:lstStyle/>
                <a:p>
                  <a:endParaRPr lang="es-ES"/>
                </a:p>
              </p:txBody>
            </p:sp>
            <p:sp>
              <p:nvSpPr>
                <p:cNvPr id="30" name="Forma libre: forma 20">
                  <a:extLst>
                    <a:ext uri="{FF2B5EF4-FFF2-40B4-BE49-F238E27FC236}">
                      <a16:creationId xmlns:a16="http://schemas.microsoft.com/office/drawing/2014/main" id="{369031D6-9A28-97A8-E4EB-E3A369BE5F1C}"/>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grpFill/>
                <a:ln w="3333" cap="flat">
                  <a:noFill/>
                  <a:prstDash val="solid"/>
                  <a:miter/>
                </a:ln>
              </p:spPr>
              <p:txBody>
                <a:bodyPr rtlCol="0" anchor="ctr"/>
                <a:lstStyle/>
                <a:p>
                  <a:endParaRPr lang="es-ES"/>
                </a:p>
              </p:txBody>
            </p:sp>
            <p:sp>
              <p:nvSpPr>
                <p:cNvPr id="31" name="Forma libre: forma 21">
                  <a:extLst>
                    <a:ext uri="{FF2B5EF4-FFF2-40B4-BE49-F238E27FC236}">
                      <a16:creationId xmlns:a16="http://schemas.microsoft.com/office/drawing/2014/main" id="{609E2360-9309-E9E2-1D37-B4A49C191438}"/>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grpFill/>
                <a:ln w="3333" cap="flat">
                  <a:noFill/>
                  <a:prstDash val="solid"/>
                  <a:miter/>
                </a:ln>
              </p:spPr>
              <p:txBody>
                <a:bodyPr rtlCol="0" anchor="ctr"/>
                <a:lstStyle/>
                <a:p>
                  <a:endParaRPr lang="es-ES"/>
                </a:p>
              </p:txBody>
            </p:sp>
            <p:sp>
              <p:nvSpPr>
                <p:cNvPr id="32" name="Forma libre: forma 22">
                  <a:extLst>
                    <a:ext uri="{FF2B5EF4-FFF2-40B4-BE49-F238E27FC236}">
                      <a16:creationId xmlns:a16="http://schemas.microsoft.com/office/drawing/2014/main" id="{B7E864C3-E5B4-7188-F474-2FBBA0B64578}"/>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grpFill/>
                <a:ln w="3333" cap="flat">
                  <a:noFill/>
                  <a:prstDash val="solid"/>
                  <a:miter/>
                </a:ln>
              </p:spPr>
              <p:txBody>
                <a:bodyPr rtlCol="0" anchor="ctr"/>
                <a:lstStyle/>
                <a:p>
                  <a:endParaRPr lang="es-ES"/>
                </a:p>
              </p:txBody>
            </p:sp>
            <p:sp>
              <p:nvSpPr>
                <p:cNvPr id="33" name="Forma libre: forma 23">
                  <a:extLst>
                    <a:ext uri="{FF2B5EF4-FFF2-40B4-BE49-F238E27FC236}">
                      <a16:creationId xmlns:a16="http://schemas.microsoft.com/office/drawing/2014/main" id="{CFE696F2-FE2D-D5CB-9A55-02C496180294}"/>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grpFill/>
                <a:ln w="3333" cap="flat">
                  <a:noFill/>
                  <a:prstDash val="solid"/>
                  <a:miter/>
                </a:ln>
              </p:spPr>
              <p:txBody>
                <a:bodyPr rtlCol="0" anchor="ctr"/>
                <a:lstStyle/>
                <a:p>
                  <a:endParaRPr lang="es-ES"/>
                </a:p>
              </p:txBody>
            </p:sp>
            <p:sp>
              <p:nvSpPr>
                <p:cNvPr id="34" name="Forma libre: forma 24">
                  <a:extLst>
                    <a:ext uri="{FF2B5EF4-FFF2-40B4-BE49-F238E27FC236}">
                      <a16:creationId xmlns:a16="http://schemas.microsoft.com/office/drawing/2014/main" id="{ABA4B289-FFF6-8D0E-1D46-D06802AD7BDF}"/>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grpFill/>
                <a:ln w="3333" cap="flat">
                  <a:noFill/>
                  <a:prstDash val="solid"/>
                  <a:miter/>
                </a:ln>
              </p:spPr>
              <p:txBody>
                <a:bodyPr rtlCol="0" anchor="ctr"/>
                <a:lstStyle/>
                <a:p>
                  <a:endParaRPr lang="es-ES"/>
                </a:p>
              </p:txBody>
            </p:sp>
            <p:sp>
              <p:nvSpPr>
                <p:cNvPr id="41" name="Forma libre: forma 25">
                  <a:extLst>
                    <a:ext uri="{FF2B5EF4-FFF2-40B4-BE49-F238E27FC236}">
                      <a16:creationId xmlns:a16="http://schemas.microsoft.com/office/drawing/2014/main" id="{57927DB7-2CD2-6BC1-98F9-3397401E7A7B}"/>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grpFill/>
                <a:ln w="3333" cap="flat">
                  <a:noFill/>
                  <a:prstDash val="solid"/>
                  <a:miter/>
                </a:ln>
              </p:spPr>
              <p:txBody>
                <a:bodyPr rtlCol="0" anchor="ctr"/>
                <a:lstStyle/>
                <a:p>
                  <a:endParaRPr lang="es-ES"/>
                </a:p>
              </p:txBody>
            </p:sp>
            <p:sp>
              <p:nvSpPr>
                <p:cNvPr id="42" name="Forma libre: forma 26">
                  <a:extLst>
                    <a:ext uri="{FF2B5EF4-FFF2-40B4-BE49-F238E27FC236}">
                      <a16:creationId xmlns:a16="http://schemas.microsoft.com/office/drawing/2014/main" id="{A08AE242-41EB-C55D-7883-A6FE88E49F9B}"/>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grpFill/>
                <a:ln w="3333" cap="flat">
                  <a:noFill/>
                  <a:prstDash val="solid"/>
                  <a:miter/>
                </a:ln>
              </p:spPr>
              <p:txBody>
                <a:bodyPr rtlCol="0" anchor="ctr"/>
                <a:lstStyle/>
                <a:p>
                  <a:endParaRPr lang="es-ES"/>
                </a:p>
              </p:txBody>
            </p:sp>
            <p:sp>
              <p:nvSpPr>
                <p:cNvPr id="43" name="Forma libre: forma 27">
                  <a:extLst>
                    <a:ext uri="{FF2B5EF4-FFF2-40B4-BE49-F238E27FC236}">
                      <a16:creationId xmlns:a16="http://schemas.microsoft.com/office/drawing/2014/main" id="{E24C5A30-E979-9D50-76BB-B4E038EB8C4A}"/>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grpFill/>
                <a:ln w="3333" cap="flat">
                  <a:noFill/>
                  <a:prstDash val="solid"/>
                  <a:miter/>
                </a:ln>
              </p:spPr>
              <p:txBody>
                <a:bodyPr rtlCol="0" anchor="ctr"/>
                <a:lstStyle/>
                <a:p>
                  <a:endParaRPr lang="es-ES"/>
                </a:p>
              </p:txBody>
            </p:sp>
            <p:sp>
              <p:nvSpPr>
                <p:cNvPr id="44" name="Forma libre: forma 28">
                  <a:extLst>
                    <a:ext uri="{FF2B5EF4-FFF2-40B4-BE49-F238E27FC236}">
                      <a16:creationId xmlns:a16="http://schemas.microsoft.com/office/drawing/2014/main" id="{0215FBC5-E883-35C5-A563-AC369A1E47B7}"/>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grpFill/>
                <a:ln w="3333" cap="flat">
                  <a:noFill/>
                  <a:prstDash val="solid"/>
                  <a:miter/>
                </a:ln>
              </p:spPr>
              <p:txBody>
                <a:bodyPr rtlCol="0" anchor="ctr"/>
                <a:lstStyle/>
                <a:p>
                  <a:endParaRPr lang="es-ES"/>
                </a:p>
              </p:txBody>
            </p:sp>
            <p:sp>
              <p:nvSpPr>
                <p:cNvPr id="45" name="Forma libre: forma 29">
                  <a:extLst>
                    <a:ext uri="{FF2B5EF4-FFF2-40B4-BE49-F238E27FC236}">
                      <a16:creationId xmlns:a16="http://schemas.microsoft.com/office/drawing/2014/main" id="{612ED035-B7B3-E9C1-A5BD-05DF02793BF4}"/>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grpFill/>
                <a:ln w="3333" cap="flat">
                  <a:noFill/>
                  <a:prstDash val="solid"/>
                  <a:miter/>
                </a:ln>
              </p:spPr>
              <p:txBody>
                <a:bodyPr rtlCol="0" anchor="ctr"/>
                <a:lstStyle/>
                <a:p>
                  <a:endParaRPr lang="es-ES"/>
                </a:p>
              </p:txBody>
            </p:sp>
            <p:sp>
              <p:nvSpPr>
                <p:cNvPr id="46" name="Forma libre: forma 30">
                  <a:extLst>
                    <a:ext uri="{FF2B5EF4-FFF2-40B4-BE49-F238E27FC236}">
                      <a16:creationId xmlns:a16="http://schemas.microsoft.com/office/drawing/2014/main" id="{D9943004-F741-4656-EDDC-B68B0BD2255D}"/>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grpFill/>
                <a:ln w="3333" cap="flat">
                  <a:noFill/>
                  <a:prstDash val="solid"/>
                  <a:miter/>
                </a:ln>
              </p:spPr>
              <p:txBody>
                <a:bodyPr rtlCol="0" anchor="ctr"/>
                <a:lstStyle/>
                <a:p>
                  <a:endParaRPr lang="es-ES"/>
                </a:p>
              </p:txBody>
            </p:sp>
          </p:grpSp>
          <p:cxnSp>
            <p:nvCxnSpPr>
              <p:cNvPr id="24" name="Conector recto 25">
                <a:extLst>
                  <a:ext uri="{FF2B5EF4-FFF2-40B4-BE49-F238E27FC236}">
                    <a16:creationId xmlns:a16="http://schemas.microsoft.com/office/drawing/2014/main" id="{903935C8-AD65-B1D9-7FA9-2B096DCCEB18}"/>
                  </a:ext>
                </a:extLst>
              </p:cNvPr>
              <p:cNvCxnSpPr>
                <a:cxnSpLocks/>
              </p:cNvCxnSpPr>
              <p:nvPr userDrawn="1"/>
            </p:nvCxnSpPr>
            <p:spPr>
              <a:xfrm>
                <a:off x="9900067" y="-1328018"/>
                <a:ext cx="0" cy="436991"/>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694DEE0C-49B4-08C2-20DA-629576566785}"/>
                </a:ext>
              </a:extLst>
            </p:cNvPr>
            <p:cNvGrpSpPr/>
            <p:nvPr userDrawn="1"/>
          </p:nvGrpSpPr>
          <p:grpSpPr>
            <a:xfrm>
              <a:off x="9783830" y="206115"/>
              <a:ext cx="1950850" cy="733648"/>
              <a:chOff x="9783830" y="206115"/>
              <a:chExt cx="1950850" cy="733648"/>
            </a:xfrm>
          </p:grpSpPr>
          <p:pic>
            <p:nvPicPr>
              <p:cNvPr id="21" name="Picture 20" descr="previous_7.png">
                <a:extLst>
                  <a:ext uri="{FF2B5EF4-FFF2-40B4-BE49-F238E27FC236}">
                    <a16:creationId xmlns:a16="http://schemas.microsoft.com/office/drawing/2014/main" id="{C7A6A502-28F7-DC36-E534-CD043DEF1ED2}"/>
                  </a:ext>
                </a:extLst>
              </p:cNvPr>
              <p:cNvPicPr>
                <a:picLocks noChangeAspect="1"/>
              </p:cNvPicPr>
              <p:nvPr userDrawn="1"/>
            </p:nvPicPr>
            <p:blipFill>
              <a:blip r:embed="rId2" cstate="hqprint">
                <a:extLst>
                  <a:ext uri="{28A0092B-C50C-407E-A947-70E740481C1C}">
                    <a14:useLocalDpi xmlns:a14="http://schemas.microsoft.com/office/drawing/2010/main"/>
                  </a:ext>
                </a:extLst>
              </a:blip>
              <a:srcRect r="66139"/>
              <a:stretch>
                <a:fillRect/>
              </a:stretch>
            </p:blipFill>
            <p:spPr>
              <a:xfrm>
                <a:off x="9783830" y="206115"/>
                <a:ext cx="510813" cy="733648"/>
              </a:xfrm>
              <a:prstGeom prst="rect">
                <a:avLst/>
              </a:prstGeom>
            </p:spPr>
          </p:pic>
          <p:sp>
            <p:nvSpPr>
              <p:cNvPr id="22" name="TextBox 21">
                <a:extLst>
                  <a:ext uri="{FF2B5EF4-FFF2-40B4-BE49-F238E27FC236}">
                    <a16:creationId xmlns:a16="http://schemas.microsoft.com/office/drawing/2014/main" id="{5D2E858F-EE31-CD81-0DA5-AE0D49B829F1}"/>
                  </a:ext>
                </a:extLst>
              </p:cNvPr>
              <p:cNvSpPr txBox="1"/>
              <p:nvPr userDrawn="1"/>
            </p:nvSpPr>
            <p:spPr>
              <a:xfrm>
                <a:off x="10406194" y="388515"/>
                <a:ext cx="1328486" cy="378067"/>
              </a:xfrm>
              <a:prstGeom prst="rect">
                <a:avLst/>
              </a:prstGeom>
              <a:noFill/>
            </p:spPr>
            <p:txBody>
              <a:bodyPr wrap="square" lIns="0" tIns="0" rIns="0" bIns="0" rtlCol="0">
                <a:noAutofit/>
              </a:bodyPr>
              <a:lstStyle/>
              <a:p>
                <a:pPr algn="l"/>
                <a:r>
                  <a:rPr lang="en-GB" sz="1200" b="0">
                    <a:solidFill>
                      <a:schemeClr val="bg1"/>
                    </a:solidFill>
                    <a:latin typeface="IberPangea Text Medium" panose="020B0604000000000000" pitchFamily="34" charset="0"/>
                    <a:ea typeface="IberPangea Text Medium" panose="020B0604000000000000" pitchFamily="34" charset="0"/>
                    <a:cs typeface="IberPangea Text Medium" panose="020B0604000000000000" pitchFamily="34" charset="0"/>
                  </a:rPr>
                  <a:t>Digital Innovation &amp; Culture</a:t>
                </a:r>
              </a:p>
            </p:txBody>
          </p:sp>
        </p:grpSp>
      </p:grpSp>
    </p:spTree>
    <p:extLst>
      <p:ext uri="{BB962C8B-B14F-4D97-AF65-F5344CB8AC3E}">
        <p14:creationId xmlns:p14="http://schemas.microsoft.com/office/powerpoint/2010/main" val="3759869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46566-F1BD-BE23-1D2D-C6260BD40E3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323D14A-0489-3D91-4AE6-7D89736AB2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B4785C6-995B-FBC2-F572-C0C577FB7187}"/>
              </a:ext>
            </a:extLst>
          </p:cNvPr>
          <p:cNvSpPr>
            <a:spLocks noGrp="1"/>
          </p:cNvSpPr>
          <p:nvPr>
            <p:ph type="dt" sz="half" idx="10"/>
          </p:nvPr>
        </p:nvSpPr>
        <p:spPr/>
        <p:txBody>
          <a:bodyPr/>
          <a:lstStyle/>
          <a:p>
            <a:fld id="{82D17490-3570-4AA5-BD01-9F9C6EC98F0C}" type="datetimeFigureOut">
              <a:rPr lang="en-GB" smtClean="0"/>
              <a:t>08/10/2026</a:t>
            </a:fld>
            <a:endParaRPr lang="en-GB"/>
          </a:p>
        </p:txBody>
      </p:sp>
      <p:sp>
        <p:nvSpPr>
          <p:cNvPr id="5" name="Footer Placeholder 4">
            <a:extLst>
              <a:ext uri="{FF2B5EF4-FFF2-40B4-BE49-F238E27FC236}">
                <a16:creationId xmlns:a16="http://schemas.microsoft.com/office/drawing/2014/main" id="{5ADB773C-82F0-6E8F-D6CA-CE6FCA3C3CA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F73F3BB-7103-6046-114E-E06D4B75CE60}"/>
              </a:ext>
            </a:extLst>
          </p:cNvPr>
          <p:cNvSpPr>
            <a:spLocks noGrp="1"/>
          </p:cNvSpPr>
          <p:nvPr>
            <p:ph type="sldNum" sz="quarter" idx="12"/>
          </p:nvPr>
        </p:nvSpPr>
        <p:spPr/>
        <p:txBody>
          <a:bodyPr/>
          <a:lstStyle/>
          <a:p>
            <a:fld id="{B82390F8-E5CB-41E6-91F9-D79F5C3FA6F2}" type="slidenum">
              <a:rPr lang="en-GB" smtClean="0"/>
              <a:t>‹#›</a:t>
            </a:fld>
            <a:endParaRPr lang="en-GB"/>
          </a:p>
        </p:txBody>
      </p:sp>
    </p:spTree>
    <p:extLst>
      <p:ext uri="{BB962C8B-B14F-4D97-AF65-F5344CB8AC3E}">
        <p14:creationId xmlns:p14="http://schemas.microsoft.com/office/powerpoint/2010/main" val="79622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Objetivos">
    <p:spTree>
      <p:nvGrpSpPr>
        <p:cNvPr id="1" name=""/>
        <p:cNvGrpSpPr/>
        <p:nvPr/>
      </p:nvGrpSpPr>
      <p:grpSpPr>
        <a:xfrm>
          <a:off x="0" y="0"/>
          <a:ext cx="0" cy="0"/>
          <a:chOff x="0" y="0"/>
          <a:chExt cx="0" cy="0"/>
        </a:xfrm>
      </p:grpSpPr>
      <p:sp>
        <p:nvSpPr>
          <p:cNvPr id="32" name="Text Placeholder 4">
            <a:extLst>
              <a:ext uri="{FF2B5EF4-FFF2-40B4-BE49-F238E27FC236}">
                <a16:creationId xmlns:a16="http://schemas.microsoft.com/office/drawing/2014/main" id="{C5C1C5DD-7146-48B3-B2D4-E8E106D04874}"/>
              </a:ext>
            </a:extLst>
          </p:cNvPr>
          <p:cNvSpPr>
            <a:spLocks noGrp="1"/>
          </p:cNvSpPr>
          <p:nvPr>
            <p:ph type="body" sz="quarter" idx="45"/>
          </p:nvPr>
        </p:nvSpPr>
        <p:spPr>
          <a:xfrm>
            <a:off x="600000" y="1065213"/>
            <a:ext cx="11592000" cy="0"/>
          </a:xfrm>
          <a:prstGeom prst="rect">
            <a:avLst/>
          </a:prstGeom>
          <a:solidFill>
            <a:schemeClr val="bg1">
              <a:lumMod val="75000"/>
            </a:schemeClr>
          </a:solidFill>
          <a:ln w="6350">
            <a:solidFill>
              <a:schemeClr val="bg1">
                <a:lumMod val="75000"/>
              </a:schemeClr>
            </a:solidFill>
          </a:ln>
        </p:spPr>
        <p:txBody>
          <a:bodyPr/>
          <a:lstStyle>
            <a:lvl1pPr>
              <a:defRPr sz="100">
                <a:solidFill>
                  <a:schemeClr val="bg1">
                    <a:alpha val="0"/>
                  </a:schemeClr>
                </a:solidFill>
              </a:defRPr>
            </a:lvl1pPr>
          </a:lstStyle>
          <a:p>
            <a:pPr lvl="0"/>
            <a:endParaRPr lang="en-US"/>
          </a:p>
        </p:txBody>
      </p:sp>
      <p:sp>
        <p:nvSpPr>
          <p:cNvPr id="22" name="Text Placeholder 14">
            <a:extLst>
              <a:ext uri="{FF2B5EF4-FFF2-40B4-BE49-F238E27FC236}">
                <a16:creationId xmlns:a16="http://schemas.microsoft.com/office/drawing/2014/main" id="{FF45D6DA-0F5A-48FC-BA95-A5D3A3BCDB68}"/>
              </a:ext>
            </a:extLst>
          </p:cNvPr>
          <p:cNvSpPr>
            <a:spLocks noGrp="1"/>
          </p:cNvSpPr>
          <p:nvPr>
            <p:ph type="body" sz="quarter" idx="14" hasCustomPrompt="1"/>
          </p:nvPr>
        </p:nvSpPr>
        <p:spPr>
          <a:xfrm>
            <a:off x="510293" y="447969"/>
            <a:ext cx="11057456" cy="457056"/>
          </a:xfrm>
          <a:prstGeom prst="rect">
            <a:avLst/>
          </a:prstGeom>
        </p:spPr>
        <p:txBody>
          <a:bodyPr anchor="t"/>
          <a:lstStyle>
            <a:lvl1pPr marL="0" indent="0">
              <a:spcBef>
                <a:spcPts val="0"/>
              </a:spcBef>
              <a:buNone/>
              <a:defRPr sz="2800" i="0">
                <a:solidFill>
                  <a:schemeClr val="accent5"/>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s-ES" err="1"/>
              <a:t>Objectives</a:t>
            </a:r>
            <a:r>
              <a:rPr lang="es-ES"/>
              <a:t> </a:t>
            </a:r>
            <a:r>
              <a:rPr lang="es-ES" err="1"/>
              <a:t>of</a:t>
            </a:r>
            <a:r>
              <a:rPr lang="es-ES"/>
              <a:t> </a:t>
            </a:r>
            <a:r>
              <a:rPr lang="es-ES" err="1"/>
              <a:t>advertising</a:t>
            </a:r>
            <a:r>
              <a:rPr lang="es-ES"/>
              <a:t> </a:t>
            </a:r>
          </a:p>
        </p:txBody>
      </p:sp>
      <p:sp>
        <p:nvSpPr>
          <p:cNvPr id="23" name="Text Placeholder 4">
            <a:extLst>
              <a:ext uri="{FF2B5EF4-FFF2-40B4-BE49-F238E27FC236}">
                <a16:creationId xmlns:a16="http://schemas.microsoft.com/office/drawing/2014/main" id="{3AA3C6B4-F6FE-4711-8486-C7F9552AFF48}"/>
              </a:ext>
            </a:extLst>
          </p:cNvPr>
          <p:cNvSpPr>
            <a:spLocks noGrp="1"/>
          </p:cNvSpPr>
          <p:nvPr>
            <p:ph type="body" sz="quarter" idx="52"/>
          </p:nvPr>
        </p:nvSpPr>
        <p:spPr>
          <a:xfrm>
            <a:off x="619172" y="1051305"/>
            <a:ext cx="756000" cy="0"/>
          </a:xfrm>
          <a:prstGeom prst="rect">
            <a:avLst/>
          </a:prstGeom>
          <a:solidFill>
            <a:schemeClr val="tx2"/>
          </a:solidFill>
          <a:ln w="34925" cap="flat">
            <a:solidFill>
              <a:schemeClr val="tx2"/>
            </a:solidFill>
            <a:miter lim="800000"/>
          </a:ln>
        </p:spPr>
        <p:txBody>
          <a:bodyPr/>
          <a:lstStyle>
            <a:lvl1pPr>
              <a:defRPr sz="100">
                <a:solidFill>
                  <a:schemeClr val="bg1">
                    <a:alpha val="0"/>
                  </a:schemeClr>
                </a:solidFill>
              </a:defRPr>
            </a:lvl1pPr>
          </a:lstStyle>
          <a:p>
            <a:pPr lvl="0"/>
            <a:endParaRPr lang="en-US"/>
          </a:p>
        </p:txBody>
      </p:sp>
      <p:sp>
        <p:nvSpPr>
          <p:cNvPr id="28" name="Text Placeholder 14">
            <a:extLst>
              <a:ext uri="{FF2B5EF4-FFF2-40B4-BE49-F238E27FC236}">
                <a16:creationId xmlns:a16="http://schemas.microsoft.com/office/drawing/2014/main" id="{666B07E9-944B-45D5-A0D5-E9FB84BC5088}"/>
              </a:ext>
            </a:extLst>
          </p:cNvPr>
          <p:cNvSpPr>
            <a:spLocks noGrp="1"/>
          </p:cNvSpPr>
          <p:nvPr>
            <p:ph type="body" sz="quarter" idx="56" hasCustomPrompt="1"/>
          </p:nvPr>
        </p:nvSpPr>
        <p:spPr>
          <a:xfrm>
            <a:off x="6227603" y="1614516"/>
            <a:ext cx="5345688" cy="322729"/>
          </a:xfrm>
          <a:prstGeom prst="rect">
            <a:avLst/>
          </a:prstGeom>
        </p:spPr>
        <p:txBody>
          <a:bodyPr anchor="t"/>
          <a:lstStyle>
            <a:lvl1pPr marL="0" indent="0" algn="l">
              <a:spcBef>
                <a:spcPts val="0"/>
              </a:spcBef>
              <a:buNone/>
              <a:defRPr sz="1800" i="0">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da-DK"/>
              <a:t>Lorem ipsum dolor sit amet</a:t>
            </a:r>
          </a:p>
        </p:txBody>
      </p:sp>
      <p:sp>
        <p:nvSpPr>
          <p:cNvPr id="29" name="Text Placeholder 2">
            <a:extLst>
              <a:ext uri="{FF2B5EF4-FFF2-40B4-BE49-F238E27FC236}">
                <a16:creationId xmlns:a16="http://schemas.microsoft.com/office/drawing/2014/main" id="{055AAE17-628F-41A5-8FC1-E2A5BFC195B0}"/>
              </a:ext>
            </a:extLst>
          </p:cNvPr>
          <p:cNvSpPr>
            <a:spLocks noGrp="1"/>
          </p:cNvSpPr>
          <p:nvPr>
            <p:ph type="body" sz="quarter" idx="57" hasCustomPrompt="1"/>
          </p:nvPr>
        </p:nvSpPr>
        <p:spPr>
          <a:xfrm>
            <a:off x="6497637" y="1989474"/>
            <a:ext cx="5070112" cy="1571670"/>
          </a:xfrm>
          <a:prstGeom prst="rect">
            <a:avLst/>
          </a:prstGeom>
        </p:spPr>
        <p:txBody>
          <a:bodyPr/>
          <a:lstStyle>
            <a:lvl1pPr marL="180975" indent="-180975">
              <a:lnSpc>
                <a:spcPct val="100000"/>
              </a:lnSpc>
              <a:spcBef>
                <a:spcPts val="0"/>
              </a:spcBef>
              <a:spcAft>
                <a:spcPts val="600"/>
              </a:spcAft>
              <a:buClr>
                <a:schemeClr val="accent4"/>
              </a:buClr>
              <a:defRPr sz="1200">
                <a:solidFill>
                  <a:schemeClr val="accent5"/>
                </a:solidFill>
              </a:defRPr>
            </a:lvl1pPr>
            <a:lvl2pPr marL="685800" indent="-228600">
              <a:lnSpc>
                <a:spcPct val="100000"/>
              </a:lnSpc>
              <a:buClr>
                <a:schemeClr val="accent4"/>
              </a:buClr>
              <a:buFont typeface="Lato Light" panose="020F0302020204030203" pitchFamily="34" charset="0"/>
              <a:buChar char="–"/>
              <a:defRPr sz="1200">
                <a:solidFill>
                  <a:schemeClr val="accent5"/>
                </a:solidFill>
              </a:defRPr>
            </a:lvl2pPr>
            <a:lvl3pPr marL="1143000" indent="-228600">
              <a:lnSpc>
                <a:spcPct val="100000"/>
              </a:lnSpc>
              <a:buClr>
                <a:schemeClr val="accent4"/>
              </a:buClr>
              <a:buFont typeface="Lato Light" panose="020F0302020204030203" pitchFamily="34" charset="0"/>
              <a:buChar char="–"/>
              <a:defRPr sz="1200">
                <a:solidFill>
                  <a:schemeClr val="accent5"/>
                </a:solidFill>
              </a:defRPr>
            </a:lvl3pPr>
            <a:lvl4pPr marL="1600200" indent="-228600">
              <a:lnSpc>
                <a:spcPct val="100000"/>
              </a:lnSpc>
              <a:buClr>
                <a:schemeClr val="accent4"/>
              </a:buClr>
              <a:buFont typeface="Lato Light" panose="020F0302020204030203" pitchFamily="34" charset="0"/>
              <a:buChar char="–"/>
              <a:defRPr sz="1050">
                <a:solidFill>
                  <a:schemeClr val="accent5"/>
                </a:solidFill>
              </a:defRPr>
            </a:lvl4pPr>
            <a:lvl5pPr marL="2057400" indent="-228600">
              <a:lnSpc>
                <a:spcPct val="100000"/>
              </a:lnSpc>
              <a:buClr>
                <a:schemeClr val="bg2"/>
              </a:buClr>
              <a:buFont typeface="Lato Light" panose="020F0302020204030203" pitchFamily="34" charset="0"/>
              <a:buChar char="–"/>
              <a:defRPr sz="1050">
                <a:solidFill>
                  <a:schemeClr val="accent5"/>
                </a:solidFill>
              </a:defRPr>
            </a:lvl5pPr>
          </a:lstStyle>
          <a:p>
            <a:pPr lvl="0"/>
            <a:r>
              <a:rPr lang="es-ES" err="1"/>
              <a:t>Lorem</a:t>
            </a:r>
            <a:r>
              <a:rPr lang="es-ES"/>
              <a:t> </a:t>
            </a:r>
            <a:r>
              <a:rPr lang="es-ES" err="1"/>
              <a:t>ipsum</a:t>
            </a:r>
            <a:r>
              <a:rPr lang="es-ES"/>
              <a:t> dolor </a:t>
            </a:r>
            <a:r>
              <a:rPr lang="es-ES" err="1"/>
              <a:t>sit</a:t>
            </a:r>
            <a:r>
              <a:rPr lang="es-ES"/>
              <a:t> </a:t>
            </a:r>
            <a:r>
              <a:rPr lang="es-ES" err="1"/>
              <a:t>amet</a:t>
            </a:r>
            <a:r>
              <a:rPr lang="es-ES"/>
              <a:t>, </a:t>
            </a:r>
            <a:r>
              <a:rPr lang="es-ES" err="1"/>
              <a:t>consectetur</a:t>
            </a:r>
            <a:r>
              <a:rPr lang="es-ES"/>
              <a:t> </a:t>
            </a:r>
            <a:r>
              <a:rPr lang="es-ES" err="1"/>
              <a:t>adipiscing</a:t>
            </a:r>
            <a:r>
              <a:rPr lang="es-ES"/>
              <a:t> </a:t>
            </a:r>
            <a:r>
              <a:rPr lang="es-ES" err="1"/>
              <a:t>elit</a:t>
            </a:r>
            <a:r>
              <a:rPr lang="es-ES"/>
              <a:t>. </a:t>
            </a:r>
            <a:r>
              <a:rPr lang="es-ES" err="1"/>
              <a:t>Pellentesque</a:t>
            </a:r>
            <a:r>
              <a:rPr lang="es-ES"/>
              <a:t> </a:t>
            </a:r>
            <a:r>
              <a:rPr lang="es-ES" err="1"/>
              <a:t>sagittis</a:t>
            </a:r>
            <a:r>
              <a:rPr lang="es-ES"/>
              <a:t> lacinia odio, et porta </a:t>
            </a:r>
            <a:r>
              <a:rPr lang="es-ES" err="1"/>
              <a:t>orci</a:t>
            </a:r>
            <a:r>
              <a:rPr lang="es-ES"/>
              <a:t> </a:t>
            </a:r>
            <a:r>
              <a:rPr lang="es-ES" err="1"/>
              <a:t>finibus</a:t>
            </a:r>
            <a:r>
              <a:rPr lang="es-ES"/>
              <a:t> ut. </a:t>
            </a:r>
          </a:p>
          <a:p>
            <a:pPr lvl="0"/>
            <a:r>
              <a:rPr lang="es-ES" err="1"/>
              <a:t>Curabitur</a:t>
            </a:r>
            <a:r>
              <a:rPr lang="es-ES"/>
              <a:t> </a:t>
            </a:r>
            <a:r>
              <a:rPr lang="es-ES" err="1"/>
              <a:t>metus</a:t>
            </a:r>
            <a:r>
              <a:rPr lang="es-ES"/>
              <a:t> </a:t>
            </a:r>
            <a:r>
              <a:rPr lang="es-ES" err="1"/>
              <a:t>ligula</a:t>
            </a:r>
            <a:r>
              <a:rPr lang="es-ES"/>
              <a:t>, </a:t>
            </a:r>
            <a:r>
              <a:rPr lang="es-ES" err="1"/>
              <a:t>pretium</a:t>
            </a:r>
            <a:r>
              <a:rPr lang="es-ES"/>
              <a:t> id ex quis, </a:t>
            </a:r>
            <a:r>
              <a:rPr lang="es-ES" err="1"/>
              <a:t>vulputate</a:t>
            </a:r>
            <a:r>
              <a:rPr lang="es-ES"/>
              <a:t> </a:t>
            </a:r>
            <a:r>
              <a:rPr lang="es-ES" err="1"/>
              <a:t>tincidunt</a:t>
            </a:r>
            <a:r>
              <a:rPr lang="es-ES"/>
              <a:t> </a:t>
            </a:r>
            <a:r>
              <a:rPr lang="es-ES" err="1"/>
              <a:t>arcu</a:t>
            </a:r>
            <a:r>
              <a:rPr lang="es-ES"/>
              <a:t>. </a:t>
            </a:r>
            <a:r>
              <a:rPr lang="es-ES" err="1"/>
              <a:t>Aliquam</a:t>
            </a:r>
            <a:r>
              <a:rPr lang="es-ES"/>
              <a:t> vitae </a:t>
            </a:r>
            <a:r>
              <a:rPr lang="es-ES" err="1"/>
              <a:t>bibendum</a:t>
            </a:r>
            <a:r>
              <a:rPr lang="es-ES"/>
              <a:t> </a:t>
            </a:r>
            <a:r>
              <a:rPr lang="es-ES" err="1"/>
              <a:t>metus</a:t>
            </a:r>
            <a:r>
              <a:rPr lang="es-ES"/>
              <a:t>. </a:t>
            </a:r>
            <a:r>
              <a:rPr lang="es-ES" err="1"/>
              <a:t>Etiam</a:t>
            </a:r>
            <a:r>
              <a:rPr lang="es-ES"/>
              <a:t> </a:t>
            </a:r>
            <a:r>
              <a:rPr lang="es-ES" err="1"/>
              <a:t>nisl</a:t>
            </a:r>
            <a:r>
              <a:rPr lang="es-ES"/>
              <a:t> tortor, pulvinar ac </a:t>
            </a:r>
            <a:r>
              <a:rPr lang="es-ES" err="1"/>
              <a:t>augue</a:t>
            </a:r>
            <a:r>
              <a:rPr lang="es-ES"/>
              <a:t> at, </a:t>
            </a:r>
            <a:r>
              <a:rPr lang="es-ES" err="1"/>
              <a:t>placerat</a:t>
            </a:r>
            <a:r>
              <a:rPr lang="es-ES"/>
              <a:t> </a:t>
            </a:r>
            <a:r>
              <a:rPr lang="es-ES" err="1"/>
              <a:t>mattis</a:t>
            </a:r>
            <a:r>
              <a:rPr lang="es-ES"/>
              <a:t> eros.</a:t>
            </a:r>
          </a:p>
          <a:p>
            <a:pPr lvl="0"/>
            <a:r>
              <a:rPr lang="es-ES"/>
              <a:t>Mauris </a:t>
            </a:r>
            <a:r>
              <a:rPr lang="es-ES" err="1"/>
              <a:t>convallis</a:t>
            </a:r>
            <a:r>
              <a:rPr lang="es-ES"/>
              <a:t> </a:t>
            </a:r>
            <a:r>
              <a:rPr lang="es-ES" err="1"/>
              <a:t>consectetur</a:t>
            </a:r>
            <a:r>
              <a:rPr lang="es-ES"/>
              <a:t> </a:t>
            </a:r>
            <a:r>
              <a:rPr lang="es-ES" err="1"/>
              <a:t>convallis</a:t>
            </a:r>
            <a:r>
              <a:rPr lang="es-ES"/>
              <a:t>. Sed ante magna, </a:t>
            </a:r>
            <a:r>
              <a:rPr lang="es-ES" err="1"/>
              <a:t>finibus</a:t>
            </a:r>
            <a:r>
              <a:rPr lang="es-ES"/>
              <a:t> </a:t>
            </a:r>
            <a:r>
              <a:rPr lang="es-ES" err="1"/>
              <a:t>sit</a:t>
            </a:r>
            <a:r>
              <a:rPr lang="es-ES"/>
              <a:t> </a:t>
            </a:r>
            <a:r>
              <a:rPr lang="es-ES" err="1"/>
              <a:t>amet</a:t>
            </a:r>
            <a:r>
              <a:rPr lang="es-ES"/>
              <a:t> </a:t>
            </a:r>
            <a:r>
              <a:rPr lang="es-ES" err="1"/>
              <a:t>imperdiet</a:t>
            </a:r>
            <a:r>
              <a:rPr lang="es-ES"/>
              <a:t> vitae, </a:t>
            </a:r>
            <a:r>
              <a:rPr lang="es-ES" err="1"/>
              <a:t>fermentum</a:t>
            </a:r>
            <a:r>
              <a:rPr lang="es-ES"/>
              <a:t> id urna.</a:t>
            </a:r>
          </a:p>
        </p:txBody>
      </p:sp>
      <p:sp>
        <p:nvSpPr>
          <p:cNvPr id="30" name="Text Placeholder 14">
            <a:extLst>
              <a:ext uri="{FF2B5EF4-FFF2-40B4-BE49-F238E27FC236}">
                <a16:creationId xmlns:a16="http://schemas.microsoft.com/office/drawing/2014/main" id="{20E37CF4-1616-4EBB-B9D6-85777F631F7A}"/>
              </a:ext>
            </a:extLst>
          </p:cNvPr>
          <p:cNvSpPr>
            <a:spLocks noGrp="1"/>
          </p:cNvSpPr>
          <p:nvPr>
            <p:ph type="body" sz="quarter" idx="58" hasCustomPrompt="1"/>
          </p:nvPr>
        </p:nvSpPr>
        <p:spPr>
          <a:xfrm>
            <a:off x="6227603" y="3800192"/>
            <a:ext cx="5345688" cy="322729"/>
          </a:xfrm>
          <a:prstGeom prst="rect">
            <a:avLst/>
          </a:prstGeom>
        </p:spPr>
        <p:txBody>
          <a:bodyPr anchor="t"/>
          <a:lstStyle>
            <a:lvl1pPr marL="0" indent="0" algn="l">
              <a:spcBef>
                <a:spcPts val="0"/>
              </a:spcBef>
              <a:buNone/>
              <a:defRPr sz="1800" i="0">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da-DK"/>
              <a:t>Lorem ipsum dolor sit amet</a:t>
            </a:r>
          </a:p>
        </p:txBody>
      </p:sp>
      <p:sp>
        <p:nvSpPr>
          <p:cNvPr id="31" name="Text Placeholder 2">
            <a:extLst>
              <a:ext uri="{FF2B5EF4-FFF2-40B4-BE49-F238E27FC236}">
                <a16:creationId xmlns:a16="http://schemas.microsoft.com/office/drawing/2014/main" id="{F8181370-CD9E-43A3-B96C-1403F61F9854}"/>
              </a:ext>
            </a:extLst>
          </p:cNvPr>
          <p:cNvSpPr>
            <a:spLocks noGrp="1"/>
          </p:cNvSpPr>
          <p:nvPr>
            <p:ph type="body" sz="quarter" idx="59" hasCustomPrompt="1"/>
          </p:nvPr>
        </p:nvSpPr>
        <p:spPr>
          <a:xfrm>
            <a:off x="6497637" y="4175151"/>
            <a:ext cx="5070112" cy="1175448"/>
          </a:xfrm>
          <a:prstGeom prst="rect">
            <a:avLst/>
          </a:prstGeom>
        </p:spPr>
        <p:txBody>
          <a:bodyPr/>
          <a:lstStyle>
            <a:lvl1pPr marL="180975" indent="-180975">
              <a:lnSpc>
                <a:spcPct val="100000"/>
              </a:lnSpc>
              <a:spcBef>
                <a:spcPts val="0"/>
              </a:spcBef>
              <a:spcAft>
                <a:spcPts val="600"/>
              </a:spcAft>
              <a:buClr>
                <a:schemeClr val="accent4"/>
              </a:buClr>
              <a:defRPr sz="1200">
                <a:solidFill>
                  <a:schemeClr val="accent5"/>
                </a:solidFill>
              </a:defRPr>
            </a:lvl1pPr>
            <a:lvl2pPr marL="685800" indent="-228600">
              <a:lnSpc>
                <a:spcPct val="100000"/>
              </a:lnSpc>
              <a:buClr>
                <a:schemeClr val="accent4"/>
              </a:buClr>
              <a:buFont typeface="Lato Light" panose="020F0302020204030203" pitchFamily="34" charset="0"/>
              <a:buChar char="–"/>
              <a:defRPr sz="1200">
                <a:solidFill>
                  <a:schemeClr val="accent5"/>
                </a:solidFill>
              </a:defRPr>
            </a:lvl2pPr>
            <a:lvl3pPr marL="1143000" indent="-228600">
              <a:lnSpc>
                <a:spcPct val="100000"/>
              </a:lnSpc>
              <a:buClr>
                <a:schemeClr val="accent4"/>
              </a:buClr>
              <a:buFont typeface="Lato Light" panose="020F0302020204030203" pitchFamily="34" charset="0"/>
              <a:buChar char="–"/>
              <a:defRPr sz="1200">
                <a:solidFill>
                  <a:schemeClr val="accent5"/>
                </a:solidFill>
              </a:defRPr>
            </a:lvl3pPr>
            <a:lvl4pPr marL="1600200" indent="-228600">
              <a:lnSpc>
                <a:spcPct val="100000"/>
              </a:lnSpc>
              <a:buClr>
                <a:schemeClr val="accent4"/>
              </a:buClr>
              <a:buFont typeface="Lato Light" panose="020F0302020204030203" pitchFamily="34" charset="0"/>
              <a:buChar char="–"/>
              <a:defRPr sz="1050">
                <a:solidFill>
                  <a:schemeClr val="accent5"/>
                </a:solidFill>
              </a:defRPr>
            </a:lvl4pPr>
            <a:lvl5pPr marL="2057400" indent="-228600">
              <a:lnSpc>
                <a:spcPct val="100000"/>
              </a:lnSpc>
              <a:buClr>
                <a:schemeClr val="bg2"/>
              </a:buClr>
              <a:buFont typeface="Lato Light" panose="020F0302020204030203" pitchFamily="34" charset="0"/>
              <a:buChar char="–"/>
              <a:defRPr sz="1050">
                <a:solidFill>
                  <a:schemeClr val="accent5"/>
                </a:solidFill>
              </a:defRPr>
            </a:lvl5pPr>
          </a:lstStyle>
          <a:p>
            <a:pPr lvl="0"/>
            <a:r>
              <a:rPr lang="es-ES" err="1"/>
              <a:t>Lorem</a:t>
            </a:r>
            <a:r>
              <a:rPr lang="es-ES"/>
              <a:t> </a:t>
            </a:r>
            <a:r>
              <a:rPr lang="es-ES" err="1"/>
              <a:t>ipsum</a:t>
            </a:r>
            <a:r>
              <a:rPr lang="es-ES"/>
              <a:t> dolor </a:t>
            </a:r>
            <a:r>
              <a:rPr lang="es-ES" err="1"/>
              <a:t>sit</a:t>
            </a:r>
            <a:r>
              <a:rPr lang="es-ES"/>
              <a:t> </a:t>
            </a:r>
            <a:r>
              <a:rPr lang="es-ES" err="1"/>
              <a:t>amet</a:t>
            </a:r>
            <a:r>
              <a:rPr lang="es-ES"/>
              <a:t>, </a:t>
            </a:r>
            <a:r>
              <a:rPr lang="es-ES" err="1"/>
              <a:t>consectetur</a:t>
            </a:r>
            <a:r>
              <a:rPr lang="es-ES"/>
              <a:t> </a:t>
            </a:r>
            <a:r>
              <a:rPr lang="es-ES" err="1"/>
              <a:t>adipiscing</a:t>
            </a:r>
            <a:r>
              <a:rPr lang="es-ES"/>
              <a:t> </a:t>
            </a:r>
            <a:r>
              <a:rPr lang="es-ES" err="1"/>
              <a:t>elit</a:t>
            </a:r>
            <a:r>
              <a:rPr lang="es-ES"/>
              <a:t>. </a:t>
            </a:r>
            <a:r>
              <a:rPr lang="es-ES" err="1"/>
              <a:t>Pellentesque</a:t>
            </a:r>
            <a:r>
              <a:rPr lang="es-ES"/>
              <a:t> </a:t>
            </a:r>
            <a:r>
              <a:rPr lang="es-ES" err="1"/>
              <a:t>sagittis</a:t>
            </a:r>
            <a:r>
              <a:rPr lang="es-ES"/>
              <a:t> lacinia odio, et porta </a:t>
            </a:r>
            <a:r>
              <a:rPr lang="es-ES" err="1"/>
              <a:t>orci</a:t>
            </a:r>
            <a:r>
              <a:rPr lang="es-ES"/>
              <a:t> </a:t>
            </a:r>
            <a:r>
              <a:rPr lang="es-ES" err="1"/>
              <a:t>finibus</a:t>
            </a:r>
            <a:r>
              <a:rPr lang="es-ES"/>
              <a:t> ut. </a:t>
            </a:r>
          </a:p>
          <a:p>
            <a:pPr lvl="0"/>
            <a:r>
              <a:rPr lang="es-ES" err="1"/>
              <a:t>Curabitur</a:t>
            </a:r>
            <a:r>
              <a:rPr lang="es-ES"/>
              <a:t> </a:t>
            </a:r>
            <a:r>
              <a:rPr lang="es-ES" err="1"/>
              <a:t>metus</a:t>
            </a:r>
            <a:r>
              <a:rPr lang="es-ES"/>
              <a:t> </a:t>
            </a:r>
            <a:r>
              <a:rPr lang="es-ES" err="1"/>
              <a:t>ligula</a:t>
            </a:r>
            <a:r>
              <a:rPr lang="es-ES"/>
              <a:t>, </a:t>
            </a:r>
            <a:r>
              <a:rPr lang="es-ES" err="1"/>
              <a:t>pretium</a:t>
            </a:r>
            <a:r>
              <a:rPr lang="es-ES"/>
              <a:t> id ex quis, </a:t>
            </a:r>
            <a:r>
              <a:rPr lang="es-ES" err="1"/>
              <a:t>vulputate</a:t>
            </a:r>
            <a:r>
              <a:rPr lang="es-ES"/>
              <a:t> </a:t>
            </a:r>
            <a:r>
              <a:rPr lang="es-ES" err="1"/>
              <a:t>tincidunt</a:t>
            </a:r>
            <a:r>
              <a:rPr lang="es-ES"/>
              <a:t> </a:t>
            </a:r>
            <a:r>
              <a:rPr lang="es-ES" err="1"/>
              <a:t>arcu</a:t>
            </a:r>
            <a:r>
              <a:rPr lang="es-ES"/>
              <a:t>. </a:t>
            </a:r>
            <a:r>
              <a:rPr lang="es-ES" err="1"/>
              <a:t>Aliquam</a:t>
            </a:r>
            <a:r>
              <a:rPr lang="es-ES"/>
              <a:t> vitae </a:t>
            </a:r>
            <a:r>
              <a:rPr lang="es-ES" err="1"/>
              <a:t>bibendum</a:t>
            </a:r>
            <a:r>
              <a:rPr lang="es-ES"/>
              <a:t> </a:t>
            </a:r>
            <a:r>
              <a:rPr lang="es-ES" err="1"/>
              <a:t>metus</a:t>
            </a:r>
            <a:r>
              <a:rPr lang="es-ES"/>
              <a:t>. </a:t>
            </a:r>
            <a:r>
              <a:rPr lang="es-ES" err="1"/>
              <a:t>Etiam</a:t>
            </a:r>
            <a:r>
              <a:rPr lang="es-ES"/>
              <a:t> </a:t>
            </a:r>
            <a:r>
              <a:rPr lang="es-ES" err="1"/>
              <a:t>nisl</a:t>
            </a:r>
            <a:r>
              <a:rPr lang="es-ES"/>
              <a:t> tortor, pulvinar ac </a:t>
            </a:r>
            <a:r>
              <a:rPr lang="es-ES" err="1"/>
              <a:t>augue</a:t>
            </a:r>
            <a:r>
              <a:rPr lang="es-ES"/>
              <a:t> at, </a:t>
            </a:r>
            <a:r>
              <a:rPr lang="es-ES" err="1"/>
              <a:t>placerat</a:t>
            </a:r>
            <a:r>
              <a:rPr lang="es-ES"/>
              <a:t> </a:t>
            </a:r>
            <a:r>
              <a:rPr lang="es-ES" err="1"/>
              <a:t>mattis</a:t>
            </a:r>
            <a:r>
              <a:rPr lang="es-ES"/>
              <a:t> eros.</a:t>
            </a:r>
          </a:p>
        </p:txBody>
      </p:sp>
      <p:sp>
        <p:nvSpPr>
          <p:cNvPr id="55" name="Text Placeholder 2">
            <a:extLst>
              <a:ext uri="{FF2B5EF4-FFF2-40B4-BE49-F238E27FC236}">
                <a16:creationId xmlns:a16="http://schemas.microsoft.com/office/drawing/2014/main" id="{9A22A5F4-0900-4302-8E11-4D66CBB67D11}"/>
              </a:ext>
            </a:extLst>
          </p:cNvPr>
          <p:cNvSpPr>
            <a:spLocks noGrp="1"/>
          </p:cNvSpPr>
          <p:nvPr>
            <p:ph type="body" sz="quarter" idx="49"/>
          </p:nvPr>
        </p:nvSpPr>
        <p:spPr>
          <a:xfrm>
            <a:off x="611291" y="1530569"/>
            <a:ext cx="531957" cy="531957"/>
          </a:xfrm>
          <a:prstGeom prst="rect">
            <a:avLst/>
          </a:prstGeom>
          <a:blipFill>
            <a:blip>
              <a:extLst>
                <a:ext uri="{96DAC541-7B7A-43D3-8B79-37D633B846F1}">
                  <asvg:svgBlip xmlns:asvg="http://schemas.microsoft.com/office/drawing/2016/SVG/main" r:embed="rId2"/>
                </a:ext>
              </a:extLst>
            </a:blip>
            <a:stretch>
              <a:fillRect/>
            </a:stretch>
          </a:blipFill>
        </p:spPr>
        <p:txBody>
          <a:bodyPr/>
          <a:lstStyle>
            <a:lvl1pPr marL="0" indent="0">
              <a:buNone/>
              <a:defRPr sz="100">
                <a:solidFill>
                  <a:schemeClr val="tx1">
                    <a:alpha val="0"/>
                  </a:schemeClr>
                </a:solidFill>
              </a:defRPr>
            </a:lvl1pPr>
          </a:lstStyle>
          <a:p>
            <a:pPr lvl="0"/>
            <a:endParaRPr lang="en-US"/>
          </a:p>
        </p:txBody>
      </p:sp>
      <p:sp>
        <p:nvSpPr>
          <p:cNvPr id="58" name="Text Placeholder 14">
            <a:extLst>
              <a:ext uri="{FF2B5EF4-FFF2-40B4-BE49-F238E27FC236}">
                <a16:creationId xmlns:a16="http://schemas.microsoft.com/office/drawing/2014/main" id="{93C895B8-E5A7-4362-B3F1-0D746951124C}"/>
              </a:ext>
            </a:extLst>
          </p:cNvPr>
          <p:cNvSpPr>
            <a:spLocks noGrp="1"/>
          </p:cNvSpPr>
          <p:nvPr>
            <p:ph type="body" sz="quarter" idx="61" hasCustomPrompt="1"/>
          </p:nvPr>
        </p:nvSpPr>
        <p:spPr>
          <a:xfrm>
            <a:off x="1280710" y="1571140"/>
            <a:ext cx="4024108" cy="457056"/>
          </a:xfrm>
          <a:prstGeom prst="rect">
            <a:avLst/>
          </a:prstGeom>
        </p:spPr>
        <p:txBody>
          <a:bodyPr anchor="t"/>
          <a:lstStyle>
            <a:lvl1pPr marL="0" indent="0">
              <a:lnSpc>
                <a:spcPct val="100000"/>
              </a:lnSpc>
              <a:spcBef>
                <a:spcPts val="0"/>
              </a:spcBef>
              <a:buNone/>
              <a:defRPr sz="1200" i="0">
                <a:solidFill>
                  <a:schemeClr val="accent5"/>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s-ES"/>
              <a:t>LOREM IPSUM DOLOR SIT AMET, CONSECTETUR ADIPISCING ELIT. NULLA EX DIAM, SIT AMET NEQUE</a:t>
            </a:r>
          </a:p>
        </p:txBody>
      </p:sp>
      <p:sp>
        <p:nvSpPr>
          <p:cNvPr id="62" name="Text Placeholder 4">
            <a:extLst>
              <a:ext uri="{FF2B5EF4-FFF2-40B4-BE49-F238E27FC236}">
                <a16:creationId xmlns:a16="http://schemas.microsoft.com/office/drawing/2014/main" id="{4DEBCA9D-D477-4C2C-AFCE-31FBD7454DE7}"/>
              </a:ext>
            </a:extLst>
          </p:cNvPr>
          <p:cNvSpPr>
            <a:spLocks noGrp="1"/>
          </p:cNvSpPr>
          <p:nvPr>
            <p:ph type="body" sz="quarter" idx="63"/>
          </p:nvPr>
        </p:nvSpPr>
        <p:spPr>
          <a:xfrm>
            <a:off x="1371244" y="2075448"/>
            <a:ext cx="3934800" cy="0"/>
          </a:xfrm>
          <a:prstGeom prst="rect">
            <a:avLst/>
          </a:prstGeom>
          <a:solidFill>
            <a:schemeClr val="bg1">
              <a:lumMod val="75000"/>
            </a:schemeClr>
          </a:solidFill>
          <a:ln w="6350">
            <a:solidFill>
              <a:schemeClr val="bg1">
                <a:lumMod val="75000"/>
              </a:schemeClr>
            </a:solidFill>
          </a:ln>
        </p:spPr>
        <p:txBody>
          <a:bodyPr/>
          <a:lstStyle>
            <a:lvl1pPr>
              <a:defRPr sz="100">
                <a:solidFill>
                  <a:schemeClr val="bg1">
                    <a:alpha val="0"/>
                  </a:schemeClr>
                </a:solidFill>
              </a:defRPr>
            </a:lvl1pPr>
          </a:lstStyle>
          <a:p>
            <a:pPr lvl="0"/>
            <a:endParaRPr lang="en-US"/>
          </a:p>
        </p:txBody>
      </p:sp>
      <p:sp>
        <p:nvSpPr>
          <p:cNvPr id="60" name="Text Placeholder 4">
            <a:extLst>
              <a:ext uri="{FF2B5EF4-FFF2-40B4-BE49-F238E27FC236}">
                <a16:creationId xmlns:a16="http://schemas.microsoft.com/office/drawing/2014/main" id="{A57E85E7-D0C3-492C-B30F-210C8641973A}"/>
              </a:ext>
            </a:extLst>
          </p:cNvPr>
          <p:cNvSpPr>
            <a:spLocks noGrp="1"/>
          </p:cNvSpPr>
          <p:nvPr>
            <p:ph type="body" sz="quarter" idx="62"/>
          </p:nvPr>
        </p:nvSpPr>
        <p:spPr>
          <a:xfrm>
            <a:off x="1384136" y="2058603"/>
            <a:ext cx="354717" cy="0"/>
          </a:xfrm>
          <a:prstGeom prst="rect">
            <a:avLst/>
          </a:prstGeom>
          <a:solidFill>
            <a:schemeClr val="accent1"/>
          </a:solidFill>
          <a:ln w="34925" cap="flat">
            <a:solidFill>
              <a:schemeClr val="accent1"/>
            </a:solidFill>
            <a:miter lim="800000"/>
          </a:ln>
        </p:spPr>
        <p:txBody>
          <a:bodyPr/>
          <a:lstStyle>
            <a:lvl1pPr>
              <a:defRPr sz="100">
                <a:solidFill>
                  <a:schemeClr val="bg1">
                    <a:alpha val="0"/>
                  </a:schemeClr>
                </a:solidFill>
              </a:defRPr>
            </a:lvl1pPr>
          </a:lstStyle>
          <a:p>
            <a:pPr lvl="0"/>
            <a:endParaRPr lang="en-US"/>
          </a:p>
        </p:txBody>
      </p:sp>
      <p:sp>
        <p:nvSpPr>
          <p:cNvPr id="14" name="Text Placeholder 14">
            <a:extLst>
              <a:ext uri="{FF2B5EF4-FFF2-40B4-BE49-F238E27FC236}">
                <a16:creationId xmlns:a16="http://schemas.microsoft.com/office/drawing/2014/main" id="{049FBC2D-1B24-4AC5-AEF0-141C3480B707}"/>
              </a:ext>
            </a:extLst>
          </p:cNvPr>
          <p:cNvSpPr>
            <a:spLocks noGrp="1"/>
          </p:cNvSpPr>
          <p:nvPr>
            <p:ph type="body" sz="quarter" idx="64" hasCustomPrompt="1"/>
          </p:nvPr>
        </p:nvSpPr>
        <p:spPr>
          <a:xfrm>
            <a:off x="510292" y="125239"/>
            <a:ext cx="11057453" cy="322729"/>
          </a:xfrm>
          <a:prstGeom prst="rect">
            <a:avLst/>
          </a:prstGeom>
        </p:spPr>
        <p:txBody>
          <a:bodyPr anchor="b"/>
          <a:lstStyle>
            <a:lvl1pPr marL="0" indent="0">
              <a:lnSpc>
                <a:spcPct val="100000"/>
              </a:lnSpc>
              <a:spcBef>
                <a:spcPts val="0"/>
              </a:spcBef>
              <a:buNone/>
              <a:defRPr sz="1200" i="0" spc="150" baseline="0">
                <a:solidFill>
                  <a:schemeClr val="accent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s-ES"/>
              <a:t>SECTION TITLE</a:t>
            </a:r>
          </a:p>
        </p:txBody>
      </p:sp>
      <p:sp>
        <p:nvSpPr>
          <p:cNvPr id="16" name="Text Placeholder 14">
            <a:extLst>
              <a:ext uri="{FF2B5EF4-FFF2-40B4-BE49-F238E27FC236}">
                <a16:creationId xmlns:a16="http://schemas.microsoft.com/office/drawing/2014/main" id="{56B99415-9CAB-4210-87A7-F6ACBE2AA1DA}"/>
              </a:ext>
            </a:extLst>
          </p:cNvPr>
          <p:cNvSpPr>
            <a:spLocks noGrp="1"/>
          </p:cNvSpPr>
          <p:nvPr>
            <p:ph type="body" sz="quarter" idx="65" hasCustomPrompt="1"/>
          </p:nvPr>
        </p:nvSpPr>
        <p:spPr>
          <a:xfrm>
            <a:off x="1069885" y="5749614"/>
            <a:ext cx="10052230" cy="472507"/>
          </a:xfrm>
          <a:prstGeom prst="rect">
            <a:avLst/>
          </a:prstGeom>
        </p:spPr>
        <p:txBody>
          <a:bodyPr anchor="ctr"/>
          <a:lstStyle>
            <a:lvl1pPr marL="0" indent="0" algn="ctr">
              <a:lnSpc>
                <a:spcPct val="100000"/>
              </a:lnSpc>
              <a:spcBef>
                <a:spcPts val="0"/>
              </a:spcBef>
              <a:buNone/>
              <a:defRPr sz="1200" i="0" spc="150" baseline="0">
                <a:solidFill>
                  <a:schemeClr val="accent1"/>
                </a:solidFill>
                <a:latin typeface="+mn-lt"/>
              </a:defRPr>
            </a:lvl1pPr>
            <a:lvl2pPr marL="457200" indent="0">
              <a:buNone/>
              <a:defRPr/>
            </a:lvl2pPr>
            <a:lvl3pPr marL="914400" indent="0">
              <a:buNone/>
              <a:defRPr/>
            </a:lvl3pPr>
            <a:lvl4pPr marL="1371600" indent="0">
              <a:buNone/>
              <a:defRPr/>
            </a:lvl4pPr>
            <a:lvl5pPr marL="1828800" indent="0">
              <a:buNone/>
              <a:defRPr/>
            </a:lvl5pPr>
          </a:lstStyle>
          <a:p>
            <a:pPr lvl="0"/>
            <a:r>
              <a:rPr lang="es-ES"/>
              <a:t>LOREM IPSUM DOLOR SIT AMET, CONSECTETUR ADIPISCING ELIT. SED MI PURUS, CONDIMENTUM NON MI IN, SCELERISQUE HENDRERIT URNA. CURABITUR EU RUTRUM TELLUS.</a:t>
            </a:r>
          </a:p>
        </p:txBody>
      </p:sp>
    </p:spTree>
    <p:extLst>
      <p:ext uri="{BB962C8B-B14F-4D97-AF65-F5344CB8AC3E}">
        <p14:creationId xmlns:p14="http://schemas.microsoft.com/office/powerpoint/2010/main" val="28701373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ortada Inform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7B74A17-7A45-404C-BCD5-DB3D201A1C4D}"/>
              </a:ext>
            </a:extLst>
          </p:cNvPr>
          <p:cNvSpPr/>
          <p:nvPr userDrawn="1"/>
        </p:nvSpPr>
        <p:spPr>
          <a:xfrm>
            <a:off x="9179169" y="0"/>
            <a:ext cx="3012831" cy="14067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2CE6D37-3709-4FF8-957D-B581B3FD7749}"/>
              </a:ext>
            </a:extLst>
          </p:cNvPr>
          <p:cNvSpPr/>
          <p:nvPr userDrawn="1"/>
        </p:nvSpPr>
        <p:spPr>
          <a:xfrm>
            <a:off x="1" y="6332660"/>
            <a:ext cx="1126901" cy="5253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Conector recto 17">
            <a:extLst>
              <a:ext uri="{FF2B5EF4-FFF2-40B4-BE49-F238E27FC236}">
                <a16:creationId xmlns:a16="http://schemas.microsoft.com/office/drawing/2014/main" id="{930D2A30-A6AB-00B9-D16F-BF08084A86E2}"/>
              </a:ext>
            </a:extLst>
          </p:cNvPr>
          <p:cNvCxnSpPr>
            <a:cxnSpLocks/>
          </p:cNvCxnSpPr>
          <p:nvPr userDrawn="1"/>
        </p:nvCxnSpPr>
        <p:spPr>
          <a:xfrm>
            <a:off x="395847" y="2312570"/>
            <a:ext cx="11388933"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nvGrpSpPr>
          <p:cNvPr id="44" name="Grupo 43">
            <a:extLst>
              <a:ext uri="{FF2B5EF4-FFF2-40B4-BE49-F238E27FC236}">
                <a16:creationId xmlns:a16="http://schemas.microsoft.com/office/drawing/2014/main" id="{07E3AC0D-C8D0-AF5B-7F27-F1AA8AEAE523}"/>
              </a:ext>
            </a:extLst>
          </p:cNvPr>
          <p:cNvGrpSpPr/>
          <p:nvPr userDrawn="1"/>
        </p:nvGrpSpPr>
        <p:grpSpPr>
          <a:xfrm>
            <a:off x="429218" y="1585578"/>
            <a:ext cx="2442244" cy="416275"/>
            <a:chOff x="858380" y="3171155"/>
            <a:chExt cx="4884170" cy="832550"/>
          </a:xfrm>
        </p:grpSpPr>
        <p:sp>
          <p:nvSpPr>
            <p:cNvPr id="27" name="Forma libre: forma 26">
              <a:extLst>
                <a:ext uri="{FF2B5EF4-FFF2-40B4-BE49-F238E27FC236}">
                  <a16:creationId xmlns:a16="http://schemas.microsoft.com/office/drawing/2014/main" id="{F12BA06B-841F-EA0D-85DB-13F42426280D}"/>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28" name="Forma libre: forma 27">
              <a:extLst>
                <a:ext uri="{FF2B5EF4-FFF2-40B4-BE49-F238E27FC236}">
                  <a16:creationId xmlns:a16="http://schemas.microsoft.com/office/drawing/2014/main" id="{128DC08E-CEBD-B99C-975C-77FEE11ABE19}"/>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29" name="Forma libre: forma 28">
              <a:extLst>
                <a:ext uri="{FF2B5EF4-FFF2-40B4-BE49-F238E27FC236}">
                  <a16:creationId xmlns:a16="http://schemas.microsoft.com/office/drawing/2014/main" id="{5C971D84-B34A-05FD-B9C5-EC8E9C74C3EC}"/>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30" name="Forma libre: forma 29">
              <a:extLst>
                <a:ext uri="{FF2B5EF4-FFF2-40B4-BE49-F238E27FC236}">
                  <a16:creationId xmlns:a16="http://schemas.microsoft.com/office/drawing/2014/main" id="{794A1B8E-6B85-7AB5-1BA6-E1C452998285}"/>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31" name="Forma libre: forma 30">
              <a:extLst>
                <a:ext uri="{FF2B5EF4-FFF2-40B4-BE49-F238E27FC236}">
                  <a16:creationId xmlns:a16="http://schemas.microsoft.com/office/drawing/2014/main" id="{38FAB402-C091-A99A-1CCB-3AF1C3D0A5B2}"/>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32" name="Forma libre: forma 31">
              <a:extLst>
                <a:ext uri="{FF2B5EF4-FFF2-40B4-BE49-F238E27FC236}">
                  <a16:creationId xmlns:a16="http://schemas.microsoft.com/office/drawing/2014/main" id="{5CF7ABA1-0FCC-96E6-745A-AE95CB712797}"/>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33" name="Forma libre: forma 32">
              <a:extLst>
                <a:ext uri="{FF2B5EF4-FFF2-40B4-BE49-F238E27FC236}">
                  <a16:creationId xmlns:a16="http://schemas.microsoft.com/office/drawing/2014/main" id="{9891166C-AC3B-E116-5375-290F48152BC5}"/>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34" name="Forma libre: forma 33">
              <a:extLst>
                <a:ext uri="{FF2B5EF4-FFF2-40B4-BE49-F238E27FC236}">
                  <a16:creationId xmlns:a16="http://schemas.microsoft.com/office/drawing/2014/main" id="{776FD9BF-6678-BEBA-ADB4-01101359A92C}"/>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35" name="Forma libre: forma 34">
              <a:extLst>
                <a:ext uri="{FF2B5EF4-FFF2-40B4-BE49-F238E27FC236}">
                  <a16:creationId xmlns:a16="http://schemas.microsoft.com/office/drawing/2014/main" id="{2C810C40-927D-7C80-57F5-E2A55F2DB423}"/>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36" name="Forma libre: forma 35">
              <a:extLst>
                <a:ext uri="{FF2B5EF4-FFF2-40B4-BE49-F238E27FC236}">
                  <a16:creationId xmlns:a16="http://schemas.microsoft.com/office/drawing/2014/main" id="{7E20FDF9-8AA2-3185-2E5D-C39F4051A32B}"/>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37" name="Forma libre: forma 36">
              <a:extLst>
                <a:ext uri="{FF2B5EF4-FFF2-40B4-BE49-F238E27FC236}">
                  <a16:creationId xmlns:a16="http://schemas.microsoft.com/office/drawing/2014/main" id="{9FCE9A64-C780-1899-3E9B-10DCA44B7188}"/>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38" name="Forma libre: forma 37">
              <a:extLst>
                <a:ext uri="{FF2B5EF4-FFF2-40B4-BE49-F238E27FC236}">
                  <a16:creationId xmlns:a16="http://schemas.microsoft.com/office/drawing/2014/main" id="{92A7DF35-E86A-EABA-D25C-D39DEBDF566B}"/>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39" name="Forma libre: forma 38">
              <a:extLst>
                <a:ext uri="{FF2B5EF4-FFF2-40B4-BE49-F238E27FC236}">
                  <a16:creationId xmlns:a16="http://schemas.microsoft.com/office/drawing/2014/main" id="{20471E95-6B1A-8F6D-5FA1-5F71CE10403C}"/>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40" name="Forma libre: forma 39">
              <a:extLst>
                <a:ext uri="{FF2B5EF4-FFF2-40B4-BE49-F238E27FC236}">
                  <a16:creationId xmlns:a16="http://schemas.microsoft.com/office/drawing/2014/main" id="{E59FC273-79B9-7A01-E890-B75B2DD7473D}"/>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41" name="Forma libre: forma 40">
              <a:extLst>
                <a:ext uri="{FF2B5EF4-FFF2-40B4-BE49-F238E27FC236}">
                  <a16:creationId xmlns:a16="http://schemas.microsoft.com/office/drawing/2014/main" id="{3334165D-15A1-3DBC-AF4D-5D9AA8F4F660}"/>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42" name="Forma libre: forma 41">
              <a:extLst>
                <a:ext uri="{FF2B5EF4-FFF2-40B4-BE49-F238E27FC236}">
                  <a16:creationId xmlns:a16="http://schemas.microsoft.com/office/drawing/2014/main" id="{5D90C9B6-1782-750A-2EB9-93FF9A81BE09}"/>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spTree>
    <p:extLst>
      <p:ext uri="{BB962C8B-B14F-4D97-AF65-F5344CB8AC3E}">
        <p14:creationId xmlns:p14="http://schemas.microsoft.com/office/powerpoint/2010/main" val="25993203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2" name="Text Placeholder 32">
            <a:extLst>
              <a:ext uri="{FF2B5EF4-FFF2-40B4-BE49-F238E27FC236}">
                <a16:creationId xmlns:a16="http://schemas.microsoft.com/office/drawing/2014/main" id="{6885D740-8E48-6E22-8EBB-ED813D791DA7}"/>
              </a:ext>
            </a:extLst>
          </p:cNvPr>
          <p:cNvSpPr>
            <a:spLocks noGrp="1"/>
          </p:cNvSpPr>
          <p:nvPr>
            <p:ph type="body" sz="quarter" idx="21" hasCustomPrompt="1"/>
          </p:nvPr>
        </p:nvSpPr>
        <p:spPr>
          <a:xfrm>
            <a:off x="407220" y="404813"/>
            <a:ext cx="9795280" cy="324762"/>
          </a:xfrm>
          <a:prstGeom prst="rect">
            <a:avLst/>
          </a:prstGeom>
        </p:spPr>
        <p:txBody>
          <a:bodyPr>
            <a:noAutofit/>
          </a:bodyPr>
          <a:lstStyle>
            <a:lvl1pPr>
              <a:defRPr sz="1800" b="1" i="0">
                <a:solidFill>
                  <a:schemeClr val="tx2"/>
                </a:solidFill>
                <a:latin typeface="IberPangea Text" panose="020B0504000000000000" pitchFamily="34" charset="0"/>
                <a:ea typeface="IberPangea Text" panose="020B0504000000000000" pitchFamily="34" charset="0"/>
                <a:cs typeface="IberPangea Text" panose="020B0504000000000000" pitchFamily="34" charset="0"/>
              </a:defRPr>
            </a:lvl1pPr>
          </a:lstStyle>
          <a:p>
            <a:pPr lvl="0"/>
            <a:r>
              <a:rPr lang="es-ES"/>
              <a:t>Haga clic para modificar el estilo de título del patrón</a:t>
            </a:r>
            <a:endParaRPr lang="es-ES_tradnl"/>
          </a:p>
        </p:txBody>
      </p:sp>
      <p:sp>
        <p:nvSpPr>
          <p:cNvPr id="4" name="Text Placeholder 32">
            <a:extLst>
              <a:ext uri="{FF2B5EF4-FFF2-40B4-BE49-F238E27FC236}">
                <a16:creationId xmlns:a16="http://schemas.microsoft.com/office/drawing/2014/main" id="{93922707-D2E6-43FF-71CB-D66B639489C9}"/>
              </a:ext>
            </a:extLst>
          </p:cNvPr>
          <p:cNvSpPr>
            <a:spLocks noGrp="1"/>
          </p:cNvSpPr>
          <p:nvPr>
            <p:ph type="body" sz="quarter" idx="22" hasCustomPrompt="1"/>
          </p:nvPr>
        </p:nvSpPr>
        <p:spPr>
          <a:xfrm>
            <a:off x="407220" y="757866"/>
            <a:ext cx="11377559" cy="231451"/>
          </a:xfrm>
          <a:prstGeom prst="rect">
            <a:avLst/>
          </a:prstGeom>
        </p:spPr>
        <p:txBody>
          <a:bodyPr>
            <a:noAutofit/>
          </a:bodyPr>
          <a:lstStyle>
            <a:lvl1pPr>
              <a:defRPr sz="1400" b="0" i="0">
                <a:solidFill>
                  <a:schemeClr val="tx1"/>
                </a:solidFill>
                <a:latin typeface="IberPangea Text" panose="020B0504000000000000" pitchFamily="34" charset="0"/>
                <a:ea typeface="IberPangea Text" panose="020B0504000000000000" pitchFamily="34" charset="0"/>
                <a:cs typeface="IberPangea Text" panose="020B0504000000000000" pitchFamily="34" charset="0"/>
              </a:defRPr>
            </a:lvl1pPr>
          </a:lstStyle>
          <a:p>
            <a:pPr lvl="0"/>
            <a:r>
              <a:rPr lang="es-ES_tradnl" err="1"/>
              <a:t>Caption</a:t>
            </a:r>
            <a:endParaRPr lang="es-ES_tradnl"/>
          </a:p>
        </p:txBody>
      </p:sp>
      <p:sp>
        <p:nvSpPr>
          <p:cNvPr id="5" name="Text Placeholder 7">
            <a:extLst>
              <a:ext uri="{FF2B5EF4-FFF2-40B4-BE49-F238E27FC236}">
                <a16:creationId xmlns:a16="http://schemas.microsoft.com/office/drawing/2014/main" id="{F4738BAD-1BC5-C898-ED0C-0D9781C546CC}"/>
              </a:ext>
            </a:extLst>
          </p:cNvPr>
          <p:cNvSpPr>
            <a:spLocks noGrp="1"/>
          </p:cNvSpPr>
          <p:nvPr>
            <p:ph type="body" sz="quarter" idx="23" hasCustomPrompt="1"/>
          </p:nvPr>
        </p:nvSpPr>
        <p:spPr>
          <a:xfrm>
            <a:off x="407220" y="2776538"/>
            <a:ext cx="3006127" cy="3532982"/>
          </a:xfrm>
          <a:prstGeom prst="rect">
            <a:avLst/>
          </a:prstGeom>
        </p:spPr>
        <p:txBody>
          <a:bodyPr/>
          <a:lstStyle>
            <a:lvl1pPr>
              <a:defRPr>
                <a:solidFill>
                  <a:srgbClr val="000000"/>
                </a:solidFill>
                <a:latin typeface="+mj-lt"/>
              </a:defRPr>
            </a:lvl1pPr>
            <a:lvl2pPr>
              <a:defRPr>
                <a:solidFill>
                  <a:srgbClr val="000000"/>
                </a:solidFill>
                <a:latin typeface="+mj-lt"/>
              </a:defRPr>
            </a:lvl2pPr>
            <a:lvl3pPr>
              <a:defRPr>
                <a:solidFill>
                  <a:srgbClr val="000000"/>
                </a:solidFill>
                <a:latin typeface="+mj-lt"/>
              </a:defRPr>
            </a:lvl3pPr>
            <a:lvl4pPr>
              <a:defRPr>
                <a:solidFill>
                  <a:srgbClr val="000000"/>
                </a:solidFill>
                <a:latin typeface="+mj-lt"/>
              </a:defRPr>
            </a:lvl4pPr>
            <a:lvl5pPr>
              <a:defRPr>
                <a:solidFill>
                  <a:srgbClr val="000000"/>
                </a:solidFill>
                <a:latin typeface="+mj-lt"/>
              </a:defRPr>
            </a:lvl5pPr>
          </a:lstStyle>
          <a:p>
            <a:pPr lvl="0"/>
            <a:r>
              <a:rPr lang="en-US" noProof="0"/>
              <a:t>Click to modify the pattern title style</a:t>
            </a:r>
          </a:p>
          <a:p>
            <a:pPr lvl="1"/>
            <a:r>
              <a:rPr lang="en-US" noProof="0"/>
              <a:t>Second Level</a:t>
            </a:r>
          </a:p>
          <a:p>
            <a:pPr lvl="2"/>
            <a:r>
              <a:rPr lang="en-US"/>
              <a:t>Third</a:t>
            </a:r>
            <a:r>
              <a:rPr lang="en-US" noProof="0"/>
              <a:t> Level</a:t>
            </a:r>
          </a:p>
          <a:p>
            <a:pPr lvl="3"/>
            <a:r>
              <a:rPr lang="en-US"/>
              <a:t>Fourth</a:t>
            </a:r>
            <a:r>
              <a:rPr lang="en-US" noProof="0"/>
              <a:t> Level</a:t>
            </a:r>
          </a:p>
          <a:p>
            <a:pPr lvl="4"/>
            <a:r>
              <a:rPr lang="en-US"/>
              <a:t>Fifth</a:t>
            </a:r>
            <a:r>
              <a:rPr lang="en-US" noProof="0"/>
              <a:t> Level</a:t>
            </a:r>
          </a:p>
        </p:txBody>
      </p:sp>
      <p:sp>
        <p:nvSpPr>
          <p:cNvPr id="6" name="Text Placeholder 32">
            <a:extLst>
              <a:ext uri="{FF2B5EF4-FFF2-40B4-BE49-F238E27FC236}">
                <a16:creationId xmlns:a16="http://schemas.microsoft.com/office/drawing/2014/main" id="{C242108C-C5FF-6F3A-34BD-E02F60149FE2}"/>
              </a:ext>
            </a:extLst>
          </p:cNvPr>
          <p:cNvSpPr>
            <a:spLocks noGrp="1"/>
          </p:cNvSpPr>
          <p:nvPr>
            <p:ph type="body" sz="quarter" idx="19" hasCustomPrompt="1"/>
          </p:nvPr>
        </p:nvSpPr>
        <p:spPr>
          <a:xfrm>
            <a:off x="407220" y="1539551"/>
            <a:ext cx="3006127" cy="333699"/>
          </a:xfrm>
          <a:prstGeom prst="rect">
            <a:avLst/>
          </a:prstGeom>
        </p:spPr>
        <p:txBody>
          <a:bodyPr>
            <a:normAutofit/>
          </a:bodyPr>
          <a:lstStyle>
            <a:lvl1pPr>
              <a:defRPr sz="1200" b="0" i="0">
                <a:solidFill>
                  <a:schemeClr val="tx2"/>
                </a:solidFill>
                <a:latin typeface="IberPangea Text" panose="020B0504000000000000" pitchFamily="34" charset="0"/>
                <a:ea typeface="IberPangea Text" panose="020B0504000000000000" pitchFamily="34" charset="0"/>
                <a:cs typeface="IberPangea Text" panose="020B0504000000000000" pitchFamily="34" charset="0"/>
              </a:defRPr>
            </a:lvl1pPr>
          </a:lstStyle>
          <a:p>
            <a:pPr lvl="0"/>
            <a:r>
              <a:rPr lang="en-US"/>
              <a:t>Click here to add your Section Subtitle</a:t>
            </a:r>
          </a:p>
        </p:txBody>
      </p:sp>
      <p:sp>
        <p:nvSpPr>
          <p:cNvPr id="7" name="Title 2">
            <a:extLst>
              <a:ext uri="{FF2B5EF4-FFF2-40B4-BE49-F238E27FC236}">
                <a16:creationId xmlns:a16="http://schemas.microsoft.com/office/drawing/2014/main" id="{DA1F8A37-23E9-8661-8ABB-16E9BD28ACFB}"/>
              </a:ext>
            </a:extLst>
          </p:cNvPr>
          <p:cNvSpPr>
            <a:spLocks noGrp="1"/>
          </p:cNvSpPr>
          <p:nvPr>
            <p:ph type="title" hasCustomPrompt="1"/>
          </p:nvPr>
        </p:nvSpPr>
        <p:spPr>
          <a:xfrm>
            <a:off x="406826" y="1873800"/>
            <a:ext cx="3006196" cy="903600"/>
          </a:xfrm>
          <a:prstGeom prst="rect">
            <a:avLst/>
          </a:prstGeom>
        </p:spPr>
        <p:txBody>
          <a:bodyPr/>
          <a:lstStyle>
            <a:lvl1pPr>
              <a:defRPr>
                <a:solidFill>
                  <a:schemeClr val="tx2"/>
                </a:solidFill>
              </a:defRPr>
            </a:lvl1pPr>
          </a:lstStyle>
          <a:p>
            <a:r>
              <a:rPr lang="en-US"/>
              <a:t>Click to modify the pattern title style</a:t>
            </a:r>
          </a:p>
        </p:txBody>
      </p:sp>
      <p:sp>
        <p:nvSpPr>
          <p:cNvPr id="22" name="Marcador de número de diapositiva 2">
            <a:extLst>
              <a:ext uri="{FF2B5EF4-FFF2-40B4-BE49-F238E27FC236}">
                <a16:creationId xmlns:a16="http://schemas.microsoft.com/office/drawing/2014/main" id="{1FB2D008-44F9-141E-B9CF-2CBCA002FD55}"/>
              </a:ext>
            </a:extLst>
          </p:cNvPr>
          <p:cNvSpPr>
            <a:spLocks noGrp="1"/>
          </p:cNvSpPr>
          <p:nvPr>
            <p:ph type="sldNum" sz="quarter" idx="4"/>
          </p:nvPr>
        </p:nvSpPr>
        <p:spPr>
          <a:xfrm>
            <a:off x="11164831" y="6453336"/>
            <a:ext cx="619949" cy="240553"/>
          </a:xfrm>
          <a:prstGeom prst="rect">
            <a:avLst/>
          </a:prstGeom>
        </p:spPr>
        <p:txBody>
          <a:bodyPr/>
          <a:lstStyle>
            <a:lvl1pPr algn="r">
              <a:defRPr>
                <a:latin typeface="+mn-lt"/>
              </a:defRPr>
            </a:lvl1pPr>
          </a:lstStyle>
          <a:p>
            <a:fld id="{92A49E42-579D-0A4D-A382-D64C66A04E33}" type="slidenum">
              <a:rPr lang="es-ES" smtClean="0"/>
              <a:pPr/>
              <a:t>‹#›</a:t>
            </a:fld>
            <a:endParaRPr lang="es-ES"/>
          </a:p>
        </p:txBody>
      </p:sp>
      <p:grpSp>
        <p:nvGrpSpPr>
          <p:cNvPr id="23" name="Grupo 22">
            <a:extLst>
              <a:ext uri="{FF2B5EF4-FFF2-40B4-BE49-F238E27FC236}">
                <a16:creationId xmlns:a16="http://schemas.microsoft.com/office/drawing/2014/main" id="{63DCB908-A8EC-F8CE-A852-814BD42BA88B}"/>
              </a:ext>
            </a:extLst>
          </p:cNvPr>
          <p:cNvGrpSpPr/>
          <p:nvPr userDrawn="1"/>
        </p:nvGrpSpPr>
        <p:grpSpPr>
          <a:xfrm>
            <a:off x="10372405" y="441028"/>
            <a:ext cx="1369763" cy="233473"/>
            <a:chOff x="20743459" y="882056"/>
            <a:chExt cx="2739347" cy="466946"/>
          </a:xfrm>
        </p:grpSpPr>
        <p:sp>
          <p:nvSpPr>
            <p:cNvPr id="24" name="Forma libre: forma 23">
              <a:extLst>
                <a:ext uri="{FF2B5EF4-FFF2-40B4-BE49-F238E27FC236}">
                  <a16:creationId xmlns:a16="http://schemas.microsoft.com/office/drawing/2014/main" id="{283775ED-6517-A62F-FA2B-53251232A1B8}"/>
                </a:ext>
              </a:extLst>
            </p:cNvPr>
            <p:cNvSpPr/>
            <p:nvPr/>
          </p:nvSpPr>
          <p:spPr>
            <a:xfrm>
              <a:off x="21336453" y="987712"/>
              <a:ext cx="195200" cy="255709"/>
            </a:xfrm>
            <a:custGeom>
              <a:avLst/>
              <a:gdLst>
                <a:gd name="connsiteX0" fmla="*/ 162242 w 195200"/>
                <a:gd name="connsiteY0" fmla="*/ 129837 h 255709"/>
                <a:gd name="connsiteX1" fmla="*/ 120607 w 195200"/>
                <a:gd name="connsiteY1" fmla="*/ 113011 h 255709"/>
                <a:gd name="connsiteX2" fmla="*/ 90151 w 195200"/>
                <a:gd name="connsiteY2" fmla="*/ 104859 h 255709"/>
                <a:gd name="connsiteX3" fmla="*/ 57546 w 195200"/>
                <a:gd name="connsiteY3" fmla="*/ 90875 h 255709"/>
                <a:gd name="connsiteX4" fmla="*/ 46216 w 195200"/>
                <a:gd name="connsiteY4" fmla="*/ 66963 h 255709"/>
                <a:gd name="connsiteX5" fmla="*/ 60219 w 195200"/>
                <a:gd name="connsiteY5" fmla="*/ 42527 h 255709"/>
                <a:gd name="connsiteX6" fmla="*/ 97611 w 195200"/>
                <a:gd name="connsiteY6" fmla="*/ 33310 h 255709"/>
                <a:gd name="connsiteX7" fmla="*/ 136031 w 195200"/>
                <a:gd name="connsiteY7" fmla="*/ 43406 h 255709"/>
                <a:gd name="connsiteX8" fmla="*/ 158466 w 195200"/>
                <a:gd name="connsiteY8" fmla="*/ 74759 h 255709"/>
                <a:gd name="connsiteX9" fmla="*/ 190697 w 195200"/>
                <a:gd name="connsiteY9" fmla="*/ 62719 h 255709"/>
                <a:gd name="connsiteX10" fmla="*/ 171571 w 195200"/>
                <a:gd name="connsiteY10" fmla="*/ 28169 h 255709"/>
                <a:gd name="connsiteX11" fmla="*/ 139789 w 195200"/>
                <a:gd name="connsiteY11" fmla="*/ 7286 h 255709"/>
                <a:gd name="connsiteX12" fmla="*/ 97106 w 195200"/>
                <a:gd name="connsiteY12" fmla="*/ 13 h 255709"/>
                <a:gd name="connsiteX13" fmla="*/ 50516 w 195200"/>
                <a:gd name="connsiteY13" fmla="*/ 8875 h 255709"/>
                <a:gd name="connsiteX14" fmla="*/ 19350 w 195200"/>
                <a:gd name="connsiteY14" fmla="*/ 33497 h 255709"/>
                <a:gd name="connsiteX15" fmla="*/ 8133 w 195200"/>
                <a:gd name="connsiteY15" fmla="*/ 69805 h 255709"/>
                <a:gd name="connsiteX16" fmla="*/ 37522 w 195200"/>
                <a:gd name="connsiteY16" fmla="*/ 123293 h 255709"/>
                <a:gd name="connsiteX17" fmla="*/ 73942 w 195200"/>
                <a:gd name="connsiteY17" fmla="*/ 138811 h 255709"/>
                <a:gd name="connsiteX18" fmla="*/ 104416 w 195200"/>
                <a:gd name="connsiteY18" fmla="*/ 146944 h 255709"/>
                <a:gd name="connsiteX19" fmla="*/ 135227 w 195200"/>
                <a:gd name="connsiteY19" fmla="*/ 157582 h 255709"/>
                <a:gd name="connsiteX20" fmla="*/ 152408 w 195200"/>
                <a:gd name="connsiteY20" fmla="*/ 170500 h 255709"/>
                <a:gd name="connsiteX21" fmla="*/ 157905 w 195200"/>
                <a:gd name="connsiteY21" fmla="*/ 187327 h 255709"/>
                <a:gd name="connsiteX22" fmla="*/ 142312 w 195200"/>
                <a:gd name="connsiteY22" fmla="*/ 212846 h 255709"/>
                <a:gd name="connsiteX23" fmla="*/ 100509 w 195200"/>
                <a:gd name="connsiteY23" fmla="*/ 222400 h 255709"/>
                <a:gd name="connsiteX24" fmla="*/ 56405 w 195200"/>
                <a:gd name="connsiteY24" fmla="*/ 209126 h 255709"/>
                <a:gd name="connsiteX25" fmla="*/ 31783 w 195200"/>
                <a:gd name="connsiteY25" fmla="*/ 174931 h 255709"/>
                <a:gd name="connsiteX26" fmla="*/ 0 w 195200"/>
                <a:gd name="connsiteY26" fmla="*/ 188392 h 255709"/>
                <a:gd name="connsiteX27" fmla="*/ 20715 w 195200"/>
                <a:gd name="connsiteY27" fmla="*/ 224176 h 255709"/>
                <a:gd name="connsiteX28" fmla="*/ 55078 w 195200"/>
                <a:gd name="connsiteY28" fmla="*/ 247546 h 255709"/>
                <a:gd name="connsiteX29" fmla="*/ 100602 w 195200"/>
                <a:gd name="connsiteY29" fmla="*/ 255697 h 255709"/>
                <a:gd name="connsiteX30" fmla="*/ 150913 w 195200"/>
                <a:gd name="connsiteY30" fmla="*/ 246667 h 255709"/>
                <a:gd name="connsiteX31" fmla="*/ 183686 w 195200"/>
                <a:gd name="connsiteY31" fmla="*/ 221689 h 255709"/>
                <a:gd name="connsiteX32" fmla="*/ 195184 w 195200"/>
                <a:gd name="connsiteY32" fmla="*/ 184148 h 255709"/>
                <a:gd name="connsiteX33" fmla="*/ 187033 w 195200"/>
                <a:gd name="connsiteY33" fmla="*/ 153319 h 255709"/>
                <a:gd name="connsiteX34" fmla="*/ 162242 w 195200"/>
                <a:gd name="connsiteY34" fmla="*/ 129837 h 255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5200" h="255709">
                  <a:moveTo>
                    <a:pt x="162242" y="129837"/>
                  </a:moveTo>
                  <a:cubicBezTo>
                    <a:pt x="151249" y="123106"/>
                    <a:pt x="137371" y="117498"/>
                    <a:pt x="120607" y="113011"/>
                  </a:cubicBezTo>
                  <a:lnTo>
                    <a:pt x="90151" y="104859"/>
                  </a:lnTo>
                  <a:cubicBezTo>
                    <a:pt x="75980" y="100858"/>
                    <a:pt x="65112" y="96198"/>
                    <a:pt x="57546" y="90875"/>
                  </a:cubicBezTo>
                  <a:cubicBezTo>
                    <a:pt x="49980" y="85552"/>
                    <a:pt x="46203" y="77582"/>
                    <a:pt x="46216" y="66963"/>
                  </a:cubicBezTo>
                  <a:cubicBezTo>
                    <a:pt x="46216" y="56805"/>
                    <a:pt x="50884" y="48660"/>
                    <a:pt x="60219" y="42527"/>
                  </a:cubicBezTo>
                  <a:cubicBezTo>
                    <a:pt x="69554" y="36395"/>
                    <a:pt x="82019" y="33323"/>
                    <a:pt x="97611" y="33310"/>
                  </a:cubicBezTo>
                  <a:cubicBezTo>
                    <a:pt x="112480" y="33310"/>
                    <a:pt x="125286" y="36676"/>
                    <a:pt x="136031" y="43406"/>
                  </a:cubicBezTo>
                  <a:cubicBezTo>
                    <a:pt x="146775" y="50137"/>
                    <a:pt x="154253" y="60588"/>
                    <a:pt x="158466" y="74759"/>
                  </a:cubicBezTo>
                  <a:lnTo>
                    <a:pt x="190697" y="62719"/>
                  </a:lnTo>
                  <a:cubicBezTo>
                    <a:pt x="187053" y="49890"/>
                    <a:pt x="180510" y="38069"/>
                    <a:pt x="171571" y="28169"/>
                  </a:cubicBezTo>
                  <a:cubicBezTo>
                    <a:pt x="162723" y="18859"/>
                    <a:pt x="151847" y="11713"/>
                    <a:pt x="139789" y="7286"/>
                  </a:cubicBezTo>
                  <a:cubicBezTo>
                    <a:pt x="126128" y="2262"/>
                    <a:pt x="111659" y="-204"/>
                    <a:pt x="97106" y="13"/>
                  </a:cubicBezTo>
                  <a:cubicBezTo>
                    <a:pt x="79382" y="13"/>
                    <a:pt x="63852" y="2967"/>
                    <a:pt x="50516" y="8875"/>
                  </a:cubicBezTo>
                  <a:cubicBezTo>
                    <a:pt x="38067" y="14071"/>
                    <a:pt x="27287" y="22588"/>
                    <a:pt x="19350" y="33497"/>
                  </a:cubicBezTo>
                  <a:cubicBezTo>
                    <a:pt x="11855" y="44104"/>
                    <a:pt x="7927" y="56819"/>
                    <a:pt x="8133" y="69805"/>
                  </a:cubicBezTo>
                  <a:cubicBezTo>
                    <a:pt x="7491" y="91647"/>
                    <a:pt x="18741" y="112123"/>
                    <a:pt x="37522" y="123293"/>
                  </a:cubicBezTo>
                  <a:cubicBezTo>
                    <a:pt x="48832" y="130233"/>
                    <a:pt x="61103" y="135461"/>
                    <a:pt x="73942" y="138811"/>
                  </a:cubicBezTo>
                  <a:lnTo>
                    <a:pt x="104416" y="146944"/>
                  </a:lnTo>
                  <a:cubicBezTo>
                    <a:pt x="115002" y="149497"/>
                    <a:pt x="125320" y="153061"/>
                    <a:pt x="135227" y="157582"/>
                  </a:cubicBezTo>
                  <a:cubicBezTo>
                    <a:pt x="141882" y="160491"/>
                    <a:pt x="147766" y="164914"/>
                    <a:pt x="152408" y="170500"/>
                  </a:cubicBezTo>
                  <a:cubicBezTo>
                    <a:pt x="156071" y="175337"/>
                    <a:pt x="158008" y="181262"/>
                    <a:pt x="157905" y="187327"/>
                  </a:cubicBezTo>
                  <a:cubicBezTo>
                    <a:pt x="157905" y="197959"/>
                    <a:pt x="152707" y="206465"/>
                    <a:pt x="142312" y="212846"/>
                  </a:cubicBezTo>
                  <a:cubicBezTo>
                    <a:pt x="131918" y="219227"/>
                    <a:pt x="117984" y="222413"/>
                    <a:pt x="100509" y="222400"/>
                  </a:cubicBezTo>
                  <a:cubicBezTo>
                    <a:pt x="82798" y="222400"/>
                    <a:pt x="68096" y="217975"/>
                    <a:pt x="56405" y="209126"/>
                  </a:cubicBezTo>
                  <a:cubicBezTo>
                    <a:pt x="44896" y="200513"/>
                    <a:pt x="36302" y="188579"/>
                    <a:pt x="31783" y="174931"/>
                  </a:cubicBezTo>
                  <a:lnTo>
                    <a:pt x="0" y="188392"/>
                  </a:lnTo>
                  <a:cubicBezTo>
                    <a:pt x="4240" y="201676"/>
                    <a:pt x="11307" y="213884"/>
                    <a:pt x="20715" y="224176"/>
                  </a:cubicBezTo>
                  <a:cubicBezTo>
                    <a:pt x="30250" y="234470"/>
                    <a:pt x="42000" y="242461"/>
                    <a:pt x="55078" y="247546"/>
                  </a:cubicBezTo>
                  <a:cubicBezTo>
                    <a:pt x="69591" y="253153"/>
                    <a:pt x="85045" y="255920"/>
                    <a:pt x="100602" y="255697"/>
                  </a:cubicBezTo>
                  <a:cubicBezTo>
                    <a:pt x="119971" y="255697"/>
                    <a:pt x="136741" y="252687"/>
                    <a:pt x="150913" y="246667"/>
                  </a:cubicBezTo>
                  <a:cubicBezTo>
                    <a:pt x="165084" y="240647"/>
                    <a:pt x="176008" y="232322"/>
                    <a:pt x="183686" y="221689"/>
                  </a:cubicBezTo>
                  <a:cubicBezTo>
                    <a:pt x="191454" y="210737"/>
                    <a:pt x="195487" y="197572"/>
                    <a:pt x="195184" y="184148"/>
                  </a:cubicBezTo>
                  <a:cubicBezTo>
                    <a:pt x="195386" y="173314"/>
                    <a:pt x="192563" y="162639"/>
                    <a:pt x="187033" y="153319"/>
                  </a:cubicBezTo>
                  <a:cubicBezTo>
                    <a:pt x="180783" y="143608"/>
                    <a:pt x="172278" y="135552"/>
                    <a:pt x="162242" y="129837"/>
                  </a:cubicBezTo>
                  <a:close/>
                </a:path>
              </a:pathLst>
            </a:custGeom>
            <a:solidFill>
              <a:srgbClr val="00A443"/>
            </a:solidFill>
            <a:ln w="1868" cap="flat">
              <a:noFill/>
              <a:prstDash val="solid"/>
              <a:miter/>
            </a:ln>
          </p:spPr>
          <p:txBody>
            <a:bodyPr rtlCol="0" anchor="ctr"/>
            <a:lstStyle/>
            <a:p>
              <a:endParaRPr lang="es-ES"/>
            </a:p>
          </p:txBody>
        </p:sp>
        <p:sp>
          <p:nvSpPr>
            <p:cNvPr id="25" name="Forma libre: forma 24">
              <a:extLst>
                <a:ext uri="{FF2B5EF4-FFF2-40B4-BE49-F238E27FC236}">
                  <a16:creationId xmlns:a16="http://schemas.microsoft.com/office/drawing/2014/main" id="{4BCE86E3-CC52-C941-009F-138AB51EE5B6}"/>
                </a:ext>
              </a:extLst>
            </p:cNvPr>
            <p:cNvSpPr/>
            <p:nvPr/>
          </p:nvSpPr>
          <p:spPr>
            <a:xfrm>
              <a:off x="21544865" y="1056091"/>
              <a:ext cx="170813" cy="186993"/>
            </a:xfrm>
            <a:custGeom>
              <a:avLst/>
              <a:gdLst>
                <a:gd name="connsiteX0" fmla="*/ 51367 w 170813"/>
                <a:gd name="connsiteY0" fmla="*/ 47119 h 186993"/>
                <a:gd name="connsiteX1" fmla="*/ 68548 w 170813"/>
                <a:gd name="connsiteY1" fmla="*/ 35247 h 186993"/>
                <a:gd name="connsiteX2" fmla="*/ 88926 w 170813"/>
                <a:gd name="connsiteY2" fmla="*/ 31171 h 186993"/>
                <a:gd name="connsiteX3" fmla="*/ 119793 w 170813"/>
                <a:gd name="connsiteY3" fmla="*/ 39509 h 186993"/>
                <a:gd name="connsiteX4" fmla="*/ 141050 w 170813"/>
                <a:gd name="connsiteY4" fmla="*/ 68021 h 186993"/>
                <a:gd name="connsiteX5" fmla="*/ 170814 w 170813"/>
                <a:gd name="connsiteY5" fmla="*/ 53849 h 186993"/>
                <a:gd name="connsiteX6" fmla="*/ 150791 w 170813"/>
                <a:gd name="connsiteY6" fmla="*/ 22496 h 186993"/>
                <a:gd name="connsiteX7" fmla="*/ 122093 w 170813"/>
                <a:gd name="connsiteY7" fmla="*/ 5315 h 186993"/>
                <a:gd name="connsiteX8" fmla="*/ 88983 w 170813"/>
                <a:gd name="connsiteY8" fmla="*/ 5 h 186993"/>
                <a:gd name="connsiteX9" fmla="*/ 53722 w 170813"/>
                <a:gd name="connsiteY9" fmla="*/ 6736 h 186993"/>
                <a:gd name="connsiteX10" fmla="*/ 25398 w 170813"/>
                <a:gd name="connsiteY10" fmla="*/ 25861 h 186993"/>
                <a:gd name="connsiteX11" fmla="*/ 6553 w 170813"/>
                <a:gd name="connsiteY11" fmla="*/ 55476 h 186993"/>
                <a:gd name="connsiteX12" fmla="*/ 9 w 170813"/>
                <a:gd name="connsiteY12" fmla="*/ 93559 h 186993"/>
                <a:gd name="connsiteX13" fmla="*/ 11526 w 170813"/>
                <a:gd name="connsiteY13" fmla="*/ 142280 h 186993"/>
                <a:gd name="connsiteX14" fmla="*/ 43140 w 170813"/>
                <a:gd name="connsiteY14" fmla="*/ 175129 h 186993"/>
                <a:gd name="connsiteX15" fmla="*/ 88852 w 170813"/>
                <a:gd name="connsiteY15" fmla="*/ 186982 h 186993"/>
                <a:gd name="connsiteX16" fmla="*/ 121962 w 170813"/>
                <a:gd name="connsiteY16" fmla="*/ 181672 h 186993"/>
                <a:gd name="connsiteX17" fmla="*/ 150660 w 170813"/>
                <a:gd name="connsiteY17" fmla="*/ 164323 h 186993"/>
                <a:gd name="connsiteX18" fmla="*/ 170683 w 170813"/>
                <a:gd name="connsiteY18" fmla="*/ 133138 h 186993"/>
                <a:gd name="connsiteX19" fmla="*/ 140994 w 170813"/>
                <a:gd name="connsiteY19" fmla="*/ 119041 h 186993"/>
                <a:gd name="connsiteX20" fmla="*/ 119737 w 170813"/>
                <a:gd name="connsiteY20" fmla="*/ 147384 h 186993"/>
                <a:gd name="connsiteX21" fmla="*/ 88926 w 170813"/>
                <a:gd name="connsiteY21" fmla="*/ 155891 h 186993"/>
                <a:gd name="connsiteX22" fmla="*/ 62173 w 170813"/>
                <a:gd name="connsiteY22" fmla="*/ 148805 h 186993"/>
                <a:gd name="connsiteX23" fmla="*/ 42692 w 170813"/>
                <a:gd name="connsiteY23" fmla="*/ 127735 h 186993"/>
                <a:gd name="connsiteX24" fmla="*/ 35438 w 170813"/>
                <a:gd name="connsiteY24" fmla="*/ 93540 h 186993"/>
                <a:gd name="connsiteX25" fmla="*/ 39682 w 170813"/>
                <a:gd name="connsiteY25" fmla="*/ 66618 h 186993"/>
                <a:gd name="connsiteX26" fmla="*/ 51367 w 170813"/>
                <a:gd name="connsiteY26" fmla="*/ 47119 h 186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70813" h="186993">
                  <a:moveTo>
                    <a:pt x="51367" y="47119"/>
                  </a:moveTo>
                  <a:cubicBezTo>
                    <a:pt x="56207" y="42011"/>
                    <a:pt x="62059" y="37967"/>
                    <a:pt x="68548" y="35247"/>
                  </a:cubicBezTo>
                  <a:cubicBezTo>
                    <a:pt x="75000" y="32540"/>
                    <a:pt x="81929" y="31154"/>
                    <a:pt x="88926" y="31171"/>
                  </a:cubicBezTo>
                  <a:cubicBezTo>
                    <a:pt x="99798" y="30969"/>
                    <a:pt x="110501" y="33861"/>
                    <a:pt x="119793" y="39509"/>
                  </a:cubicBezTo>
                  <a:cubicBezTo>
                    <a:pt x="128767" y="45068"/>
                    <a:pt x="135853" y="54573"/>
                    <a:pt x="141050" y="68021"/>
                  </a:cubicBezTo>
                  <a:lnTo>
                    <a:pt x="170814" y="53849"/>
                  </a:lnTo>
                  <a:cubicBezTo>
                    <a:pt x="166772" y="41932"/>
                    <a:pt x="159901" y="31175"/>
                    <a:pt x="150791" y="22496"/>
                  </a:cubicBezTo>
                  <a:cubicBezTo>
                    <a:pt x="142540" y="14812"/>
                    <a:pt x="132761" y="8959"/>
                    <a:pt x="122093" y="5315"/>
                  </a:cubicBezTo>
                  <a:cubicBezTo>
                    <a:pt x="111419" y="1753"/>
                    <a:pt x="100235" y="-42"/>
                    <a:pt x="88983" y="5"/>
                  </a:cubicBezTo>
                  <a:cubicBezTo>
                    <a:pt x="76898" y="-124"/>
                    <a:pt x="64910" y="2165"/>
                    <a:pt x="53722" y="6736"/>
                  </a:cubicBezTo>
                  <a:cubicBezTo>
                    <a:pt x="43092" y="11142"/>
                    <a:pt x="33458" y="17647"/>
                    <a:pt x="25398" y="25861"/>
                  </a:cubicBezTo>
                  <a:cubicBezTo>
                    <a:pt x="17114" y="34306"/>
                    <a:pt x="10694" y="44395"/>
                    <a:pt x="6553" y="55476"/>
                  </a:cubicBezTo>
                  <a:cubicBezTo>
                    <a:pt x="2056" y="67662"/>
                    <a:pt x="-161" y="80571"/>
                    <a:pt x="9" y="93559"/>
                  </a:cubicBezTo>
                  <a:cubicBezTo>
                    <a:pt x="9" y="111980"/>
                    <a:pt x="3847" y="128221"/>
                    <a:pt x="11526" y="142280"/>
                  </a:cubicBezTo>
                  <a:cubicBezTo>
                    <a:pt x="18849" y="155925"/>
                    <a:pt x="29786" y="167290"/>
                    <a:pt x="43140" y="175129"/>
                  </a:cubicBezTo>
                  <a:cubicBezTo>
                    <a:pt x="57024" y="183144"/>
                    <a:pt x="72822" y="187240"/>
                    <a:pt x="88852" y="186982"/>
                  </a:cubicBezTo>
                  <a:cubicBezTo>
                    <a:pt x="100105" y="187038"/>
                    <a:pt x="111290" y="185243"/>
                    <a:pt x="121962" y="181672"/>
                  </a:cubicBezTo>
                  <a:cubicBezTo>
                    <a:pt x="132663" y="178017"/>
                    <a:pt x="142451" y="172100"/>
                    <a:pt x="150660" y="164323"/>
                  </a:cubicBezTo>
                  <a:cubicBezTo>
                    <a:pt x="159694" y="155646"/>
                    <a:pt x="166553" y="144963"/>
                    <a:pt x="170683" y="133138"/>
                  </a:cubicBezTo>
                  <a:lnTo>
                    <a:pt x="140994" y="119041"/>
                  </a:lnTo>
                  <a:cubicBezTo>
                    <a:pt x="135797" y="132278"/>
                    <a:pt x="128711" y="141725"/>
                    <a:pt x="119737" y="147384"/>
                  </a:cubicBezTo>
                  <a:cubicBezTo>
                    <a:pt x="110499" y="153126"/>
                    <a:pt x="99802" y="156080"/>
                    <a:pt x="88926" y="155891"/>
                  </a:cubicBezTo>
                  <a:cubicBezTo>
                    <a:pt x="79534" y="155971"/>
                    <a:pt x="70294" y="153524"/>
                    <a:pt x="62173" y="148805"/>
                  </a:cubicBezTo>
                  <a:cubicBezTo>
                    <a:pt x="53778" y="143813"/>
                    <a:pt x="47010" y="136496"/>
                    <a:pt x="42692" y="127735"/>
                  </a:cubicBezTo>
                  <a:cubicBezTo>
                    <a:pt x="37855" y="118411"/>
                    <a:pt x="35438" y="107014"/>
                    <a:pt x="35438" y="93540"/>
                  </a:cubicBezTo>
                  <a:cubicBezTo>
                    <a:pt x="35269" y="84387"/>
                    <a:pt x="36705" y="75276"/>
                    <a:pt x="39682" y="66618"/>
                  </a:cubicBezTo>
                  <a:cubicBezTo>
                    <a:pt x="42172" y="59374"/>
                    <a:pt x="46152" y="52731"/>
                    <a:pt x="51367" y="47119"/>
                  </a:cubicBezTo>
                  <a:close/>
                </a:path>
              </a:pathLst>
            </a:custGeom>
            <a:solidFill>
              <a:srgbClr val="00A443"/>
            </a:solidFill>
            <a:ln w="1868" cap="flat">
              <a:noFill/>
              <a:prstDash val="solid"/>
              <a:miter/>
            </a:ln>
          </p:spPr>
          <p:txBody>
            <a:bodyPr rtlCol="0" anchor="ctr"/>
            <a:lstStyle/>
            <a:p>
              <a:endParaRPr lang="es-ES"/>
            </a:p>
          </p:txBody>
        </p:sp>
        <p:sp>
          <p:nvSpPr>
            <p:cNvPr id="26" name="Forma libre: forma 25">
              <a:extLst>
                <a:ext uri="{FF2B5EF4-FFF2-40B4-BE49-F238E27FC236}">
                  <a16:creationId xmlns:a16="http://schemas.microsoft.com/office/drawing/2014/main" id="{6B7FB769-D426-C181-44B5-9EF26624DD26}"/>
                </a:ext>
              </a:extLst>
            </p:cNvPr>
            <p:cNvSpPr/>
            <p:nvPr/>
          </p:nvSpPr>
          <p:spPr>
            <a:xfrm>
              <a:off x="21724796" y="1056079"/>
              <a:ext cx="182448" cy="187405"/>
            </a:xfrm>
            <a:custGeom>
              <a:avLst/>
              <a:gdLst>
                <a:gd name="connsiteX0" fmla="*/ 138131 w 182448"/>
                <a:gd name="connsiteY0" fmla="*/ 11702 h 187405"/>
                <a:gd name="connsiteX1" fmla="*/ 91018 w 182448"/>
                <a:gd name="connsiteY1" fmla="*/ 17 h 187405"/>
                <a:gd name="connsiteX2" fmla="*/ 54879 w 182448"/>
                <a:gd name="connsiteY2" fmla="*/ 6748 h 187405"/>
                <a:gd name="connsiteX3" fmla="*/ 25863 w 182448"/>
                <a:gd name="connsiteY3" fmla="*/ 26061 h 187405"/>
                <a:gd name="connsiteX4" fmla="*/ 6737 w 182448"/>
                <a:gd name="connsiteY4" fmla="*/ 55806 h 187405"/>
                <a:gd name="connsiteX5" fmla="*/ 6 w 182448"/>
                <a:gd name="connsiteY5" fmla="*/ 93534 h 187405"/>
                <a:gd name="connsiteX6" fmla="*/ 11878 w 182448"/>
                <a:gd name="connsiteY6" fmla="*/ 142423 h 187405"/>
                <a:gd name="connsiteX7" fmla="*/ 44465 w 182448"/>
                <a:gd name="connsiteY7" fmla="*/ 175552 h 187405"/>
                <a:gd name="connsiteX8" fmla="*/ 127531 w 182448"/>
                <a:gd name="connsiteY8" fmla="*/ 180507 h 187405"/>
                <a:gd name="connsiteX9" fmla="*/ 156584 w 182448"/>
                <a:gd name="connsiteY9" fmla="*/ 161194 h 187405"/>
                <a:gd name="connsiteX10" fmla="*/ 175710 w 182448"/>
                <a:gd name="connsiteY10" fmla="*/ 131617 h 187405"/>
                <a:gd name="connsiteX11" fmla="*/ 182440 w 182448"/>
                <a:gd name="connsiteY11" fmla="*/ 93534 h 187405"/>
                <a:gd name="connsiteX12" fmla="*/ 170587 w 182448"/>
                <a:gd name="connsiteY12" fmla="*/ 44476 h 187405"/>
                <a:gd name="connsiteX13" fmla="*/ 138131 w 182448"/>
                <a:gd name="connsiteY13" fmla="*/ 11702 h 187405"/>
                <a:gd name="connsiteX14" fmla="*/ 142730 w 182448"/>
                <a:gd name="connsiteY14" fmla="*/ 119745 h 187405"/>
                <a:gd name="connsiteX15" fmla="*/ 131045 w 182448"/>
                <a:gd name="connsiteY15" fmla="*/ 139413 h 187405"/>
                <a:gd name="connsiteX16" fmla="*/ 113340 w 182448"/>
                <a:gd name="connsiteY16" fmla="*/ 151622 h 187405"/>
                <a:gd name="connsiteX17" fmla="*/ 91018 w 182448"/>
                <a:gd name="connsiteY17" fmla="*/ 155884 h 187405"/>
                <a:gd name="connsiteX18" fmla="*/ 62843 w 182448"/>
                <a:gd name="connsiteY18" fmla="*/ 148406 h 187405"/>
                <a:gd name="connsiteX19" fmla="*/ 43007 w 182448"/>
                <a:gd name="connsiteY19" fmla="*/ 126981 h 187405"/>
                <a:gd name="connsiteX20" fmla="*/ 35753 w 182448"/>
                <a:gd name="connsiteY20" fmla="*/ 93496 h 187405"/>
                <a:gd name="connsiteX21" fmla="*/ 39828 w 182448"/>
                <a:gd name="connsiteY21" fmla="*/ 67322 h 187405"/>
                <a:gd name="connsiteX22" fmla="*/ 51345 w 182448"/>
                <a:gd name="connsiteY22" fmla="*/ 47841 h 187405"/>
                <a:gd name="connsiteX23" fmla="*/ 69050 w 182448"/>
                <a:gd name="connsiteY23" fmla="*/ 35614 h 187405"/>
                <a:gd name="connsiteX24" fmla="*/ 91018 w 182448"/>
                <a:gd name="connsiteY24" fmla="*/ 31538 h 187405"/>
                <a:gd name="connsiteX25" fmla="*/ 119884 w 182448"/>
                <a:gd name="connsiteY25" fmla="*/ 39017 h 187405"/>
                <a:gd name="connsiteX26" fmla="*/ 139720 w 182448"/>
                <a:gd name="connsiteY26" fmla="*/ 60274 h 187405"/>
                <a:gd name="connsiteX27" fmla="*/ 146974 w 182448"/>
                <a:gd name="connsiteY27" fmla="*/ 93571 h 187405"/>
                <a:gd name="connsiteX28" fmla="*/ 142730 w 182448"/>
                <a:gd name="connsiteY28" fmla="*/ 119745 h 18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82448" h="187405">
                  <a:moveTo>
                    <a:pt x="138131" y="11702"/>
                  </a:moveTo>
                  <a:cubicBezTo>
                    <a:pt x="123728" y="3732"/>
                    <a:pt x="107476" y="-299"/>
                    <a:pt x="91018" y="17"/>
                  </a:cubicBezTo>
                  <a:cubicBezTo>
                    <a:pt x="78649" y="-101"/>
                    <a:pt x="66375" y="2186"/>
                    <a:pt x="54879" y="6748"/>
                  </a:cubicBezTo>
                  <a:cubicBezTo>
                    <a:pt x="43975" y="11111"/>
                    <a:pt x="34096" y="17687"/>
                    <a:pt x="25863" y="26061"/>
                  </a:cubicBezTo>
                  <a:cubicBezTo>
                    <a:pt x="17521" y="34563"/>
                    <a:pt x="11011" y="44687"/>
                    <a:pt x="6737" y="55806"/>
                  </a:cubicBezTo>
                  <a:cubicBezTo>
                    <a:pt x="2145" y="67848"/>
                    <a:pt x="-137" y="80647"/>
                    <a:pt x="6" y="93534"/>
                  </a:cubicBezTo>
                  <a:cubicBezTo>
                    <a:pt x="6" y="111955"/>
                    <a:pt x="3964" y="128252"/>
                    <a:pt x="11878" y="142423"/>
                  </a:cubicBezTo>
                  <a:cubicBezTo>
                    <a:pt x="19469" y="156266"/>
                    <a:pt x="30750" y="167734"/>
                    <a:pt x="44465" y="175552"/>
                  </a:cubicBezTo>
                  <a:cubicBezTo>
                    <a:pt x="70063" y="189391"/>
                    <a:pt x="100470" y="191204"/>
                    <a:pt x="127531" y="180507"/>
                  </a:cubicBezTo>
                  <a:cubicBezTo>
                    <a:pt x="138402" y="176065"/>
                    <a:pt x="148281" y="169500"/>
                    <a:pt x="156584" y="161194"/>
                  </a:cubicBezTo>
                  <a:cubicBezTo>
                    <a:pt x="164950" y="152775"/>
                    <a:pt x="171464" y="142700"/>
                    <a:pt x="175710" y="131617"/>
                  </a:cubicBezTo>
                  <a:cubicBezTo>
                    <a:pt x="180324" y="119457"/>
                    <a:pt x="182607" y="106539"/>
                    <a:pt x="182440" y="93534"/>
                  </a:cubicBezTo>
                  <a:cubicBezTo>
                    <a:pt x="182440" y="74838"/>
                    <a:pt x="178490" y="58485"/>
                    <a:pt x="170587" y="44476"/>
                  </a:cubicBezTo>
                  <a:cubicBezTo>
                    <a:pt x="162993" y="30770"/>
                    <a:pt x="151762" y="19429"/>
                    <a:pt x="138131" y="11702"/>
                  </a:cubicBezTo>
                  <a:close/>
                  <a:moveTo>
                    <a:pt x="142730" y="119745"/>
                  </a:moveTo>
                  <a:cubicBezTo>
                    <a:pt x="140203" y="127024"/>
                    <a:pt x="136228" y="133713"/>
                    <a:pt x="131045" y="139413"/>
                  </a:cubicBezTo>
                  <a:cubicBezTo>
                    <a:pt x="126095" y="144714"/>
                    <a:pt x="120056" y="148879"/>
                    <a:pt x="113340" y="151622"/>
                  </a:cubicBezTo>
                  <a:cubicBezTo>
                    <a:pt x="106255" y="154506"/>
                    <a:pt x="98668" y="155955"/>
                    <a:pt x="91018" y="155884"/>
                  </a:cubicBezTo>
                  <a:cubicBezTo>
                    <a:pt x="81120" y="156002"/>
                    <a:pt x="71380" y="153416"/>
                    <a:pt x="62843" y="148406"/>
                  </a:cubicBezTo>
                  <a:cubicBezTo>
                    <a:pt x="54323" y="143302"/>
                    <a:pt x="47441" y="135867"/>
                    <a:pt x="43007" y="126981"/>
                  </a:cubicBezTo>
                  <a:cubicBezTo>
                    <a:pt x="38170" y="117657"/>
                    <a:pt x="35753" y="106496"/>
                    <a:pt x="35753" y="93496"/>
                  </a:cubicBezTo>
                  <a:cubicBezTo>
                    <a:pt x="35590" y="84601"/>
                    <a:pt x="36968" y="75747"/>
                    <a:pt x="39828" y="67322"/>
                  </a:cubicBezTo>
                  <a:cubicBezTo>
                    <a:pt x="42328" y="60124"/>
                    <a:pt x="46243" y="53500"/>
                    <a:pt x="51345" y="47841"/>
                  </a:cubicBezTo>
                  <a:cubicBezTo>
                    <a:pt x="56221" y="42451"/>
                    <a:pt x="62282" y="38265"/>
                    <a:pt x="69050" y="35614"/>
                  </a:cubicBezTo>
                  <a:cubicBezTo>
                    <a:pt x="76046" y="32871"/>
                    <a:pt x="83502" y="31488"/>
                    <a:pt x="91018" y="31538"/>
                  </a:cubicBezTo>
                  <a:cubicBezTo>
                    <a:pt x="101140" y="31361"/>
                    <a:pt x="111119" y="33946"/>
                    <a:pt x="119884" y="39017"/>
                  </a:cubicBezTo>
                  <a:cubicBezTo>
                    <a:pt x="128370" y="44087"/>
                    <a:pt x="135248" y="51457"/>
                    <a:pt x="139720" y="60274"/>
                  </a:cubicBezTo>
                  <a:cubicBezTo>
                    <a:pt x="144568" y="69497"/>
                    <a:pt x="146987" y="80596"/>
                    <a:pt x="146974" y="93571"/>
                  </a:cubicBezTo>
                  <a:cubicBezTo>
                    <a:pt x="147101" y="102478"/>
                    <a:pt x="145666" y="111336"/>
                    <a:pt x="142730" y="119745"/>
                  </a:cubicBezTo>
                  <a:close/>
                </a:path>
              </a:pathLst>
            </a:custGeom>
            <a:solidFill>
              <a:srgbClr val="00A443"/>
            </a:solidFill>
            <a:ln w="1868" cap="flat">
              <a:noFill/>
              <a:prstDash val="solid"/>
              <a:miter/>
            </a:ln>
          </p:spPr>
          <p:txBody>
            <a:bodyPr rtlCol="0" anchor="ctr"/>
            <a:lstStyle/>
            <a:p>
              <a:endParaRPr lang="es-ES"/>
            </a:p>
          </p:txBody>
        </p:sp>
        <p:sp>
          <p:nvSpPr>
            <p:cNvPr id="27" name="Forma libre: forma 26">
              <a:extLst>
                <a:ext uri="{FF2B5EF4-FFF2-40B4-BE49-F238E27FC236}">
                  <a16:creationId xmlns:a16="http://schemas.microsoft.com/office/drawing/2014/main" id="{BD0EB480-1027-A050-878A-29C9947B785F}"/>
                </a:ext>
              </a:extLst>
            </p:cNvPr>
            <p:cNvSpPr/>
            <p:nvPr/>
          </p:nvSpPr>
          <p:spPr>
            <a:xfrm>
              <a:off x="21906694" y="1000476"/>
              <a:ext cx="218217" cy="239269"/>
            </a:xfrm>
            <a:custGeom>
              <a:avLst/>
              <a:gdLst>
                <a:gd name="connsiteX0" fmla="*/ 176750 w 218217"/>
                <a:gd name="connsiteY0" fmla="*/ 0 h 239269"/>
                <a:gd name="connsiteX1" fmla="*/ 141696 w 218217"/>
                <a:gd name="connsiteY1" fmla="*/ 21351 h 239269"/>
                <a:gd name="connsiteX2" fmla="*/ 141696 w 218217"/>
                <a:gd name="connsiteY2" fmla="*/ 59247 h 239269"/>
                <a:gd name="connsiteX3" fmla="*/ 68314 w 218217"/>
                <a:gd name="connsiteY3" fmla="*/ 59247 h 239269"/>
                <a:gd name="connsiteX4" fmla="*/ 68314 w 218217"/>
                <a:gd name="connsiteY4" fmla="*/ 0 h 239269"/>
                <a:gd name="connsiteX5" fmla="*/ 33297 w 218217"/>
                <a:gd name="connsiteY5" fmla="*/ 21351 h 239269"/>
                <a:gd name="connsiteX6" fmla="*/ 33297 w 218217"/>
                <a:gd name="connsiteY6" fmla="*/ 59247 h 239269"/>
                <a:gd name="connsiteX7" fmla="*/ 0 w 218217"/>
                <a:gd name="connsiteY7" fmla="*/ 59247 h 239269"/>
                <a:gd name="connsiteX8" fmla="*/ 0 w 218217"/>
                <a:gd name="connsiteY8" fmla="*/ 88300 h 239269"/>
                <a:gd name="connsiteX9" fmla="*/ 33297 w 218217"/>
                <a:gd name="connsiteY9" fmla="*/ 88300 h 239269"/>
                <a:gd name="connsiteX10" fmla="*/ 33297 w 218217"/>
                <a:gd name="connsiteY10" fmla="*/ 183649 h 239269"/>
                <a:gd name="connsiteX11" fmla="*/ 39504 w 218217"/>
                <a:gd name="connsiteY11" fmla="*/ 212702 h 239269"/>
                <a:gd name="connsiteX12" fmla="*/ 57751 w 218217"/>
                <a:gd name="connsiteY12" fmla="*/ 232352 h 239269"/>
                <a:gd name="connsiteX13" fmla="*/ 87496 w 218217"/>
                <a:gd name="connsiteY13" fmla="*/ 239269 h 239269"/>
                <a:gd name="connsiteX14" fmla="*/ 109819 w 218217"/>
                <a:gd name="connsiteY14" fmla="*/ 239269 h 239269"/>
                <a:gd name="connsiteX15" fmla="*/ 109819 w 218217"/>
                <a:gd name="connsiteY15" fmla="*/ 208795 h 239269"/>
                <a:gd name="connsiteX16" fmla="*/ 91404 w 218217"/>
                <a:gd name="connsiteY16" fmla="*/ 208795 h 239269"/>
                <a:gd name="connsiteX17" fmla="*/ 73867 w 218217"/>
                <a:gd name="connsiteY17" fmla="*/ 201709 h 239269"/>
                <a:gd name="connsiteX18" fmla="*/ 68371 w 218217"/>
                <a:gd name="connsiteY18" fmla="*/ 181144 h 239269"/>
                <a:gd name="connsiteX19" fmla="*/ 68371 w 218217"/>
                <a:gd name="connsiteY19" fmla="*/ 88207 h 239269"/>
                <a:gd name="connsiteX20" fmla="*/ 141696 w 218217"/>
                <a:gd name="connsiteY20" fmla="*/ 88207 h 239269"/>
                <a:gd name="connsiteX21" fmla="*/ 141696 w 218217"/>
                <a:gd name="connsiteY21" fmla="*/ 183556 h 239269"/>
                <a:gd name="connsiteX22" fmla="*/ 147903 w 218217"/>
                <a:gd name="connsiteY22" fmla="*/ 212609 h 239269"/>
                <a:gd name="connsiteX23" fmla="*/ 166150 w 218217"/>
                <a:gd name="connsiteY23" fmla="*/ 232258 h 239269"/>
                <a:gd name="connsiteX24" fmla="*/ 195895 w 218217"/>
                <a:gd name="connsiteY24" fmla="*/ 239176 h 239269"/>
                <a:gd name="connsiteX25" fmla="*/ 218217 w 218217"/>
                <a:gd name="connsiteY25" fmla="*/ 239176 h 239269"/>
                <a:gd name="connsiteX26" fmla="*/ 218217 w 218217"/>
                <a:gd name="connsiteY26" fmla="*/ 208701 h 239269"/>
                <a:gd name="connsiteX27" fmla="*/ 199802 w 218217"/>
                <a:gd name="connsiteY27" fmla="*/ 208701 h 239269"/>
                <a:gd name="connsiteX28" fmla="*/ 182265 w 218217"/>
                <a:gd name="connsiteY28" fmla="*/ 201616 h 239269"/>
                <a:gd name="connsiteX29" fmla="*/ 176769 w 218217"/>
                <a:gd name="connsiteY29" fmla="*/ 181050 h 239269"/>
                <a:gd name="connsiteX30" fmla="*/ 176769 w 218217"/>
                <a:gd name="connsiteY30" fmla="*/ 88207 h 239269"/>
                <a:gd name="connsiteX31" fmla="*/ 218217 w 218217"/>
                <a:gd name="connsiteY31" fmla="*/ 88207 h 239269"/>
                <a:gd name="connsiteX32" fmla="*/ 218217 w 218217"/>
                <a:gd name="connsiteY32" fmla="*/ 59154 h 239269"/>
                <a:gd name="connsiteX33" fmla="*/ 176750 w 218217"/>
                <a:gd name="connsiteY33" fmla="*/ 59154 h 239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8217" h="239269">
                  <a:moveTo>
                    <a:pt x="176750" y="0"/>
                  </a:moveTo>
                  <a:lnTo>
                    <a:pt x="141696" y="21351"/>
                  </a:lnTo>
                  <a:lnTo>
                    <a:pt x="141696" y="59247"/>
                  </a:lnTo>
                  <a:lnTo>
                    <a:pt x="68314" y="59247"/>
                  </a:lnTo>
                  <a:lnTo>
                    <a:pt x="68314" y="0"/>
                  </a:lnTo>
                  <a:lnTo>
                    <a:pt x="33297" y="21351"/>
                  </a:lnTo>
                  <a:lnTo>
                    <a:pt x="33297" y="59247"/>
                  </a:lnTo>
                  <a:lnTo>
                    <a:pt x="0" y="59247"/>
                  </a:lnTo>
                  <a:lnTo>
                    <a:pt x="0" y="88300"/>
                  </a:lnTo>
                  <a:lnTo>
                    <a:pt x="33297" y="88300"/>
                  </a:lnTo>
                  <a:lnTo>
                    <a:pt x="33297" y="183649"/>
                  </a:lnTo>
                  <a:cubicBezTo>
                    <a:pt x="33120" y="193681"/>
                    <a:pt x="35243" y="203620"/>
                    <a:pt x="39504" y="212702"/>
                  </a:cubicBezTo>
                  <a:cubicBezTo>
                    <a:pt x="43423" y="220971"/>
                    <a:pt x="49794" y="227833"/>
                    <a:pt x="57751" y="232352"/>
                  </a:cubicBezTo>
                  <a:cubicBezTo>
                    <a:pt x="65766" y="236975"/>
                    <a:pt x="75681" y="239282"/>
                    <a:pt x="87496" y="239269"/>
                  </a:cubicBezTo>
                  <a:lnTo>
                    <a:pt x="109819" y="239269"/>
                  </a:lnTo>
                  <a:lnTo>
                    <a:pt x="109819" y="208795"/>
                  </a:lnTo>
                  <a:lnTo>
                    <a:pt x="91404" y="208795"/>
                  </a:lnTo>
                  <a:cubicBezTo>
                    <a:pt x="83365" y="208795"/>
                    <a:pt x="77518" y="206434"/>
                    <a:pt x="73867" y="201709"/>
                  </a:cubicBezTo>
                  <a:cubicBezTo>
                    <a:pt x="70216" y="196985"/>
                    <a:pt x="68384" y="190131"/>
                    <a:pt x="68371" y="181144"/>
                  </a:cubicBezTo>
                  <a:lnTo>
                    <a:pt x="68371" y="88207"/>
                  </a:lnTo>
                  <a:lnTo>
                    <a:pt x="141696" y="88207"/>
                  </a:lnTo>
                  <a:lnTo>
                    <a:pt x="141696" y="183556"/>
                  </a:lnTo>
                  <a:cubicBezTo>
                    <a:pt x="141518" y="193588"/>
                    <a:pt x="143642" y="203526"/>
                    <a:pt x="147903" y="212609"/>
                  </a:cubicBezTo>
                  <a:cubicBezTo>
                    <a:pt x="151821" y="220878"/>
                    <a:pt x="158193" y="227739"/>
                    <a:pt x="166150" y="232258"/>
                  </a:cubicBezTo>
                  <a:cubicBezTo>
                    <a:pt x="174165" y="236882"/>
                    <a:pt x="184079" y="239189"/>
                    <a:pt x="195895" y="239176"/>
                  </a:cubicBezTo>
                  <a:lnTo>
                    <a:pt x="218217" y="239176"/>
                  </a:lnTo>
                  <a:lnTo>
                    <a:pt x="218217" y="208701"/>
                  </a:lnTo>
                  <a:lnTo>
                    <a:pt x="199802" y="208701"/>
                  </a:lnTo>
                  <a:cubicBezTo>
                    <a:pt x="191763" y="208701"/>
                    <a:pt x="185917" y="206340"/>
                    <a:pt x="182265" y="201616"/>
                  </a:cubicBezTo>
                  <a:cubicBezTo>
                    <a:pt x="178614" y="196891"/>
                    <a:pt x="176782" y="190037"/>
                    <a:pt x="176769" y="181050"/>
                  </a:cubicBezTo>
                  <a:lnTo>
                    <a:pt x="176769" y="88207"/>
                  </a:lnTo>
                  <a:lnTo>
                    <a:pt x="218217" y="88207"/>
                  </a:lnTo>
                  <a:lnTo>
                    <a:pt x="218217" y="59154"/>
                  </a:lnTo>
                  <a:lnTo>
                    <a:pt x="176750" y="59154"/>
                  </a:lnTo>
                  <a:close/>
                </a:path>
              </a:pathLst>
            </a:custGeom>
            <a:solidFill>
              <a:srgbClr val="00A443"/>
            </a:solidFill>
            <a:ln w="1868" cap="flat">
              <a:noFill/>
              <a:prstDash val="solid"/>
              <a:miter/>
            </a:ln>
          </p:spPr>
          <p:txBody>
            <a:bodyPr rtlCol="0" anchor="ctr"/>
            <a:lstStyle/>
            <a:p>
              <a:endParaRPr lang="es-ES"/>
            </a:p>
          </p:txBody>
        </p:sp>
        <p:sp>
          <p:nvSpPr>
            <p:cNvPr id="28" name="Forma libre: forma 27">
              <a:extLst>
                <a:ext uri="{FF2B5EF4-FFF2-40B4-BE49-F238E27FC236}">
                  <a16:creationId xmlns:a16="http://schemas.microsoft.com/office/drawing/2014/main" id="{F4ED38D2-FE29-B4CD-E83B-4C0D3CAEB91F}"/>
                </a:ext>
              </a:extLst>
            </p:cNvPr>
            <p:cNvSpPr/>
            <p:nvPr/>
          </p:nvSpPr>
          <p:spPr>
            <a:xfrm>
              <a:off x="22148636" y="1059629"/>
              <a:ext cx="34718" cy="179947"/>
            </a:xfrm>
            <a:custGeom>
              <a:avLst/>
              <a:gdLst>
                <a:gd name="connsiteX0" fmla="*/ 0 w 34718"/>
                <a:gd name="connsiteY0" fmla="*/ 0 h 179947"/>
                <a:gd name="connsiteX1" fmla="*/ 34718 w 34718"/>
                <a:gd name="connsiteY1" fmla="*/ 0 h 179947"/>
                <a:gd name="connsiteX2" fmla="*/ 34718 w 34718"/>
                <a:gd name="connsiteY2" fmla="*/ 179947 h 179947"/>
                <a:gd name="connsiteX3" fmla="*/ 0 w 34718"/>
                <a:gd name="connsiteY3" fmla="*/ 179947 h 179947"/>
              </a:gdLst>
              <a:ahLst/>
              <a:cxnLst>
                <a:cxn ang="0">
                  <a:pos x="connsiteX0" y="connsiteY0"/>
                </a:cxn>
                <a:cxn ang="0">
                  <a:pos x="connsiteX1" y="connsiteY1"/>
                </a:cxn>
                <a:cxn ang="0">
                  <a:pos x="connsiteX2" y="connsiteY2"/>
                </a:cxn>
                <a:cxn ang="0">
                  <a:pos x="connsiteX3" y="connsiteY3"/>
                </a:cxn>
              </a:cxnLst>
              <a:rect l="l" t="t" r="r" b="b"/>
              <a:pathLst>
                <a:path w="34718" h="179947">
                  <a:moveTo>
                    <a:pt x="0" y="0"/>
                  </a:moveTo>
                  <a:lnTo>
                    <a:pt x="34718" y="0"/>
                  </a:lnTo>
                  <a:lnTo>
                    <a:pt x="34718" y="179947"/>
                  </a:lnTo>
                  <a:lnTo>
                    <a:pt x="0" y="179947"/>
                  </a:lnTo>
                  <a:close/>
                </a:path>
              </a:pathLst>
            </a:custGeom>
            <a:solidFill>
              <a:srgbClr val="00A443"/>
            </a:solidFill>
            <a:ln w="1868" cap="flat">
              <a:noFill/>
              <a:prstDash val="solid"/>
              <a:miter/>
            </a:ln>
          </p:spPr>
          <p:txBody>
            <a:bodyPr rtlCol="0" anchor="ctr"/>
            <a:lstStyle/>
            <a:p>
              <a:endParaRPr lang="es-ES"/>
            </a:p>
          </p:txBody>
        </p:sp>
        <p:sp>
          <p:nvSpPr>
            <p:cNvPr id="29" name="Forma libre: forma 28">
              <a:extLst>
                <a:ext uri="{FF2B5EF4-FFF2-40B4-BE49-F238E27FC236}">
                  <a16:creationId xmlns:a16="http://schemas.microsoft.com/office/drawing/2014/main" id="{C2B8E22F-FF22-8853-67C6-28FA46673619}"/>
                </a:ext>
              </a:extLst>
            </p:cNvPr>
            <p:cNvSpPr/>
            <p:nvPr/>
          </p:nvSpPr>
          <p:spPr>
            <a:xfrm>
              <a:off x="22142237" y="983473"/>
              <a:ext cx="47798" cy="45707"/>
            </a:xfrm>
            <a:custGeom>
              <a:avLst/>
              <a:gdLst>
                <a:gd name="connsiteX0" fmla="*/ 40763 w 47798"/>
                <a:gd name="connsiteY0" fmla="*/ 6196 h 45707"/>
                <a:gd name="connsiteX1" fmla="*/ 23750 w 47798"/>
                <a:gd name="connsiteY1" fmla="*/ 8 h 45707"/>
                <a:gd name="connsiteX2" fmla="*/ 6923 w 47798"/>
                <a:gd name="connsiteY2" fmla="*/ 6196 h 45707"/>
                <a:gd name="connsiteX3" fmla="*/ 25 w 47798"/>
                <a:gd name="connsiteY3" fmla="*/ 23022 h 45707"/>
                <a:gd name="connsiteX4" fmla="*/ 6923 w 47798"/>
                <a:gd name="connsiteY4" fmla="*/ 39493 h 45707"/>
                <a:gd name="connsiteX5" fmla="*/ 23750 w 47798"/>
                <a:gd name="connsiteY5" fmla="*/ 45700 h 45707"/>
                <a:gd name="connsiteX6" fmla="*/ 40763 w 47798"/>
                <a:gd name="connsiteY6" fmla="*/ 39493 h 45707"/>
                <a:gd name="connsiteX7" fmla="*/ 47774 w 47798"/>
                <a:gd name="connsiteY7" fmla="*/ 23022 h 45707"/>
                <a:gd name="connsiteX8" fmla="*/ 40763 w 47798"/>
                <a:gd name="connsiteY8" fmla="*/ 6196 h 45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98" h="45707">
                  <a:moveTo>
                    <a:pt x="40763" y="6196"/>
                  </a:moveTo>
                  <a:cubicBezTo>
                    <a:pt x="36065" y="2079"/>
                    <a:pt x="29996" y="-129"/>
                    <a:pt x="23750" y="8"/>
                  </a:cubicBezTo>
                  <a:cubicBezTo>
                    <a:pt x="17558" y="-149"/>
                    <a:pt x="11539" y="2064"/>
                    <a:pt x="6923" y="6196"/>
                  </a:cubicBezTo>
                  <a:cubicBezTo>
                    <a:pt x="2246" y="10507"/>
                    <a:pt x="-280" y="16670"/>
                    <a:pt x="25" y="23022"/>
                  </a:cubicBezTo>
                  <a:cubicBezTo>
                    <a:pt x="-233" y="29265"/>
                    <a:pt x="2294" y="35298"/>
                    <a:pt x="6923" y="39493"/>
                  </a:cubicBezTo>
                  <a:cubicBezTo>
                    <a:pt x="11536" y="43633"/>
                    <a:pt x="17554" y="45852"/>
                    <a:pt x="23750" y="45700"/>
                  </a:cubicBezTo>
                  <a:cubicBezTo>
                    <a:pt x="29998" y="45833"/>
                    <a:pt x="36068" y="43618"/>
                    <a:pt x="40763" y="39493"/>
                  </a:cubicBezTo>
                  <a:cubicBezTo>
                    <a:pt x="45461" y="35339"/>
                    <a:pt x="48036" y="29287"/>
                    <a:pt x="47774" y="23022"/>
                  </a:cubicBezTo>
                  <a:cubicBezTo>
                    <a:pt x="48082" y="16645"/>
                    <a:pt x="45508" y="10468"/>
                    <a:pt x="40763" y="6196"/>
                  </a:cubicBezTo>
                  <a:close/>
                </a:path>
              </a:pathLst>
            </a:custGeom>
            <a:solidFill>
              <a:srgbClr val="00A443"/>
            </a:solidFill>
            <a:ln w="1868" cap="flat">
              <a:noFill/>
              <a:prstDash val="solid"/>
              <a:miter/>
            </a:ln>
          </p:spPr>
          <p:txBody>
            <a:bodyPr rtlCol="0" anchor="ctr"/>
            <a:lstStyle/>
            <a:p>
              <a:endParaRPr lang="es-ES"/>
            </a:p>
          </p:txBody>
        </p:sp>
        <p:sp>
          <p:nvSpPr>
            <p:cNvPr id="30" name="Forma libre: forma 29">
              <a:extLst>
                <a:ext uri="{FF2B5EF4-FFF2-40B4-BE49-F238E27FC236}">
                  <a16:creationId xmlns:a16="http://schemas.microsoft.com/office/drawing/2014/main" id="{4018ACD6-0124-2623-0A47-E82820E95F62}"/>
                </a:ext>
              </a:extLst>
            </p:cNvPr>
            <p:cNvSpPr/>
            <p:nvPr/>
          </p:nvSpPr>
          <p:spPr>
            <a:xfrm>
              <a:off x="22206837" y="1056136"/>
              <a:ext cx="150877" cy="187276"/>
            </a:xfrm>
            <a:custGeom>
              <a:avLst/>
              <a:gdLst>
                <a:gd name="connsiteX0" fmla="*/ 137227 w 150877"/>
                <a:gd name="connsiteY0" fmla="*/ 100730 h 187276"/>
                <a:gd name="connsiteX1" fmla="*/ 95255 w 150877"/>
                <a:gd name="connsiteY1" fmla="*/ 80726 h 187276"/>
                <a:gd name="connsiteX2" fmla="*/ 77550 w 150877"/>
                <a:gd name="connsiteY2" fmla="*/ 76482 h 187276"/>
                <a:gd name="connsiteX3" fmla="*/ 58761 w 150877"/>
                <a:gd name="connsiteY3" fmla="*/ 70387 h 187276"/>
                <a:gd name="connsiteX4" fmla="*/ 45674 w 150877"/>
                <a:gd name="connsiteY4" fmla="*/ 62591 h 187276"/>
                <a:gd name="connsiteX5" fmla="*/ 40720 w 150877"/>
                <a:gd name="connsiteY5" fmla="*/ 50551 h 187276"/>
                <a:gd name="connsiteX6" fmla="*/ 50067 w 150877"/>
                <a:gd name="connsiteY6" fmla="*/ 35482 h 187276"/>
                <a:gd name="connsiteX7" fmla="*/ 74783 w 150877"/>
                <a:gd name="connsiteY7" fmla="*/ 29705 h 187276"/>
                <a:gd name="connsiteX8" fmla="*/ 102584 w 150877"/>
                <a:gd name="connsiteY8" fmla="*/ 36622 h 187276"/>
                <a:gd name="connsiteX9" fmla="*/ 119765 w 150877"/>
                <a:gd name="connsiteY9" fmla="*/ 60179 h 187276"/>
                <a:gd name="connsiteX10" fmla="*/ 148819 w 150877"/>
                <a:gd name="connsiteY10" fmla="*/ 49560 h 187276"/>
                <a:gd name="connsiteX11" fmla="*/ 133582 w 150877"/>
                <a:gd name="connsiteY11" fmla="*/ 22283 h 187276"/>
                <a:gd name="connsiteX12" fmla="*/ 107894 w 150877"/>
                <a:gd name="connsiteY12" fmla="*/ 5625 h 187276"/>
                <a:gd name="connsiteX13" fmla="*/ 74783 w 150877"/>
                <a:gd name="connsiteY13" fmla="*/ 16 h 187276"/>
                <a:gd name="connsiteX14" fmla="*/ 39261 w 150877"/>
                <a:gd name="connsiteY14" fmla="*/ 6559 h 187276"/>
                <a:gd name="connsiteX15" fmla="*/ 14957 w 150877"/>
                <a:gd name="connsiteY15" fmla="*/ 24582 h 187276"/>
                <a:gd name="connsiteX16" fmla="*/ 6282 w 150877"/>
                <a:gd name="connsiteY16" fmla="*/ 50962 h 187276"/>
                <a:gd name="connsiteX17" fmla="*/ 19369 w 150877"/>
                <a:gd name="connsiteY17" fmla="*/ 84446 h 187276"/>
                <a:gd name="connsiteX18" fmla="*/ 61528 w 150877"/>
                <a:gd name="connsiteY18" fmla="*/ 105180 h 187276"/>
                <a:gd name="connsiteX19" fmla="*/ 79588 w 150877"/>
                <a:gd name="connsiteY19" fmla="*/ 109779 h 187276"/>
                <a:gd name="connsiteX20" fmla="*/ 107744 w 150877"/>
                <a:gd name="connsiteY20" fmla="*/ 119520 h 187276"/>
                <a:gd name="connsiteX21" fmla="*/ 116793 w 150877"/>
                <a:gd name="connsiteY21" fmla="*/ 134925 h 187276"/>
                <a:gd name="connsiteX22" fmla="*/ 106155 w 150877"/>
                <a:gd name="connsiteY22" fmla="*/ 151396 h 187276"/>
                <a:gd name="connsiteX23" fmla="*/ 76765 w 150877"/>
                <a:gd name="connsiteY23" fmla="*/ 157958 h 187276"/>
                <a:gd name="connsiteX24" fmla="*/ 56200 w 150877"/>
                <a:gd name="connsiteY24" fmla="*/ 154406 h 187276"/>
                <a:gd name="connsiteX25" fmla="*/ 39018 w 150877"/>
                <a:gd name="connsiteY25" fmla="*/ 143600 h 187276"/>
                <a:gd name="connsiteX26" fmla="*/ 28212 w 150877"/>
                <a:gd name="connsiteY26" fmla="*/ 125353 h 187276"/>
                <a:gd name="connsiteX27" fmla="*/ 0 w 150877"/>
                <a:gd name="connsiteY27" fmla="*/ 137692 h 187276"/>
                <a:gd name="connsiteX28" fmla="*/ 44272 w 150877"/>
                <a:gd name="connsiteY28" fmla="*/ 181964 h 187276"/>
                <a:gd name="connsiteX29" fmla="*/ 76877 w 150877"/>
                <a:gd name="connsiteY29" fmla="*/ 187273 h 187276"/>
                <a:gd name="connsiteX30" fmla="*/ 116138 w 150877"/>
                <a:gd name="connsiteY30" fmla="*/ 180374 h 187276"/>
                <a:gd name="connsiteX31" fmla="*/ 141826 w 150877"/>
                <a:gd name="connsiteY31" fmla="*/ 161417 h 187276"/>
                <a:gd name="connsiteX32" fmla="*/ 150875 w 150877"/>
                <a:gd name="connsiteY32" fmla="*/ 133953 h 187276"/>
                <a:gd name="connsiteX33" fmla="*/ 137227 w 150877"/>
                <a:gd name="connsiteY33" fmla="*/ 100730 h 187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0877" h="187276">
                  <a:moveTo>
                    <a:pt x="137227" y="100730"/>
                  </a:moveTo>
                  <a:cubicBezTo>
                    <a:pt x="128141" y="92130"/>
                    <a:pt x="114151" y="85461"/>
                    <a:pt x="95255" y="80726"/>
                  </a:cubicBezTo>
                  <a:lnTo>
                    <a:pt x="77550" y="76482"/>
                  </a:lnTo>
                  <a:cubicBezTo>
                    <a:pt x="71181" y="74794"/>
                    <a:pt x="64908" y="72759"/>
                    <a:pt x="58761" y="70387"/>
                  </a:cubicBezTo>
                  <a:cubicBezTo>
                    <a:pt x="53952" y="68622"/>
                    <a:pt x="49516" y="65978"/>
                    <a:pt x="45674" y="62591"/>
                  </a:cubicBezTo>
                  <a:cubicBezTo>
                    <a:pt x="42352" y="59487"/>
                    <a:pt x="40544" y="55094"/>
                    <a:pt x="40720" y="50551"/>
                  </a:cubicBezTo>
                  <a:cubicBezTo>
                    <a:pt x="40720" y="44394"/>
                    <a:pt x="43836" y="39371"/>
                    <a:pt x="50067" y="35482"/>
                  </a:cubicBezTo>
                  <a:cubicBezTo>
                    <a:pt x="56299" y="31593"/>
                    <a:pt x="64538" y="29667"/>
                    <a:pt x="74783" y="29705"/>
                  </a:cubicBezTo>
                  <a:cubicBezTo>
                    <a:pt x="84496" y="29538"/>
                    <a:pt x="94081" y="31924"/>
                    <a:pt x="102584" y="36622"/>
                  </a:cubicBezTo>
                  <a:cubicBezTo>
                    <a:pt x="110735" y="41221"/>
                    <a:pt x="116462" y="49074"/>
                    <a:pt x="119765" y="60179"/>
                  </a:cubicBezTo>
                  <a:lnTo>
                    <a:pt x="148819" y="49560"/>
                  </a:lnTo>
                  <a:cubicBezTo>
                    <a:pt x="146110" y="39333"/>
                    <a:pt x="140869" y="29952"/>
                    <a:pt x="133582" y="22283"/>
                  </a:cubicBezTo>
                  <a:cubicBezTo>
                    <a:pt x="126376" y="14875"/>
                    <a:pt x="117597" y="9182"/>
                    <a:pt x="107894" y="5625"/>
                  </a:cubicBezTo>
                  <a:cubicBezTo>
                    <a:pt x="97287" y="1768"/>
                    <a:pt x="86068" y="-134"/>
                    <a:pt x="74783" y="16"/>
                  </a:cubicBezTo>
                  <a:cubicBezTo>
                    <a:pt x="62623" y="-212"/>
                    <a:pt x="50542" y="2014"/>
                    <a:pt x="39261" y="6559"/>
                  </a:cubicBezTo>
                  <a:cubicBezTo>
                    <a:pt x="29698" y="10293"/>
                    <a:pt x="21306" y="16515"/>
                    <a:pt x="14957" y="24582"/>
                  </a:cubicBezTo>
                  <a:cubicBezTo>
                    <a:pt x="9206" y="32163"/>
                    <a:pt x="6153" y="41448"/>
                    <a:pt x="6282" y="50962"/>
                  </a:cubicBezTo>
                  <a:cubicBezTo>
                    <a:pt x="5979" y="63426"/>
                    <a:pt x="10694" y="75491"/>
                    <a:pt x="19369" y="84446"/>
                  </a:cubicBezTo>
                  <a:cubicBezTo>
                    <a:pt x="28094" y="93532"/>
                    <a:pt x="42146" y="100444"/>
                    <a:pt x="61528" y="105180"/>
                  </a:cubicBezTo>
                  <a:lnTo>
                    <a:pt x="79588" y="109779"/>
                  </a:lnTo>
                  <a:cubicBezTo>
                    <a:pt x="92339" y="112608"/>
                    <a:pt x="101724" y="115855"/>
                    <a:pt x="107744" y="119520"/>
                  </a:cubicBezTo>
                  <a:cubicBezTo>
                    <a:pt x="113409" y="122554"/>
                    <a:pt x="116901" y="128499"/>
                    <a:pt x="116793" y="134925"/>
                  </a:cubicBezTo>
                  <a:cubicBezTo>
                    <a:pt x="116793" y="141543"/>
                    <a:pt x="113246" y="147034"/>
                    <a:pt x="106155" y="151396"/>
                  </a:cubicBezTo>
                  <a:cubicBezTo>
                    <a:pt x="99063" y="155758"/>
                    <a:pt x="89267" y="157945"/>
                    <a:pt x="76765" y="157958"/>
                  </a:cubicBezTo>
                  <a:cubicBezTo>
                    <a:pt x="69756" y="157979"/>
                    <a:pt x="62796" y="156777"/>
                    <a:pt x="56200" y="154406"/>
                  </a:cubicBezTo>
                  <a:cubicBezTo>
                    <a:pt x="49733" y="152142"/>
                    <a:pt x="43860" y="148448"/>
                    <a:pt x="39018" y="143600"/>
                  </a:cubicBezTo>
                  <a:cubicBezTo>
                    <a:pt x="34002" y="138475"/>
                    <a:pt x="30295" y="132216"/>
                    <a:pt x="28212" y="125353"/>
                  </a:cubicBezTo>
                  <a:lnTo>
                    <a:pt x="0" y="137692"/>
                  </a:lnTo>
                  <a:cubicBezTo>
                    <a:pt x="6957" y="158601"/>
                    <a:pt x="23362" y="175007"/>
                    <a:pt x="44272" y="181964"/>
                  </a:cubicBezTo>
                  <a:cubicBezTo>
                    <a:pt x="54762" y="185564"/>
                    <a:pt x="65787" y="187359"/>
                    <a:pt x="76877" y="187273"/>
                  </a:cubicBezTo>
                  <a:cubicBezTo>
                    <a:pt x="91983" y="187273"/>
                    <a:pt x="105070" y="184974"/>
                    <a:pt x="116138" y="180374"/>
                  </a:cubicBezTo>
                  <a:cubicBezTo>
                    <a:pt x="126264" y="176506"/>
                    <a:pt x="135145" y="169952"/>
                    <a:pt x="141826" y="161417"/>
                  </a:cubicBezTo>
                  <a:cubicBezTo>
                    <a:pt x="147790" y="153512"/>
                    <a:pt x="150972" y="143856"/>
                    <a:pt x="150875" y="133953"/>
                  </a:cubicBezTo>
                  <a:cubicBezTo>
                    <a:pt x="150875" y="120430"/>
                    <a:pt x="146327" y="109355"/>
                    <a:pt x="137227" y="100730"/>
                  </a:cubicBezTo>
                  <a:close/>
                </a:path>
              </a:pathLst>
            </a:custGeom>
            <a:solidFill>
              <a:srgbClr val="00A443"/>
            </a:solidFill>
            <a:ln w="1868" cap="flat">
              <a:noFill/>
              <a:prstDash val="solid"/>
              <a:miter/>
            </a:ln>
          </p:spPr>
          <p:txBody>
            <a:bodyPr rtlCol="0" anchor="ctr"/>
            <a:lstStyle/>
            <a:p>
              <a:endParaRPr lang="es-ES"/>
            </a:p>
          </p:txBody>
        </p:sp>
        <p:sp>
          <p:nvSpPr>
            <p:cNvPr id="31" name="Forma libre: forma 30">
              <a:extLst>
                <a:ext uri="{FF2B5EF4-FFF2-40B4-BE49-F238E27FC236}">
                  <a16:creationId xmlns:a16="http://schemas.microsoft.com/office/drawing/2014/main" id="{2EE6DC9F-BFD3-7FC9-D3DE-9B9B92E9643A}"/>
                </a:ext>
              </a:extLst>
            </p:cNvPr>
            <p:cNvSpPr/>
            <p:nvPr/>
          </p:nvSpPr>
          <p:spPr>
            <a:xfrm>
              <a:off x="22380801" y="991614"/>
              <a:ext cx="154466" cy="248056"/>
            </a:xfrm>
            <a:custGeom>
              <a:avLst/>
              <a:gdLst>
                <a:gd name="connsiteX0" fmla="*/ 122215 w 154466"/>
                <a:gd name="connsiteY0" fmla="*/ 72988 h 248056"/>
                <a:gd name="connsiteX1" fmla="*/ 87852 w 154466"/>
                <a:gd name="connsiteY1" fmla="*/ 64482 h 248056"/>
                <a:gd name="connsiteX2" fmla="*/ 53302 w 154466"/>
                <a:gd name="connsiteY2" fmla="*/ 74222 h 248056"/>
                <a:gd name="connsiteX3" fmla="*/ 34718 w 154466"/>
                <a:gd name="connsiteY3" fmla="*/ 94638 h 248056"/>
                <a:gd name="connsiteX4" fmla="*/ 34718 w 154466"/>
                <a:gd name="connsiteY4" fmla="*/ 0 h 248056"/>
                <a:gd name="connsiteX5" fmla="*/ 0 w 154466"/>
                <a:gd name="connsiteY5" fmla="*/ 0 h 248056"/>
                <a:gd name="connsiteX6" fmla="*/ 0 w 154466"/>
                <a:gd name="connsiteY6" fmla="*/ 247981 h 248056"/>
                <a:gd name="connsiteX7" fmla="*/ 34718 w 154466"/>
                <a:gd name="connsiteY7" fmla="*/ 247981 h 248056"/>
                <a:gd name="connsiteX8" fmla="*/ 34718 w 154466"/>
                <a:gd name="connsiteY8" fmla="*/ 141415 h 248056"/>
                <a:gd name="connsiteX9" fmla="*/ 47282 w 154466"/>
                <a:gd name="connsiteY9" fmla="*/ 107594 h 248056"/>
                <a:gd name="connsiteX10" fmla="*/ 79700 w 154466"/>
                <a:gd name="connsiteY10" fmla="*/ 95367 h 248056"/>
                <a:gd name="connsiteX11" fmla="*/ 108398 w 154466"/>
                <a:gd name="connsiteY11" fmla="*/ 107426 h 248056"/>
                <a:gd name="connsiteX12" fmla="*/ 119373 w 154466"/>
                <a:gd name="connsiteY12" fmla="*/ 140013 h 248056"/>
                <a:gd name="connsiteX13" fmla="*/ 119373 w 154466"/>
                <a:gd name="connsiteY13" fmla="*/ 248056 h 248056"/>
                <a:gd name="connsiteX14" fmla="*/ 154446 w 154466"/>
                <a:gd name="connsiteY14" fmla="*/ 248056 h 248056"/>
                <a:gd name="connsiteX15" fmla="*/ 154446 w 154466"/>
                <a:gd name="connsiteY15" fmla="*/ 134273 h 248056"/>
                <a:gd name="connsiteX16" fmla="*/ 145771 w 154466"/>
                <a:gd name="connsiteY16" fmla="*/ 97256 h 248056"/>
                <a:gd name="connsiteX17" fmla="*/ 122215 w 154466"/>
                <a:gd name="connsiteY17" fmla="*/ 72988 h 248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4466" h="248056">
                  <a:moveTo>
                    <a:pt x="122215" y="72988"/>
                  </a:moveTo>
                  <a:cubicBezTo>
                    <a:pt x="111707" y="67167"/>
                    <a:pt x="99854" y="64231"/>
                    <a:pt x="87852" y="64482"/>
                  </a:cubicBezTo>
                  <a:cubicBezTo>
                    <a:pt x="75654" y="64461"/>
                    <a:pt x="63691" y="67832"/>
                    <a:pt x="53302" y="74222"/>
                  </a:cubicBezTo>
                  <a:cubicBezTo>
                    <a:pt x="45345" y="79186"/>
                    <a:pt x="38914" y="86251"/>
                    <a:pt x="34718" y="94638"/>
                  </a:cubicBezTo>
                  <a:lnTo>
                    <a:pt x="34718" y="0"/>
                  </a:lnTo>
                  <a:lnTo>
                    <a:pt x="0" y="0"/>
                  </a:lnTo>
                  <a:lnTo>
                    <a:pt x="0" y="247981"/>
                  </a:lnTo>
                  <a:lnTo>
                    <a:pt x="34718" y="247981"/>
                  </a:lnTo>
                  <a:lnTo>
                    <a:pt x="34718" y="141415"/>
                  </a:lnTo>
                  <a:cubicBezTo>
                    <a:pt x="34718" y="127019"/>
                    <a:pt x="38906" y="115746"/>
                    <a:pt x="47282" y="107594"/>
                  </a:cubicBezTo>
                  <a:cubicBezTo>
                    <a:pt x="55657" y="99443"/>
                    <a:pt x="66464" y="95367"/>
                    <a:pt x="79700" y="95367"/>
                  </a:cubicBezTo>
                  <a:cubicBezTo>
                    <a:pt x="91497" y="95367"/>
                    <a:pt x="101070" y="99387"/>
                    <a:pt x="108398" y="107426"/>
                  </a:cubicBezTo>
                  <a:cubicBezTo>
                    <a:pt x="115727" y="115465"/>
                    <a:pt x="119391" y="126328"/>
                    <a:pt x="119373" y="140013"/>
                  </a:cubicBezTo>
                  <a:lnTo>
                    <a:pt x="119373" y="248056"/>
                  </a:lnTo>
                  <a:lnTo>
                    <a:pt x="154446" y="248056"/>
                  </a:lnTo>
                  <a:lnTo>
                    <a:pt x="154446" y="134273"/>
                  </a:lnTo>
                  <a:cubicBezTo>
                    <a:pt x="154745" y="121398"/>
                    <a:pt x="151773" y="108654"/>
                    <a:pt x="145771" y="97256"/>
                  </a:cubicBezTo>
                  <a:cubicBezTo>
                    <a:pt x="140349" y="87123"/>
                    <a:pt x="132179" y="78715"/>
                    <a:pt x="122215" y="72988"/>
                  </a:cubicBezTo>
                  <a:close/>
                </a:path>
              </a:pathLst>
            </a:custGeom>
            <a:solidFill>
              <a:srgbClr val="00A443"/>
            </a:solidFill>
            <a:ln w="1868" cap="flat">
              <a:noFill/>
              <a:prstDash val="solid"/>
              <a:miter/>
            </a:ln>
          </p:spPr>
          <p:txBody>
            <a:bodyPr rtlCol="0" anchor="ctr"/>
            <a:lstStyle/>
            <a:p>
              <a:endParaRPr lang="es-ES"/>
            </a:p>
          </p:txBody>
        </p:sp>
        <p:sp>
          <p:nvSpPr>
            <p:cNvPr id="32" name="Forma libre: forma 31">
              <a:extLst>
                <a:ext uri="{FF2B5EF4-FFF2-40B4-BE49-F238E27FC236}">
                  <a16:creationId xmlns:a16="http://schemas.microsoft.com/office/drawing/2014/main" id="{F646CADE-7207-A4CF-120C-9F5CC9BD7D3A}"/>
                </a:ext>
              </a:extLst>
            </p:cNvPr>
            <p:cNvSpPr/>
            <p:nvPr/>
          </p:nvSpPr>
          <p:spPr>
            <a:xfrm>
              <a:off x="22567890" y="991614"/>
              <a:ext cx="183200" cy="247981"/>
            </a:xfrm>
            <a:custGeom>
              <a:avLst/>
              <a:gdLst>
                <a:gd name="connsiteX0" fmla="*/ 158690 w 183200"/>
                <a:gd name="connsiteY0" fmla="*/ 21444 h 247981"/>
                <a:gd name="connsiteX1" fmla="*/ 91385 w 183200"/>
                <a:gd name="connsiteY1" fmla="*/ 0 h 247981"/>
                <a:gd name="connsiteX2" fmla="*/ 0 w 183200"/>
                <a:gd name="connsiteY2" fmla="*/ 0 h 247981"/>
                <a:gd name="connsiteX3" fmla="*/ 0 w 183200"/>
                <a:gd name="connsiteY3" fmla="*/ 247981 h 247981"/>
                <a:gd name="connsiteX4" fmla="*/ 36476 w 183200"/>
                <a:gd name="connsiteY4" fmla="*/ 247981 h 247981"/>
                <a:gd name="connsiteX5" fmla="*/ 36476 w 183200"/>
                <a:gd name="connsiteY5" fmla="*/ 160111 h 247981"/>
                <a:gd name="connsiteX6" fmla="*/ 91740 w 183200"/>
                <a:gd name="connsiteY6" fmla="*/ 160111 h 247981"/>
                <a:gd name="connsiteX7" fmla="*/ 140462 w 183200"/>
                <a:gd name="connsiteY7" fmla="*/ 150539 h 247981"/>
                <a:gd name="connsiteX8" fmla="*/ 171983 w 183200"/>
                <a:gd name="connsiteY8" fmla="*/ 122906 h 247981"/>
                <a:gd name="connsiteX9" fmla="*/ 183200 w 183200"/>
                <a:gd name="connsiteY9" fmla="*/ 80411 h 247981"/>
                <a:gd name="connsiteX10" fmla="*/ 158690 w 183200"/>
                <a:gd name="connsiteY10" fmla="*/ 21444 h 247981"/>
                <a:gd name="connsiteX11" fmla="*/ 130011 w 183200"/>
                <a:gd name="connsiteY11" fmla="*/ 115839 h 247981"/>
                <a:gd name="connsiteX12" fmla="*/ 88562 w 183200"/>
                <a:gd name="connsiteY12" fmla="*/ 127898 h 247981"/>
                <a:gd name="connsiteX13" fmla="*/ 36419 w 183200"/>
                <a:gd name="connsiteY13" fmla="*/ 127898 h 247981"/>
                <a:gd name="connsiteX14" fmla="*/ 36419 w 183200"/>
                <a:gd name="connsiteY14" fmla="*/ 32961 h 247981"/>
                <a:gd name="connsiteX15" fmla="*/ 88506 w 183200"/>
                <a:gd name="connsiteY15" fmla="*/ 32961 h 247981"/>
                <a:gd name="connsiteX16" fmla="*/ 129955 w 183200"/>
                <a:gd name="connsiteY16" fmla="*/ 44814 h 247981"/>
                <a:gd name="connsiteX17" fmla="*/ 144818 w 183200"/>
                <a:gd name="connsiteY17" fmla="*/ 80429 h 247981"/>
                <a:gd name="connsiteX18" fmla="*/ 129955 w 183200"/>
                <a:gd name="connsiteY18" fmla="*/ 115839 h 247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3200" h="247981">
                  <a:moveTo>
                    <a:pt x="158690" y="21444"/>
                  </a:moveTo>
                  <a:cubicBezTo>
                    <a:pt x="142406" y="7161"/>
                    <a:pt x="119971" y="13"/>
                    <a:pt x="91385" y="0"/>
                  </a:cubicBezTo>
                  <a:lnTo>
                    <a:pt x="0" y="0"/>
                  </a:lnTo>
                  <a:lnTo>
                    <a:pt x="0" y="247981"/>
                  </a:lnTo>
                  <a:lnTo>
                    <a:pt x="36476" y="247981"/>
                  </a:lnTo>
                  <a:lnTo>
                    <a:pt x="36476" y="160111"/>
                  </a:lnTo>
                  <a:lnTo>
                    <a:pt x="91740" y="160111"/>
                  </a:lnTo>
                  <a:cubicBezTo>
                    <a:pt x="110642" y="160111"/>
                    <a:pt x="126870" y="156920"/>
                    <a:pt x="140462" y="150539"/>
                  </a:cubicBezTo>
                  <a:cubicBezTo>
                    <a:pt x="153474" y="144659"/>
                    <a:pt x="164448" y="135040"/>
                    <a:pt x="171983" y="122906"/>
                  </a:cubicBezTo>
                  <a:cubicBezTo>
                    <a:pt x="179461" y="110866"/>
                    <a:pt x="183200" y="96700"/>
                    <a:pt x="183200" y="80411"/>
                  </a:cubicBezTo>
                  <a:cubicBezTo>
                    <a:pt x="183125" y="55383"/>
                    <a:pt x="174955" y="35728"/>
                    <a:pt x="158690" y="21444"/>
                  </a:cubicBezTo>
                  <a:close/>
                  <a:moveTo>
                    <a:pt x="130011" y="115839"/>
                  </a:moveTo>
                  <a:cubicBezTo>
                    <a:pt x="120046" y="123879"/>
                    <a:pt x="106229" y="127898"/>
                    <a:pt x="88562" y="127898"/>
                  </a:cubicBezTo>
                  <a:lnTo>
                    <a:pt x="36419" y="127898"/>
                  </a:lnTo>
                  <a:lnTo>
                    <a:pt x="36419" y="32961"/>
                  </a:lnTo>
                  <a:lnTo>
                    <a:pt x="88506" y="32961"/>
                  </a:lnTo>
                  <a:cubicBezTo>
                    <a:pt x="106211" y="32961"/>
                    <a:pt x="120027" y="36911"/>
                    <a:pt x="129955" y="44814"/>
                  </a:cubicBezTo>
                  <a:cubicBezTo>
                    <a:pt x="139882" y="52717"/>
                    <a:pt x="144836" y="64588"/>
                    <a:pt x="144818" y="80429"/>
                  </a:cubicBezTo>
                  <a:cubicBezTo>
                    <a:pt x="144818" y="96009"/>
                    <a:pt x="139863" y="107813"/>
                    <a:pt x="129955" y="115839"/>
                  </a:cubicBezTo>
                  <a:close/>
                </a:path>
              </a:pathLst>
            </a:custGeom>
            <a:solidFill>
              <a:srgbClr val="00A443"/>
            </a:solidFill>
            <a:ln w="1868" cap="flat">
              <a:noFill/>
              <a:prstDash val="solid"/>
              <a:miter/>
            </a:ln>
          </p:spPr>
          <p:txBody>
            <a:bodyPr rtlCol="0" anchor="ctr"/>
            <a:lstStyle/>
            <a:p>
              <a:endParaRPr lang="es-ES"/>
            </a:p>
          </p:txBody>
        </p:sp>
        <p:sp>
          <p:nvSpPr>
            <p:cNvPr id="33" name="Forma libre: forma 32">
              <a:extLst>
                <a:ext uri="{FF2B5EF4-FFF2-40B4-BE49-F238E27FC236}">
                  <a16:creationId xmlns:a16="http://schemas.microsoft.com/office/drawing/2014/main" id="{2616C11F-72B7-3EEA-ED2B-E9F9130B4EA0}"/>
                </a:ext>
              </a:extLst>
            </p:cNvPr>
            <p:cNvSpPr/>
            <p:nvPr/>
          </p:nvSpPr>
          <p:spPr>
            <a:xfrm>
              <a:off x="22753981" y="1056079"/>
              <a:ext cx="182449" cy="187405"/>
            </a:xfrm>
            <a:custGeom>
              <a:avLst/>
              <a:gdLst>
                <a:gd name="connsiteX0" fmla="*/ 138169 w 182449"/>
                <a:gd name="connsiteY0" fmla="*/ 11702 h 187405"/>
                <a:gd name="connsiteX1" fmla="*/ 91055 w 182449"/>
                <a:gd name="connsiteY1" fmla="*/ 17 h 187405"/>
                <a:gd name="connsiteX2" fmla="*/ 54917 w 182449"/>
                <a:gd name="connsiteY2" fmla="*/ 6748 h 187405"/>
                <a:gd name="connsiteX3" fmla="*/ 25863 w 182449"/>
                <a:gd name="connsiteY3" fmla="*/ 26061 h 187405"/>
                <a:gd name="connsiteX4" fmla="*/ 6737 w 182449"/>
                <a:gd name="connsiteY4" fmla="*/ 55806 h 187405"/>
                <a:gd name="connsiteX5" fmla="*/ 7 w 182449"/>
                <a:gd name="connsiteY5" fmla="*/ 93534 h 187405"/>
                <a:gd name="connsiteX6" fmla="*/ 11879 w 182449"/>
                <a:gd name="connsiteY6" fmla="*/ 142423 h 187405"/>
                <a:gd name="connsiteX7" fmla="*/ 44465 w 182449"/>
                <a:gd name="connsiteY7" fmla="*/ 175552 h 187405"/>
                <a:gd name="connsiteX8" fmla="*/ 127531 w 182449"/>
                <a:gd name="connsiteY8" fmla="*/ 180507 h 187405"/>
                <a:gd name="connsiteX9" fmla="*/ 156584 w 182449"/>
                <a:gd name="connsiteY9" fmla="*/ 161194 h 187405"/>
                <a:gd name="connsiteX10" fmla="*/ 175710 w 182449"/>
                <a:gd name="connsiteY10" fmla="*/ 131617 h 187405"/>
                <a:gd name="connsiteX11" fmla="*/ 182441 w 182449"/>
                <a:gd name="connsiteY11" fmla="*/ 93534 h 187405"/>
                <a:gd name="connsiteX12" fmla="*/ 170587 w 182449"/>
                <a:gd name="connsiteY12" fmla="*/ 44476 h 187405"/>
                <a:gd name="connsiteX13" fmla="*/ 138169 w 182449"/>
                <a:gd name="connsiteY13" fmla="*/ 11702 h 187405"/>
                <a:gd name="connsiteX14" fmla="*/ 142768 w 182449"/>
                <a:gd name="connsiteY14" fmla="*/ 119745 h 187405"/>
                <a:gd name="connsiteX15" fmla="*/ 131083 w 182449"/>
                <a:gd name="connsiteY15" fmla="*/ 139413 h 187405"/>
                <a:gd name="connsiteX16" fmla="*/ 113360 w 182449"/>
                <a:gd name="connsiteY16" fmla="*/ 151622 h 187405"/>
                <a:gd name="connsiteX17" fmla="*/ 91055 w 182449"/>
                <a:gd name="connsiteY17" fmla="*/ 155884 h 187405"/>
                <a:gd name="connsiteX18" fmla="*/ 62881 w 182449"/>
                <a:gd name="connsiteY18" fmla="*/ 148406 h 187405"/>
                <a:gd name="connsiteX19" fmla="*/ 43045 w 182449"/>
                <a:gd name="connsiteY19" fmla="*/ 126981 h 187405"/>
                <a:gd name="connsiteX20" fmla="*/ 35791 w 182449"/>
                <a:gd name="connsiteY20" fmla="*/ 93496 h 187405"/>
                <a:gd name="connsiteX21" fmla="*/ 39866 w 182449"/>
                <a:gd name="connsiteY21" fmla="*/ 67322 h 187405"/>
                <a:gd name="connsiteX22" fmla="*/ 51383 w 182449"/>
                <a:gd name="connsiteY22" fmla="*/ 47841 h 187405"/>
                <a:gd name="connsiteX23" fmla="*/ 69088 w 182449"/>
                <a:gd name="connsiteY23" fmla="*/ 35614 h 187405"/>
                <a:gd name="connsiteX24" fmla="*/ 91055 w 182449"/>
                <a:gd name="connsiteY24" fmla="*/ 31538 h 187405"/>
                <a:gd name="connsiteX25" fmla="*/ 119922 w 182449"/>
                <a:gd name="connsiteY25" fmla="*/ 39017 h 187405"/>
                <a:gd name="connsiteX26" fmla="*/ 139758 w 182449"/>
                <a:gd name="connsiteY26" fmla="*/ 60274 h 187405"/>
                <a:gd name="connsiteX27" fmla="*/ 147012 w 182449"/>
                <a:gd name="connsiteY27" fmla="*/ 93571 h 187405"/>
                <a:gd name="connsiteX28" fmla="*/ 142731 w 182449"/>
                <a:gd name="connsiteY28" fmla="*/ 119745 h 18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82449" h="187405">
                  <a:moveTo>
                    <a:pt x="138169" y="11702"/>
                  </a:moveTo>
                  <a:cubicBezTo>
                    <a:pt x="123773" y="3732"/>
                    <a:pt x="107508" y="-299"/>
                    <a:pt x="91055" y="17"/>
                  </a:cubicBezTo>
                  <a:cubicBezTo>
                    <a:pt x="78679" y="-101"/>
                    <a:pt x="66414" y="2184"/>
                    <a:pt x="54917" y="6748"/>
                  </a:cubicBezTo>
                  <a:cubicBezTo>
                    <a:pt x="43998" y="11106"/>
                    <a:pt x="34108" y="17683"/>
                    <a:pt x="25863" y="26061"/>
                  </a:cubicBezTo>
                  <a:cubicBezTo>
                    <a:pt x="17525" y="34563"/>
                    <a:pt x="11019" y="44687"/>
                    <a:pt x="6737" y="55806"/>
                  </a:cubicBezTo>
                  <a:cubicBezTo>
                    <a:pt x="2138" y="67848"/>
                    <a:pt x="-143" y="80647"/>
                    <a:pt x="7" y="93534"/>
                  </a:cubicBezTo>
                  <a:cubicBezTo>
                    <a:pt x="7" y="111955"/>
                    <a:pt x="3970" y="128252"/>
                    <a:pt x="11879" y="142423"/>
                  </a:cubicBezTo>
                  <a:cubicBezTo>
                    <a:pt x="19469" y="156266"/>
                    <a:pt x="30743" y="167734"/>
                    <a:pt x="44465" y="175552"/>
                  </a:cubicBezTo>
                  <a:cubicBezTo>
                    <a:pt x="70060" y="189391"/>
                    <a:pt x="100478" y="191204"/>
                    <a:pt x="127531" y="180507"/>
                  </a:cubicBezTo>
                  <a:cubicBezTo>
                    <a:pt x="138412" y="176065"/>
                    <a:pt x="148283" y="169500"/>
                    <a:pt x="156584" y="161194"/>
                  </a:cubicBezTo>
                  <a:cubicBezTo>
                    <a:pt x="164960" y="152775"/>
                    <a:pt x="171466" y="142700"/>
                    <a:pt x="175710" y="131617"/>
                  </a:cubicBezTo>
                  <a:cubicBezTo>
                    <a:pt x="180328" y="119457"/>
                    <a:pt x="182609" y="106539"/>
                    <a:pt x="182441" y="93534"/>
                  </a:cubicBezTo>
                  <a:cubicBezTo>
                    <a:pt x="182441" y="74838"/>
                    <a:pt x="178496" y="58485"/>
                    <a:pt x="170587" y="44476"/>
                  </a:cubicBezTo>
                  <a:cubicBezTo>
                    <a:pt x="162997" y="30776"/>
                    <a:pt x="151779" y="19435"/>
                    <a:pt x="138169" y="11702"/>
                  </a:cubicBezTo>
                  <a:close/>
                  <a:moveTo>
                    <a:pt x="142768" y="119745"/>
                  </a:moveTo>
                  <a:cubicBezTo>
                    <a:pt x="140244" y="127024"/>
                    <a:pt x="136262" y="133713"/>
                    <a:pt x="131083" y="139413"/>
                  </a:cubicBezTo>
                  <a:cubicBezTo>
                    <a:pt x="126129" y="144719"/>
                    <a:pt x="120090" y="148885"/>
                    <a:pt x="113360" y="151622"/>
                  </a:cubicBezTo>
                  <a:cubicBezTo>
                    <a:pt x="106274" y="154508"/>
                    <a:pt x="98702" y="155957"/>
                    <a:pt x="91055" y="155884"/>
                  </a:cubicBezTo>
                  <a:cubicBezTo>
                    <a:pt x="81165" y="156004"/>
                    <a:pt x="71425" y="153418"/>
                    <a:pt x="62881" y="148406"/>
                  </a:cubicBezTo>
                  <a:cubicBezTo>
                    <a:pt x="54356" y="143302"/>
                    <a:pt x="47476" y="135867"/>
                    <a:pt x="43045" y="126981"/>
                  </a:cubicBezTo>
                  <a:cubicBezTo>
                    <a:pt x="38202" y="117657"/>
                    <a:pt x="35772" y="106496"/>
                    <a:pt x="35791" y="93496"/>
                  </a:cubicBezTo>
                  <a:cubicBezTo>
                    <a:pt x="35622" y="84601"/>
                    <a:pt x="37006" y="75747"/>
                    <a:pt x="39866" y="67322"/>
                  </a:cubicBezTo>
                  <a:cubicBezTo>
                    <a:pt x="42371" y="60124"/>
                    <a:pt x="46279" y="53500"/>
                    <a:pt x="51383" y="47841"/>
                  </a:cubicBezTo>
                  <a:cubicBezTo>
                    <a:pt x="56263" y="42451"/>
                    <a:pt x="62320" y="38265"/>
                    <a:pt x="69088" y="35614"/>
                  </a:cubicBezTo>
                  <a:cubicBezTo>
                    <a:pt x="76080" y="32871"/>
                    <a:pt x="83540" y="31488"/>
                    <a:pt x="91055" y="31538"/>
                  </a:cubicBezTo>
                  <a:cubicBezTo>
                    <a:pt x="101170" y="31363"/>
                    <a:pt x="111153" y="33948"/>
                    <a:pt x="119922" y="39017"/>
                  </a:cubicBezTo>
                  <a:cubicBezTo>
                    <a:pt x="128410" y="44087"/>
                    <a:pt x="135290" y="51457"/>
                    <a:pt x="139758" y="60274"/>
                  </a:cubicBezTo>
                  <a:cubicBezTo>
                    <a:pt x="144600" y="69497"/>
                    <a:pt x="147012" y="80596"/>
                    <a:pt x="147012" y="93571"/>
                  </a:cubicBezTo>
                  <a:cubicBezTo>
                    <a:pt x="147124" y="102480"/>
                    <a:pt x="145685" y="111338"/>
                    <a:pt x="142731" y="119745"/>
                  </a:cubicBezTo>
                  <a:close/>
                </a:path>
              </a:pathLst>
            </a:custGeom>
            <a:solidFill>
              <a:srgbClr val="00A443"/>
            </a:solidFill>
            <a:ln w="1868" cap="flat">
              <a:noFill/>
              <a:prstDash val="solid"/>
              <a:miter/>
            </a:ln>
          </p:spPr>
          <p:txBody>
            <a:bodyPr rtlCol="0" anchor="ctr"/>
            <a:lstStyle/>
            <a:p>
              <a:endParaRPr lang="es-ES"/>
            </a:p>
          </p:txBody>
        </p:sp>
        <p:sp>
          <p:nvSpPr>
            <p:cNvPr id="34" name="Forma libre: forma 33">
              <a:extLst>
                <a:ext uri="{FF2B5EF4-FFF2-40B4-BE49-F238E27FC236}">
                  <a16:creationId xmlns:a16="http://schemas.microsoft.com/office/drawing/2014/main" id="{17B1763E-8C74-96F3-90B4-040DC2494CF6}"/>
                </a:ext>
              </a:extLst>
            </p:cNvPr>
            <p:cNvSpPr/>
            <p:nvPr/>
          </p:nvSpPr>
          <p:spPr>
            <a:xfrm>
              <a:off x="22936272" y="1059629"/>
              <a:ext cx="260731" cy="180059"/>
            </a:xfrm>
            <a:custGeom>
              <a:avLst/>
              <a:gdLst>
                <a:gd name="connsiteX0" fmla="*/ 195895 w 260731"/>
                <a:gd name="connsiteY0" fmla="*/ 96807 h 180059"/>
                <a:gd name="connsiteX1" fmla="*/ 191295 w 260731"/>
                <a:gd name="connsiteY1" fmla="*/ 112212 h 180059"/>
                <a:gd name="connsiteX2" fmla="*/ 186696 w 260731"/>
                <a:gd name="connsiteY2" fmla="*/ 129039 h 180059"/>
                <a:gd name="connsiteX3" fmla="*/ 176414 w 260731"/>
                <a:gd name="connsiteY3" fmla="*/ 97143 h 180059"/>
                <a:gd name="connsiteX4" fmla="*/ 145528 w 260731"/>
                <a:gd name="connsiteY4" fmla="*/ 0 h 180059"/>
                <a:gd name="connsiteX5" fmla="*/ 115409 w 260731"/>
                <a:gd name="connsiteY5" fmla="*/ 0 h 180059"/>
                <a:gd name="connsiteX6" fmla="*/ 85029 w 260731"/>
                <a:gd name="connsiteY6" fmla="*/ 96807 h 180059"/>
                <a:gd name="connsiteX7" fmla="*/ 80242 w 260731"/>
                <a:gd name="connsiteY7" fmla="*/ 112568 h 180059"/>
                <a:gd name="connsiteX8" fmla="*/ 75101 w 260731"/>
                <a:gd name="connsiteY8" fmla="*/ 129394 h 180059"/>
                <a:gd name="connsiteX9" fmla="*/ 70147 w 260731"/>
                <a:gd name="connsiteY9" fmla="*/ 112568 h 180059"/>
                <a:gd name="connsiteX10" fmla="*/ 65529 w 260731"/>
                <a:gd name="connsiteY10" fmla="*/ 96807 h 180059"/>
                <a:gd name="connsiteX11" fmla="*/ 36849 w 260731"/>
                <a:gd name="connsiteY11" fmla="*/ 93 h 180059"/>
                <a:gd name="connsiteX12" fmla="*/ 0 w 260731"/>
                <a:gd name="connsiteY12" fmla="*/ 93 h 180059"/>
                <a:gd name="connsiteX13" fmla="*/ 57041 w 260731"/>
                <a:gd name="connsiteY13" fmla="*/ 180059 h 180059"/>
                <a:gd name="connsiteX14" fmla="*/ 89983 w 260731"/>
                <a:gd name="connsiteY14" fmla="*/ 180059 h 180059"/>
                <a:gd name="connsiteX15" fmla="*/ 120438 w 260731"/>
                <a:gd name="connsiteY15" fmla="*/ 83346 h 180059"/>
                <a:gd name="connsiteX16" fmla="*/ 130011 w 260731"/>
                <a:gd name="connsiteY16" fmla="*/ 51825 h 180059"/>
                <a:gd name="connsiteX17" fmla="*/ 140274 w 260731"/>
                <a:gd name="connsiteY17" fmla="*/ 83346 h 180059"/>
                <a:gd name="connsiteX18" fmla="*/ 170749 w 260731"/>
                <a:gd name="connsiteY18" fmla="*/ 180059 h 180059"/>
                <a:gd name="connsiteX19" fmla="*/ 204046 w 260731"/>
                <a:gd name="connsiteY19" fmla="*/ 180059 h 180059"/>
                <a:gd name="connsiteX20" fmla="*/ 260732 w 260731"/>
                <a:gd name="connsiteY20" fmla="*/ 93 h 180059"/>
                <a:gd name="connsiteX21" fmla="*/ 224593 w 260731"/>
                <a:gd name="connsiteY21" fmla="*/ 93 h 180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0731" h="180059">
                  <a:moveTo>
                    <a:pt x="195895" y="96807"/>
                  </a:moveTo>
                  <a:cubicBezTo>
                    <a:pt x="194250" y="102004"/>
                    <a:pt x="192716" y="107140"/>
                    <a:pt x="191295" y="112212"/>
                  </a:cubicBezTo>
                  <a:cubicBezTo>
                    <a:pt x="189875" y="117284"/>
                    <a:pt x="188342" y="122893"/>
                    <a:pt x="186696" y="129039"/>
                  </a:cubicBezTo>
                  <a:cubicBezTo>
                    <a:pt x="182434" y="115802"/>
                    <a:pt x="179012" y="105170"/>
                    <a:pt x="176414" y="97143"/>
                  </a:cubicBezTo>
                  <a:lnTo>
                    <a:pt x="145528" y="0"/>
                  </a:lnTo>
                  <a:lnTo>
                    <a:pt x="115409" y="0"/>
                  </a:lnTo>
                  <a:lnTo>
                    <a:pt x="85029" y="96807"/>
                  </a:lnTo>
                  <a:cubicBezTo>
                    <a:pt x="83365" y="102253"/>
                    <a:pt x="81757" y="107507"/>
                    <a:pt x="80242" y="112568"/>
                  </a:cubicBezTo>
                  <a:cubicBezTo>
                    <a:pt x="78691" y="117653"/>
                    <a:pt x="76989" y="123262"/>
                    <a:pt x="75101" y="129394"/>
                  </a:cubicBezTo>
                  <a:cubicBezTo>
                    <a:pt x="73231" y="123262"/>
                    <a:pt x="71549" y="117653"/>
                    <a:pt x="70147" y="112568"/>
                  </a:cubicBezTo>
                  <a:cubicBezTo>
                    <a:pt x="68745" y="107482"/>
                    <a:pt x="67193" y="102247"/>
                    <a:pt x="65529" y="96807"/>
                  </a:cubicBezTo>
                  <a:lnTo>
                    <a:pt x="36849" y="93"/>
                  </a:lnTo>
                  <a:lnTo>
                    <a:pt x="0" y="93"/>
                  </a:lnTo>
                  <a:lnTo>
                    <a:pt x="57041" y="180059"/>
                  </a:lnTo>
                  <a:lnTo>
                    <a:pt x="89983" y="180059"/>
                  </a:lnTo>
                  <a:lnTo>
                    <a:pt x="120438" y="83346"/>
                  </a:lnTo>
                  <a:cubicBezTo>
                    <a:pt x="123037" y="75555"/>
                    <a:pt x="126234" y="65048"/>
                    <a:pt x="130011" y="51825"/>
                  </a:cubicBezTo>
                  <a:cubicBezTo>
                    <a:pt x="134498" y="65048"/>
                    <a:pt x="137919" y="75555"/>
                    <a:pt x="140274" y="83346"/>
                  </a:cubicBezTo>
                  <a:lnTo>
                    <a:pt x="170749" y="180059"/>
                  </a:lnTo>
                  <a:lnTo>
                    <a:pt x="204046" y="180059"/>
                  </a:lnTo>
                  <a:lnTo>
                    <a:pt x="260732" y="93"/>
                  </a:lnTo>
                  <a:lnTo>
                    <a:pt x="224593" y="93"/>
                  </a:lnTo>
                  <a:close/>
                </a:path>
              </a:pathLst>
            </a:custGeom>
            <a:solidFill>
              <a:srgbClr val="00A443"/>
            </a:solidFill>
            <a:ln w="1868" cap="flat">
              <a:noFill/>
              <a:prstDash val="solid"/>
              <a:miter/>
            </a:ln>
          </p:spPr>
          <p:txBody>
            <a:bodyPr rtlCol="0" anchor="ctr"/>
            <a:lstStyle/>
            <a:p>
              <a:endParaRPr lang="es-ES"/>
            </a:p>
          </p:txBody>
        </p:sp>
        <p:sp>
          <p:nvSpPr>
            <p:cNvPr id="35" name="Forma libre: forma 34">
              <a:extLst>
                <a:ext uri="{FF2B5EF4-FFF2-40B4-BE49-F238E27FC236}">
                  <a16:creationId xmlns:a16="http://schemas.microsoft.com/office/drawing/2014/main" id="{F2624A7C-965A-5F67-A5C6-0E6B3331B135}"/>
                </a:ext>
              </a:extLst>
            </p:cNvPr>
            <p:cNvSpPr/>
            <p:nvPr/>
          </p:nvSpPr>
          <p:spPr>
            <a:xfrm>
              <a:off x="23196992" y="1056084"/>
              <a:ext cx="169675" cy="187473"/>
            </a:xfrm>
            <a:custGeom>
              <a:avLst/>
              <a:gdLst>
                <a:gd name="connsiteX0" fmla="*/ 129312 w 169675"/>
                <a:gd name="connsiteY0" fmla="*/ 11529 h 187473"/>
                <a:gd name="connsiteX1" fmla="*/ 86442 w 169675"/>
                <a:gd name="connsiteY1" fmla="*/ 12 h 187473"/>
                <a:gd name="connsiteX2" fmla="*/ 51537 w 169675"/>
                <a:gd name="connsiteY2" fmla="*/ 6555 h 187473"/>
                <a:gd name="connsiteX3" fmla="*/ 24092 w 169675"/>
                <a:gd name="connsiteY3" fmla="*/ 25569 h 187473"/>
                <a:gd name="connsiteX4" fmla="*/ 6200 w 169675"/>
                <a:gd name="connsiteY4" fmla="*/ 55146 h 187473"/>
                <a:gd name="connsiteX5" fmla="*/ 11 w 169675"/>
                <a:gd name="connsiteY5" fmla="*/ 93585 h 187473"/>
                <a:gd name="connsiteX6" fmla="*/ 11341 w 169675"/>
                <a:gd name="connsiteY6" fmla="*/ 142642 h 187473"/>
                <a:gd name="connsiteX7" fmla="*/ 42507 w 169675"/>
                <a:gd name="connsiteY7" fmla="*/ 175603 h 187473"/>
                <a:gd name="connsiteX8" fmla="*/ 88218 w 169675"/>
                <a:gd name="connsiteY8" fmla="*/ 187456 h 187473"/>
                <a:gd name="connsiteX9" fmla="*/ 118487 w 169675"/>
                <a:gd name="connsiteY9" fmla="*/ 183025 h 187473"/>
                <a:gd name="connsiteX10" fmla="*/ 145428 w 169675"/>
                <a:gd name="connsiteY10" fmla="*/ 168517 h 187473"/>
                <a:gd name="connsiteX11" fmla="*/ 166498 w 169675"/>
                <a:gd name="connsiteY11" fmla="*/ 142474 h 187473"/>
                <a:gd name="connsiteX12" fmla="*/ 139576 w 169675"/>
                <a:gd name="connsiteY12" fmla="*/ 125816 h 187473"/>
                <a:gd name="connsiteX13" fmla="*/ 126115 w 169675"/>
                <a:gd name="connsiteY13" fmla="*/ 143708 h 187473"/>
                <a:gd name="connsiteX14" fmla="*/ 108746 w 169675"/>
                <a:gd name="connsiteY14" fmla="*/ 153635 h 187473"/>
                <a:gd name="connsiteX15" fmla="*/ 88181 w 169675"/>
                <a:gd name="connsiteY15" fmla="*/ 156645 h 187473"/>
                <a:gd name="connsiteX16" fmla="*/ 60904 w 169675"/>
                <a:gd name="connsiteY16" fmla="*/ 149560 h 187473"/>
                <a:gd name="connsiteX17" fmla="*/ 41983 w 169675"/>
                <a:gd name="connsiteY17" fmla="*/ 128396 h 187473"/>
                <a:gd name="connsiteX18" fmla="*/ 35384 w 169675"/>
                <a:gd name="connsiteY18" fmla="*/ 101661 h 187473"/>
                <a:gd name="connsiteX19" fmla="*/ 169339 w 169675"/>
                <a:gd name="connsiteY19" fmla="*/ 101661 h 187473"/>
                <a:gd name="connsiteX20" fmla="*/ 169676 w 169675"/>
                <a:gd name="connsiteY20" fmla="*/ 96707 h 187473"/>
                <a:gd name="connsiteX21" fmla="*/ 169676 w 169675"/>
                <a:gd name="connsiteY21" fmla="*/ 92089 h 187473"/>
                <a:gd name="connsiteX22" fmla="*/ 158888 w 169675"/>
                <a:gd name="connsiteY22" fmla="*/ 43741 h 187473"/>
                <a:gd name="connsiteX23" fmla="*/ 129312 w 169675"/>
                <a:gd name="connsiteY23" fmla="*/ 11529 h 187473"/>
                <a:gd name="connsiteX24" fmla="*/ 48714 w 169675"/>
                <a:gd name="connsiteY24" fmla="*/ 45891 h 187473"/>
                <a:gd name="connsiteX25" fmla="*/ 64830 w 169675"/>
                <a:gd name="connsiteY25" fmla="*/ 33496 h 187473"/>
                <a:gd name="connsiteX26" fmla="*/ 86087 w 169675"/>
                <a:gd name="connsiteY26" fmla="*/ 29420 h 187473"/>
                <a:gd name="connsiteX27" fmla="*/ 120973 w 169675"/>
                <a:gd name="connsiteY27" fmla="*/ 44994 h 187473"/>
                <a:gd name="connsiteX28" fmla="*/ 133500 w 169675"/>
                <a:gd name="connsiteY28" fmla="*/ 75823 h 187473"/>
                <a:gd name="connsiteX29" fmla="*/ 36412 w 169675"/>
                <a:gd name="connsiteY29" fmla="*/ 75823 h 187473"/>
                <a:gd name="connsiteX30" fmla="*/ 38618 w 169675"/>
                <a:gd name="connsiteY30" fmla="*/ 66083 h 187473"/>
                <a:gd name="connsiteX31" fmla="*/ 48714 w 169675"/>
                <a:gd name="connsiteY31" fmla="*/ 45891 h 187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69675" h="187473">
                  <a:moveTo>
                    <a:pt x="129312" y="11529"/>
                  </a:moveTo>
                  <a:cubicBezTo>
                    <a:pt x="116393" y="3742"/>
                    <a:pt x="101530" y="-248"/>
                    <a:pt x="86442" y="12"/>
                  </a:cubicBezTo>
                  <a:cubicBezTo>
                    <a:pt x="74496" y="-138"/>
                    <a:pt x="62624" y="2087"/>
                    <a:pt x="51537" y="6555"/>
                  </a:cubicBezTo>
                  <a:cubicBezTo>
                    <a:pt x="41142" y="10869"/>
                    <a:pt x="31776" y="17350"/>
                    <a:pt x="24092" y="25569"/>
                  </a:cubicBezTo>
                  <a:cubicBezTo>
                    <a:pt x="16146" y="34083"/>
                    <a:pt x="10051" y="44155"/>
                    <a:pt x="6200" y="55146"/>
                  </a:cubicBezTo>
                  <a:cubicBezTo>
                    <a:pt x="1919" y="67502"/>
                    <a:pt x="-175" y="80511"/>
                    <a:pt x="11" y="93585"/>
                  </a:cubicBezTo>
                  <a:cubicBezTo>
                    <a:pt x="11" y="112280"/>
                    <a:pt x="3788" y="128634"/>
                    <a:pt x="11341" y="142642"/>
                  </a:cubicBezTo>
                  <a:cubicBezTo>
                    <a:pt x="18502" y="156283"/>
                    <a:pt x="29289" y="167685"/>
                    <a:pt x="42507" y="175603"/>
                  </a:cubicBezTo>
                  <a:cubicBezTo>
                    <a:pt x="56361" y="183676"/>
                    <a:pt x="72177" y="187778"/>
                    <a:pt x="88218" y="187456"/>
                  </a:cubicBezTo>
                  <a:cubicBezTo>
                    <a:pt x="98464" y="187475"/>
                    <a:pt x="108672" y="185981"/>
                    <a:pt x="118487" y="183025"/>
                  </a:cubicBezTo>
                  <a:cubicBezTo>
                    <a:pt x="128358" y="180049"/>
                    <a:pt x="137519" y="175115"/>
                    <a:pt x="145428" y="168517"/>
                  </a:cubicBezTo>
                  <a:cubicBezTo>
                    <a:pt x="154009" y="161222"/>
                    <a:pt x="161151" y="152390"/>
                    <a:pt x="166498" y="142474"/>
                  </a:cubicBezTo>
                  <a:lnTo>
                    <a:pt x="139576" y="125816"/>
                  </a:lnTo>
                  <a:cubicBezTo>
                    <a:pt x="136248" y="132565"/>
                    <a:pt x="131667" y="138632"/>
                    <a:pt x="126115" y="143708"/>
                  </a:cubicBezTo>
                  <a:cubicBezTo>
                    <a:pt x="121104" y="148223"/>
                    <a:pt x="115178" y="151609"/>
                    <a:pt x="108746" y="153635"/>
                  </a:cubicBezTo>
                  <a:cubicBezTo>
                    <a:pt x="102091" y="155683"/>
                    <a:pt x="95154" y="156698"/>
                    <a:pt x="88181" y="156645"/>
                  </a:cubicBezTo>
                  <a:cubicBezTo>
                    <a:pt x="78609" y="156806"/>
                    <a:pt x="69186" y="154357"/>
                    <a:pt x="60904" y="149560"/>
                  </a:cubicBezTo>
                  <a:cubicBezTo>
                    <a:pt x="52622" y="144551"/>
                    <a:pt x="46041" y="137179"/>
                    <a:pt x="41983" y="128396"/>
                  </a:cubicBezTo>
                  <a:cubicBezTo>
                    <a:pt x="38076" y="119996"/>
                    <a:pt x="35833" y="110916"/>
                    <a:pt x="35384" y="101661"/>
                  </a:cubicBezTo>
                  <a:lnTo>
                    <a:pt x="169339" y="101661"/>
                  </a:lnTo>
                  <a:cubicBezTo>
                    <a:pt x="169564" y="100020"/>
                    <a:pt x="169676" y="98363"/>
                    <a:pt x="169676" y="96707"/>
                  </a:cubicBezTo>
                  <a:lnTo>
                    <a:pt x="169676" y="92089"/>
                  </a:lnTo>
                  <a:cubicBezTo>
                    <a:pt x="169676" y="73668"/>
                    <a:pt x="166086" y="57552"/>
                    <a:pt x="158888" y="43741"/>
                  </a:cubicBezTo>
                  <a:cubicBezTo>
                    <a:pt x="152177" y="30484"/>
                    <a:pt x="141950" y="19338"/>
                    <a:pt x="129312" y="11529"/>
                  </a:cubicBezTo>
                  <a:close/>
                  <a:moveTo>
                    <a:pt x="48714" y="45891"/>
                  </a:moveTo>
                  <a:cubicBezTo>
                    <a:pt x="52939" y="40447"/>
                    <a:pt x="58492" y="36179"/>
                    <a:pt x="64830" y="33496"/>
                  </a:cubicBezTo>
                  <a:cubicBezTo>
                    <a:pt x="71560" y="30703"/>
                    <a:pt x="78796" y="29316"/>
                    <a:pt x="86087" y="29420"/>
                  </a:cubicBezTo>
                  <a:cubicBezTo>
                    <a:pt x="99473" y="29071"/>
                    <a:pt x="112299" y="34795"/>
                    <a:pt x="120973" y="44994"/>
                  </a:cubicBezTo>
                  <a:cubicBezTo>
                    <a:pt x="127480" y="52472"/>
                    <a:pt x="131649" y="62749"/>
                    <a:pt x="133500" y="75823"/>
                  </a:cubicBezTo>
                  <a:lnTo>
                    <a:pt x="36412" y="75823"/>
                  </a:lnTo>
                  <a:cubicBezTo>
                    <a:pt x="36936" y="72533"/>
                    <a:pt x="37665" y="69278"/>
                    <a:pt x="38618" y="66083"/>
                  </a:cubicBezTo>
                  <a:cubicBezTo>
                    <a:pt x="40675" y="58771"/>
                    <a:pt x="44096" y="51919"/>
                    <a:pt x="48714" y="45891"/>
                  </a:cubicBezTo>
                  <a:close/>
                </a:path>
              </a:pathLst>
            </a:custGeom>
            <a:solidFill>
              <a:srgbClr val="00A443"/>
            </a:solidFill>
            <a:ln w="1868" cap="flat">
              <a:noFill/>
              <a:prstDash val="solid"/>
              <a:miter/>
            </a:ln>
          </p:spPr>
          <p:txBody>
            <a:bodyPr rtlCol="0" anchor="ctr"/>
            <a:lstStyle/>
            <a:p>
              <a:endParaRPr lang="es-ES"/>
            </a:p>
          </p:txBody>
        </p:sp>
        <p:sp>
          <p:nvSpPr>
            <p:cNvPr id="36" name="Forma libre: forma 35">
              <a:extLst>
                <a:ext uri="{FF2B5EF4-FFF2-40B4-BE49-F238E27FC236}">
                  <a16:creationId xmlns:a16="http://schemas.microsoft.com/office/drawing/2014/main" id="{FE121EC3-404E-6B33-07DE-7FCF68074A64}"/>
                </a:ext>
              </a:extLst>
            </p:cNvPr>
            <p:cNvSpPr/>
            <p:nvPr/>
          </p:nvSpPr>
          <p:spPr>
            <a:xfrm>
              <a:off x="23388935" y="1056090"/>
              <a:ext cx="93871" cy="183505"/>
            </a:xfrm>
            <a:custGeom>
              <a:avLst/>
              <a:gdLst>
                <a:gd name="connsiteX0" fmla="*/ 83608 w 93871"/>
                <a:gd name="connsiteY0" fmla="*/ 6 h 183505"/>
                <a:gd name="connsiteX1" fmla="*/ 55078 w 93871"/>
                <a:gd name="connsiteY1" fmla="*/ 8158 h 183505"/>
                <a:gd name="connsiteX2" fmla="*/ 34718 w 93871"/>
                <a:gd name="connsiteY2" fmla="*/ 32948 h 183505"/>
                <a:gd name="connsiteX3" fmla="*/ 34718 w 93871"/>
                <a:gd name="connsiteY3" fmla="*/ 3540 h 183505"/>
                <a:gd name="connsiteX4" fmla="*/ 0 w 93871"/>
                <a:gd name="connsiteY4" fmla="*/ 3540 h 183505"/>
                <a:gd name="connsiteX5" fmla="*/ 0 w 93871"/>
                <a:gd name="connsiteY5" fmla="*/ 183506 h 183505"/>
                <a:gd name="connsiteX6" fmla="*/ 34718 w 93871"/>
                <a:gd name="connsiteY6" fmla="*/ 183506 h 183505"/>
                <a:gd name="connsiteX7" fmla="*/ 34718 w 93871"/>
                <a:gd name="connsiteY7" fmla="*/ 87503 h 183505"/>
                <a:gd name="connsiteX8" fmla="*/ 46403 w 93871"/>
                <a:gd name="connsiteY8" fmla="*/ 50672 h 183505"/>
                <a:gd name="connsiteX9" fmla="*/ 76167 w 93871"/>
                <a:gd name="connsiteY9" fmla="*/ 36856 h 183505"/>
                <a:gd name="connsiteX10" fmla="*/ 93872 w 93871"/>
                <a:gd name="connsiteY10" fmla="*/ 36856 h 183505"/>
                <a:gd name="connsiteX11" fmla="*/ 93872 w 93871"/>
                <a:gd name="connsiteY11" fmla="*/ 6 h 18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871" h="183505">
                  <a:moveTo>
                    <a:pt x="83608" y="6"/>
                  </a:moveTo>
                  <a:cubicBezTo>
                    <a:pt x="73493" y="-151"/>
                    <a:pt x="63584" y="2685"/>
                    <a:pt x="55078" y="8158"/>
                  </a:cubicBezTo>
                  <a:cubicBezTo>
                    <a:pt x="46702" y="13579"/>
                    <a:pt x="39916" y="21843"/>
                    <a:pt x="34718" y="32948"/>
                  </a:cubicBezTo>
                  <a:lnTo>
                    <a:pt x="34718" y="3540"/>
                  </a:lnTo>
                  <a:lnTo>
                    <a:pt x="0" y="3540"/>
                  </a:lnTo>
                  <a:lnTo>
                    <a:pt x="0" y="183506"/>
                  </a:lnTo>
                  <a:lnTo>
                    <a:pt x="34718" y="183506"/>
                  </a:lnTo>
                  <a:lnTo>
                    <a:pt x="34718" y="87503"/>
                  </a:lnTo>
                  <a:cubicBezTo>
                    <a:pt x="34718" y="72159"/>
                    <a:pt x="38607" y="59883"/>
                    <a:pt x="46403" y="50672"/>
                  </a:cubicBezTo>
                  <a:cubicBezTo>
                    <a:pt x="53657" y="41709"/>
                    <a:pt x="64650" y="36607"/>
                    <a:pt x="76167" y="36856"/>
                  </a:cubicBezTo>
                  <a:lnTo>
                    <a:pt x="93872" y="36856"/>
                  </a:lnTo>
                  <a:lnTo>
                    <a:pt x="93872" y="6"/>
                  </a:lnTo>
                  <a:close/>
                </a:path>
              </a:pathLst>
            </a:custGeom>
            <a:solidFill>
              <a:srgbClr val="00A443"/>
            </a:solidFill>
            <a:ln w="1868" cap="flat">
              <a:noFill/>
              <a:prstDash val="solid"/>
              <a:miter/>
            </a:ln>
          </p:spPr>
          <p:txBody>
            <a:bodyPr rtlCol="0" anchor="ctr"/>
            <a:lstStyle/>
            <a:p>
              <a:endParaRPr lang="es-ES"/>
            </a:p>
          </p:txBody>
        </p:sp>
        <p:sp>
          <p:nvSpPr>
            <p:cNvPr id="37" name="Forma libre: forma 36">
              <a:extLst>
                <a:ext uri="{FF2B5EF4-FFF2-40B4-BE49-F238E27FC236}">
                  <a16:creationId xmlns:a16="http://schemas.microsoft.com/office/drawing/2014/main" id="{9E0E3ACB-8C9E-D2CE-00EE-C6C64C2DD8C6}"/>
                </a:ext>
              </a:extLst>
            </p:cNvPr>
            <p:cNvSpPr/>
            <p:nvPr/>
          </p:nvSpPr>
          <p:spPr>
            <a:xfrm>
              <a:off x="21017989" y="882056"/>
              <a:ext cx="235691" cy="377892"/>
            </a:xfrm>
            <a:custGeom>
              <a:avLst/>
              <a:gdLst>
                <a:gd name="connsiteX0" fmla="*/ 0 w 235691"/>
                <a:gd name="connsiteY0" fmla="*/ 269407 h 377892"/>
                <a:gd name="connsiteX1" fmla="*/ 31278 w 235691"/>
                <a:gd name="connsiteY1" fmla="*/ 345611 h 377892"/>
                <a:gd name="connsiteX2" fmla="*/ 156129 w 235691"/>
                <a:gd name="connsiteY2" fmla="*/ 366064 h 377892"/>
                <a:gd name="connsiteX3" fmla="*/ 193633 w 235691"/>
                <a:gd name="connsiteY3" fmla="*/ 0 h 377892"/>
                <a:gd name="connsiteX4" fmla="*/ 0 w 235691"/>
                <a:gd name="connsiteY4" fmla="*/ 269407 h 377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691" h="377892">
                  <a:moveTo>
                    <a:pt x="0" y="269407"/>
                  </a:moveTo>
                  <a:cubicBezTo>
                    <a:pt x="-43" y="297940"/>
                    <a:pt x="11201" y="325333"/>
                    <a:pt x="31278" y="345611"/>
                  </a:cubicBezTo>
                  <a:cubicBezTo>
                    <a:pt x="70016" y="384349"/>
                    <a:pt x="122607" y="384274"/>
                    <a:pt x="156129" y="366064"/>
                  </a:cubicBezTo>
                  <a:cubicBezTo>
                    <a:pt x="197166" y="343797"/>
                    <a:pt x="289486" y="277016"/>
                    <a:pt x="193633" y="0"/>
                  </a:cubicBezTo>
                  <a:cubicBezTo>
                    <a:pt x="193633" y="130759"/>
                    <a:pt x="0" y="144051"/>
                    <a:pt x="0" y="269407"/>
                  </a:cubicBezTo>
                  <a:close/>
                </a:path>
              </a:pathLst>
            </a:custGeom>
            <a:solidFill>
              <a:srgbClr val="FF9C1A"/>
            </a:solidFill>
            <a:ln w="1868" cap="flat">
              <a:noFill/>
              <a:prstDash val="solid"/>
              <a:miter/>
            </a:ln>
          </p:spPr>
          <p:txBody>
            <a:bodyPr rtlCol="0" anchor="ctr"/>
            <a:lstStyle/>
            <a:p>
              <a:endParaRPr lang="es-ES"/>
            </a:p>
          </p:txBody>
        </p:sp>
        <p:sp>
          <p:nvSpPr>
            <p:cNvPr id="38" name="Forma libre: forma 37">
              <a:extLst>
                <a:ext uri="{FF2B5EF4-FFF2-40B4-BE49-F238E27FC236}">
                  <a16:creationId xmlns:a16="http://schemas.microsoft.com/office/drawing/2014/main" id="{726FF057-B01B-78A2-3020-93F77BDA3A0A}"/>
                </a:ext>
              </a:extLst>
            </p:cNvPr>
            <p:cNvSpPr/>
            <p:nvPr/>
          </p:nvSpPr>
          <p:spPr>
            <a:xfrm>
              <a:off x="20880724" y="882056"/>
              <a:ext cx="225434" cy="377875"/>
            </a:xfrm>
            <a:custGeom>
              <a:avLst/>
              <a:gdLst>
                <a:gd name="connsiteX0" fmla="*/ 225434 w 225434"/>
                <a:gd name="connsiteY0" fmla="*/ 114474 h 377875"/>
                <a:gd name="connsiteX1" fmla="*/ 193651 w 225434"/>
                <a:gd name="connsiteY1" fmla="*/ 0 h 377875"/>
                <a:gd name="connsiteX2" fmla="*/ 0 w 225434"/>
                <a:gd name="connsiteY2" fmla="*/ 269407 h 377875"/>
                <a:gd name="connsiteX3" fmla="*/ 31241 w 225434"/>
                <a:gd name="connsiteY3" fmla="*/ 345611 h 377875"/>
                <a:gd name="connsiteX4" fmla="*/ 156091 w 225434"/>
                <a:gd name="connsiteY4" fmla="*/ 366064 h 377875"/>
                <a:gd name="connsiteX5" fmla="*/ 225434 w 225434"/>
                <a:gd name="connsiteY5" fmla="*/ 114474 h 37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434" h="377875">
                  <a:moveTo>
                    <a:pt x="225434" y="114474"/>
                  </a:moveTo>
                  <a:cubicBezTo>
                    <a:pt x="219078" y="80205"/>
                    <a:pt x="208888" y="45113"/>
                    <a:pt x="193651" y="0"/>
                  </a:cubicBezTo>
                  <a:cubicBezTo>
                    <a:pt x="193651" y="130759"/>
                    <a:pt x="0" y="144051"/>
                    <a:pt x="0" y="269407"/>
                  </a:cubicBezTo>
                  <a:cubicBezTo>
                    <a:pt x="-43" y="297935"/>
                    <a:pt x="11184" y="325324"/>
                    <a:pt x="31241" y="345611"/>
                  </a:cubicBezTo>
                  <a:cubicBezTo>
                    <a:pt x="69979" y="384349"/>
                    <a:pt x="122981" y="384236"/>
                    <a:pt x="156091" y="366064"/>
                  </a:cubicBezTo>
                  <a:cubicBezTo>
                    <a:pt x="79102" y="283971"/>
                    <a:pt x="106211" y="188940"/>
                    <a:pt x="225434" y="114474"/>
                  </a:cubicBezTo>
                  <a:close/>
                </a:path>
              </a:pathLst>
            </a:custGeom>
            <a:solidFill>
              <a:srgbClr val="0DA9FF"/>
            </a:solidFill>
            <a:ln w="1868" cap="flat">
              <a:noFill/>
              <a:prstDash val="solid"/>
              <a:miter/>
            </a:ln>
          </p:spPr>
          <p:txBody>
            <a:bodyPr rtlCol="0" anchor="ctr"/>
            <a:lstStyle/>
            <a:p>
              <a:endParaRPr lang="es-ES"/>
            </a:p>
          </p:txBody>
        </p:sp>
        <p:sp>
          <p:nvSpPr>
            <p:cNvPr id="39" name="Forma libre: forma 38">
              <a:extLst>
                <a:ext uri="{FF2B5EF4-FFF2-40B4-BE49-F238E27FC236}">
                  <a16:creationId xmlns:a16="http://schemas.microsoft.com/office/drawing/2014/main" id="{2A23D78D-EE91-1C08-2E2B-9B3FACF1AB32}"/>
                </a:ext>
              </a:extLst>
            </p:cNvPr>
            <p:cNvSpPr/>
            <p:nvPr/>
          </p:nvSpPr>
          <p:spPr>
            <a:xfrm>
              <a:off x="20743459" y="882056"/>
              <a:ext cx="225434" cy="466946"/>
            </a:xfrm>
            <a:custGeom>
              <a:avLst/>
              <a:gdLst>
                <a:gd name="connsiteX0" fmla="*/ 225434 w 225434"/>
                <a:gd name="connsiteY0" fmla="*/ 114474 h 466946"/>
                <a:gd name="connsiteX1" fmla="*/ 193651 w 225434"/>
                <a:gd name="connsiteY1" fmla="*/ 0 h 466946"/>
                <a:gd name="connsiteX2" fmla="*/ 0 w 225434"/>
                <a:gd name="connsiteY2" fmla="*/ 269407 h 466946"/>
                <a:gd name="connsiteX3" fmla="*/ 52087 w 225434"/>
                <a:gd name="connsiteY3" fmla="*/ 362007 h 466946"/>
                <a:gd name="connsiteX4" fmla="*/ 47095 w 225434"/>
                <a:gd name="connsiteY4" fmla="*/ 466947 h 466946"/>
                <a:gd name="connsiteX5" fmla="*/ 71941 w 225434"/>
                <a:gd name="connsiteY5" fmla="*/ 462815 h 466946"/>
                <a:gd name="connsiteX6" fmla="*/ 68015 w 225434"/>
                <a:gd name="connsiteY6" fmla="*/ 370046 h 466946"/>
                <a:gd name="connsiteX7" fmla="*/ 156091 w 225434"/>
                <a:gd name="connsiteY7" fmla="*/ 366102 h 466946"/>
                <a:gd name="connsiteX8" fmla="*/ 225434 w 225434"/>
                <a:gd name="connsiteY8" fmla="*/ 114474 h 466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434" h="466946">
                  <a:moveTo>
                    <a:pt x="225434" y="114474"/>
                  </a:moveTo>
                  <a:cubicBezTo>
                    <a:pt x="219077" y="80205"/>
                    <a:pt x="208870" y="45113"/>
                    <a:pt x="193651" y="0"/>
                  </a:cubicBezTo>
                  <a:cubicBezTo>
                    <a:pt x="193651" y="130759"/>
                    <a:pt x="0" y="144051"/>
                    <a:pt x="0" y="269407"/>
                  </a:cubicBezTo>
                  <a:cubicBezTo>
                    <a:pt x="0" y="333702"/>
                    <a:pt x="52087" y="362007"/>
                    <a:pt x="52087" y="362007"/>
                  </a:cubicBezTo>
                  <a:cubicBezTo>
                    <a:pt x="43993" y="396383"/>
                    <a:pt x="42301" y="431958"/>
                    <a:pt x="47095" y="466947"/>
                  </a:cubicBezTo>
                  <a:lnTo>
                    <a:pt x="71941" y="462815"/>
                  </a:lnTo>
                  <a:cubicBezTo>
                    <a:pt x="59789" y="420562"/>
                    <a:pt x="67249" y="374552"/>
                    <a:pt x="68015" y="370046"/>
                  </a:cubicBezTo>
                  <a:cubicBezTo>
                    <a:pt x="99798" y="382778"/>
                    <a:pt x="132572" y="379002"/>
                    <a:pt x="156091" y="366102"/>
                  </a:cubicBezTo>
                  <a:cubicBezTo>
                    <a:pt x="78990" y="283971"/>
                    <a:pt x="106211" y="188959"/>
                    <a:pt x="225434" y="114474"/>
                  </a:cubicBezTo>
                  <a:close/>
                </a:path>
              </a:pathLst>
            </a:custGeom>
            <a:solidFill>
              <a:srgbClr val="00A443"/>
            </a:solidFill>
            <a:ln w="1868" cap="flat">
              <a:noFill/>
              <a:prstDash val="solid"/>
              <a:miter/>
            </a:ln>
          </p:spPr>
          <p:txBody>
            <a:bodyPr rtlCol="0" anchor="ctr"/>
            <a:lstStyle/>
            <a:p>
              <a:endParaRPr lang="es-ES"/>
            </a:p>
          </p:txBody>
        </p:sp>
      </p:grpSp>
    </p:spTree>
    <p:extLst>
      <p:ext uri="{BB962C8B-B14F-4D97-AF65-F5344CB8AC3E}">
        <p14:creationId xmlns:p14="http://schemas.microsoft.com/office/powerpoint/2010/main" val="3413599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4F8BF6-7E77-F788-BFD0-A013FA7134CE}"/>
              </a:ext>
            </a:extLst>
          </p:cNvPr>
          <p:cNvSpPr>
            <a:spLocks noGrp="1"/>
          </p:cNvSpPr>
          <p:nvPr>
            <p:ph type="title"/>
          </p:nvPr>
        </p:nvSpPr>
        <p:spPr/>
        <p:txBody>
          <a:bodyPr/>
          <a:lstStyle>
            <a:lvl1pPr>
              <a:defRPr>
                <a:solidFill>
                  <a:schemeClr val="accent1"/>
                </a:solidFill>
              </a:defRPr>
            </a:lvl1pPr>
          </a:lstStyle>
          <a:p>
            <a:r>
              <a:rPr lang="es-ES"/>
              <a:t>Haga clic para modificar el estilo de título del patrón</a:t>
            </a:r>
            <a:endParaRPr lang="en-US"/>
          </a:p>
        </p:txBody>
      </p:sp>
      <p:sp>
        <p:nvSpPr>
          <p:cNvPr id="2" name="Chart Placeholder 10">
            <a:extLst>
              <a:ext uri="{FF2B5EF4-FFF2-40B4-BE49-F238E27FC236}">
                <a16:creationId xmlns:a16="http://schemas.microsoft.com/office/drawing/2014/main" id="{83DEE1B1-D578-2495-5895-0E8DF8ED1DA2}"/>
              </a:ext>
            </a:extLst>
          </p:cNvPr>
          <p:cNvSpPr>
            <a:spLocks noGrp="1"/>
          </p:cNvSpPr>
          <p:nvPr>
            <p:ph type="chart" sz="quarter" idx="19"/>
          </p:nvPr>
        </p:nvSpPr>
        <p:spPr>
          <a:xfrm>
            <a:off x="3719754" y="1636686"/>
            <a:ext cx="8065845" cy="4674114"/>
          </a:xfrm>
        </p:spPr>
        <p:txBody>
          <a:bodyPr/>
          <a:lstStyle/>
          <a:p>
            <a:r>
              <a:rPr lang="es-ES"/>
              <a:t>Haga clic en el icono para agregar un gráfico</a:t>
            </a:r>
            <a:endParaRPr lang="en-US"/>
          </a:p>
        </p:txBody>
      </p:sp>
      <p:sp>
        <p:nvSpPr>
          <p:cNvPr id="3" name="Text Placeholder 9">
            <a:extLst>
              <a:ext uri="{FF2B5EF4-FFF2-40B4-BE49-F238E27FC236}">
                <a16:creationId xmlns:a16="http://schemas.microsoft.com/office/drawing/2014/main" id="{DC5C9BCD-1A41-A785-6F85-890E05CCCB29}"/>
              </a:ext>
            </a:extLst>
          </p:cNvPr>
          <p:cNvSpPr>
            <a:spLocks noGrp="1"/>
          </p:cNvSpPr>
          <p:nvPr>
            <p:ph type="body" sz="quarter" idx="22"/>
          </p:nvPr>
        </p:nvSpPr>
        <p:spPr>
          <a:xfrm>
            <a:off x="3708642" y="1131888"/>
            <a:ext cx="8065845" cy="504798"/>
          </a:xfrm>
        </p:spPr>
        <p:txBody>
          <a:bodyPr/>
          <a:lstStyle>
            <a:lvl1pPr algn="ctr">
              <a:defRPr sz="1400" b="1">
                <a:solidFill>
                  <a:schemeClr val="tx1"/>
                </a:solidFill>
              </a:defRPr>
            </a:lvl1pPr>
          </a:lstStyle>
          <a:p>
            <a:pPr lvl="0"/>
            <a:r>
              <a:rPr lang="es-ES"/>
              <a:t>Haga clic para modificar los estilos de texto del patrón</a:t>
            </a:r>
          </a:p>
        </p:txBody>
      </p:sp>
      <p:sp>
        <p:nvSpPr>
          <p:cNvPr id="5" name="Text Placeholder 7">
            <a:extLst>
              <a:ext uri="{FF2B5EF4-FFF2-40B4-BE49-F238E27FC236}">
                <a16:creationId xmlns:a16="http://schemas.microsoft.com/office/drawing/2014/main" id="{0F315508-DEBA-4C80-9B83-14DFEC4F07AE}"/>
              </a:ext>
            </a:extLst>
          </p:cNvPr>
          <p:cNvSpPr>
            <a:spLocks noGrp="1"/>
          </p:cNvSpPr>
          <p:nvPr>
            <p:ph type="body" sz="quarter" idx="14"/>
          </p:nvPr>
        </p:nvSpPr>
        <p:spPr>
          <a:xfrm>
            <a:off x="406800" y="1137600"/>
            <a:ext cx="3006000" cy="51732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22246539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 Column 1 Image">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FF09C37E-9223-DE67-E561-58A2BB4DCC42}"/>
              </a:ext>
            </a:extLst>
          </p:cNvPr>
          <p:cNvGraphicFramePr>
            <a:graphicFrameLocks noChangeAspect="1"/>
          </p:cNvGraphicFramePr>
          <p:nvPr userDrawn="1">
            <p:custDataLst>
              <p:tags r:id="rId1"/>
            </p:custDataLst>
            <p:extLst>
              <p:ext uri="{D42A27DB-BD31-4B8C-83A1-F6EECF244321}">
                <p14:modId xmlns:p14="http://schemas.microsoft.com/office/powerpoint/2010/main" val="50256767"/>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think-cell Slide" r:id="rId4" imgW="426" imgH="426" progId="TCLayout.ActiveDocument.1">
                  <p:embed/>
                </p:oleObj>
              </mc:Choice>
              <mc:Fallback>
                <p:oleObj name="think-cell Slide" r:id="rId4" imgW="426" imgH="426" progId="TCLayout.ActiveDocument.1">
                  <p:embed/>
                  <p:pic>
                    <p:nvPicPr>
                      <p:cNvPr id="10" name="think-cell data - do not delete" hidden="1">
                        <a:extLst>
                          <a:ext uri="{FF2B5EF4-FFF2-40B4-BE49-F238E27FC236}">
                            <a16:creationId xmlns:a16="http://schemas.microsoft.com/office/drawing/2014/main" id="{FF09C37E-9223-DE67-E561-58A2BB4DCC42}"/>
                          </a:ext>
                        </a:extLst>
                      </p:cNvPr>
                      <p:cNvPicPr/>
                      <p:nvPr/>
                    </p:nvPicPr>
                    <p:blipFill>
                      <a:blip r:embed="rId5"/>
                      <a:stretch>
                        <a:fillRect/>
                      </a:stretch>
                    </p:blipFill>
                    <p:spPr>
                      <a:xfrm>
                        <a:off x="794" y="794"/>
                        <a:ext cx="794" cy="794"/>
                      </a:xfrm>
                      <a:prstGeom prst="rect">
                        <a:avLst/>
                      </a:prstGeom>
                    </p:spPr>
                  </p:pic>
                </p:oleObj>
              </mc:Fallback>
            </mc:AlternateContent>
          </a:graphicData>
        </a:graphic>
      </p:graphicFrame>
      <p:sp>
        <p:nvSpPr>
          <p:cNvPr id="4" name="Text Placeholder 3">
            <a:extLst>
              <a:ext uri="{FF2B5EF4-FFF2-40B4-BE49-F238E27FC236}">
                <a16:creationId xmlns:a16="http://schemas.microsoft.com/office/drawing/2014/main" id="{5213CB03-640E-6669-471F-12AD2AE6ED3D}"/>
              </a:ext>
            </a:extLst>
          </p:cNvPr>
          <p:cNvSpPr>
            <a:spLocks noGrp="1"/>
          </p:cNvSpPr>
          <p:nvPr>
            <p:ph type="body" sz="quarter" idx="20" hasCustomPrompt="1"/>
          </p:nvPr>
        </p:nvSpPr>
        <p:spPr>
          <a:xfrm>
            <a:off x="407220" y="2776538"/>
            <a:ext cx="3006127" cy="3532982"/>
          </a:xfrm>
          <a:prstGeom prst="rect">
            <a:avLst/>
          </a:prstGeom>
        </p:spPr>
        <p:txBody>
          <a:bodyPr/>
          <a:lstStyle>
            <a:lvl1pPr rtl="0">
              <a:defRPr>
                <a:solidFill>
                  <a:srgbClr val="000000"/>
                </a:solidFill>
                <a:latin typeface="+mn-lt"/>
              </a:defRPr>
            </a:lvl1pPr>
            <a:lvl2pPr rtl="0">
              <a:defRPr>
                <a:solidFill>
                  <a:srgbClr val="000000"/>
                </a:solidFill>
                <a:latin typeface="+mn-lt"/>
              </a:defRPr>
            </a:lvl2pPr>
            <a:lvl3pPr rtl="0">
              <a:defRPr>
                <a:solidFill>
                  <a:srgbClr val="000000"/>
                </a:solidFill>
                <a:latin typeface="+mn-lt"/>
              </a:defRPr>
            </a:lvl3pPr>
            <a:lvl4pPr rtl="0">
              <a:defRPr>
                <a:solidFill>
                  <a:srgbClr val="000000"/>
                </a:solidFill>
                <a:latin typeface="+mn-lt"/>
              </a:defRPr>
            </a:lvl4pPr>
            <a:lvl5pPr rtl="0">
              <a:defRPr>
                <a:solidFill>
                  <a:srgbClr val="000000"/>
                </a:solidFill>
                <a:latin typeface="+mn-lt"/>
              </a:defRPr>
            </a:lvl5pPr>
          </a:lstStyle>
          <a:p>
            <a:pPr lvl="0"/>
            <a:r>
              <a:rPr lang="en-GB" noProof="0"/>
              <a:t>Click to modify the pattern title style</a:t>
            </a:r>
          </a:p>
          <a:p>
            <a:pPr lvl="1"/>
            <a:r>
              <a:rPr lang="en-GB" noProof="0"/>
              <a:t>Second Level</a:t>
            </a:r>
          </a:p>
          <a:p>
            <a:pPr lvl="2"/>
            <a:r>
              <a:rPr lang="en-GB"/>
              <a:t>Third</a:t>
            </a:r>
            <a:r>
              <a:rPr lang="en-GB" noProof="0"/>
              <a:t> Level</a:t>
            </a:r>
          </a:p>
          <a:p>
            <a:pPr lvl="3"/>
            <a:r>
              <a:rPr lang="en-GB"/>
              <a:t>Fourth</a:t>
            </a:r>
            <a:r>
              <a:rPr lang="en-GB" noProof="0"/>
              <a:t> Level</a:t>
            </a:r>
          </a:p>
          <a:p>
            <a:pPr lvl="4"/>
            <a:r>
              <a:rPr lang="en-GB"/>
              <a:t>Fifth</a:t>
            </a:r>
            <a:r>
              <a:rPr lang="en-GB" noProof="0"/>
              <a:t> Level</a:t>
            </a:r>
          </a:p>
        </p:txBody>
      </p:sp>
      <p:sp>
        <p:nvSpPr>
          <p:cNvPr id="7" name="Picture Placeholder 6">
            <a:extLst>
              <a:ext uri="{FF2B5EF4-FFF2-40B4-BE49-F238E27FC236}">
                <a16:creationId xmlns:a16="http://schemas.microsoft.com/office/drawing/2014/main" id="{39CEEF4A-7598-08FC-4508-B7EB08BD0A5A}"/>
              </a:ext>
            </a:extLst>
          </p:cNvPr>
          <p:cNvSpPr>
            <a:spLocks noGrp="1"/>
          </p:cNvSpPr>
          <p:nvPr>
            <p:ph type="pic" sz="quarter" idx="13" hasCustomPrompt="1"/>
          </p:nvPr>
        </p:nvSpPr>
        <p:spPr>
          <a:xfrm>
            <a:off x="3719755" y="1539551"/>
            <a:ext cx="8065025" cy="4769769"/>
          </a:xfrm>
          <a:prstGeom prst="roundRect">
            <a:avLst>
              <a:gd name="adj" fmla="val 1974"/>
            </a:avLst>
          </a:prstGeom>
        </p:spPr>
        <p:txBody>
          <a:bodyPr/>
          <a:lstStyle>
            <a:lvl1pPr rtl="0">
              <a:defRPr/>
            </a:lvl1pPr>
          </a:lstStyle>
          <a:p>
            <a:r>
              <a:rPr lang="en-GB"/>
              <a:t>Click on the icon to add an image</a:t>
            </a:r>
          </a:p>
        </p:txBody>
      </p:sp>
      <p:sp>
        <p:nvSpPr>
          <p:cNvPr id="9" name="Text Placeholder 32">
            <a:extLst>
              <a:ext uri="{FF2B5EF4-FFF2-40B4-BE49-F238E27FC236}">
                <a16:creationId xmlns:a16="http://schemas.microsoft.com/office/drawing/2014/main" id="{C9179BF4-1D27-9C70-FF1F-C39F60EB1322}"/>
              </a:ext>
            </a:extLst>
          </p:cNvPr>
          <p:cNvSpPr>
            <a:spLocks noGrp="1"/>
          </p:cNvSpPr>
          <p:nvPr>
            <p:ph type="body" sz="quarter" idx="19" hasCustomPrompt="1"/>
          </p:nvPr>
        </p:nvSpPr>
        <p:spPr>
          <a:xfrm>
            <a:off x="407220" y="1539551"/>
            <a:ext cx="3006127" cy="333699"/>
          </a:xfrm>
          <a:prstGeom prst="rect">
            <a:avLst/>
          </a:prstGeom>
        </p:spPr>
        <p:txBody>
          <a:bodyPr>
            <a:normAutofit/>
          </a:bodyPr>
          <a:lstStyle>
            <a:lvl1pPr rtl="0">
              <a:defRPr sz="1200" b="0" i="0">
                <a:solidFill>
                  <a:schemeClr val="tx2"/>
                </a:solidFill>
                <a:latin typeface="IberPangea Text" panose="020B0504000000000000" pitchFamily="34" charset="0"/>
                <a:ea typeface="IberPangea Text" panose="020B0504000000000000" pitchFamily="34" charset="0"/>
                <a:cs typeface="IberPangea Text" panose="020B0504000000000000" pitchFamily="34" charset="0"/>
              </a:defRPr>
            </a:lvl1pPr>
          </a:lstStyle>
          <a:p>
            <a:pPr lvl="0"/>
            <a:r>
              <a:rPr lang="en-GB"/>
              <a:t>Click here to add your Section Subtitle</a:t>
            </a:r>
          </a:p>
        </p:txBody>
      </p:sp>
      <p:sp>
        <p:nvSpPr>
          <p:cNvPr id="2" name="Title 1">
            <a:extLst>
              <a:ext uri="{FF2B5EF4-FFF2-40B4-BE49-F238E27FC236}">
                <a16:creationId xmlns:a16="http://schemas.microsoft.com/office/drawing/2014/main" id="{7C4FA439-4FD6-9C9B-4AB0-7E5C4522B6B8}"/>
              </a:ext>
            </a:extLst>
          </p:cNvPr>
          <p:cNvSpPr>
            <a:spLocks noGrp="1"/>
          </p:cNvSpPr>
          <p:nvPr>
            <p:ph type="title" hasCustomPrompt="1"/>
          </p:nvPr>
        </p:nvSpPr>
        <p:spPr>
          <a:xfrm>
            <a:off x="406826" y="1873800"/>
            <a:ext cx="3006196" cy="903600"/>
          </a:xfrm>
          <a:prstGeom prst="rect">
            <a:avLst/>
          </a:prstGeom>
        </p:spPr>
        <p:txBody>
          <a:bodyPr vert="horz"/>
          <a:lstStyle>
            <a:lvl1pPr rtl="0">
              <a:defRPr>
                <a:solidFill>
                  <a:schemeClr val="tx2"/>
                </a:solidFill>
              </a:defRPr>
            </a:lvl1pPr>
          </a:lstStyle>
          <a:p>
            <a:r>
              <a:rPr lang="en-GB"/>
              <a:t>Click to modify the pattern title style</a:t>
            </a:r>
          </a:p>
        </p:txBody>
      </p:sp>
      <p:sp>
        <p:nvSpPr>
          <p:cNvPr id="6" name="Text Placeholder 32">
            <a:extLst>
              <a:ext uri="{FF2B5EF4-FFF2-40B4-BE49-F238E27FC236}">
                <a16:creationId xmlns:a16="http://schemas.microsoft.com/office/drawing/2014/main" id="{08B70BBD-CD0C-498C-59FA-80A5BB22F99F}"/>
              </a:ext>
            </a:extLst>
          </p:cNvPr>
          <p:cNvSpPr>
            <a:spLocks noGrp="1"/>
          </p:cNvSpPr>
          <p:nvPr>
            <p:ph type="body" sz="quarter" idx="21" hasCustomPrompt="1"/>
          </p:nvPr>
        </p:nvSpPr>
        <p:spPr>
          <a:xfrm>
            <a:off x="407220" y="404813"/>
            <a:ext cx="9884015" cy="324762"/>
          </a:xfrm>
          <a:prstGeom prst="rect">
            <a:avLst/>
          </a:prstGeom>
        </p:spPr>
        <p:txBody>
          <a:bodyPr>
            <a:noAutofit/>
          </a:bodyPr>
          <a:lstStyle>
            <a:lvl1pPr rtl="0">
              <a:defRPr sz="1800" b="1" i="0">
                <a:solidFill>
                  <a:schemeClr val="tx2"/>
                </a:solidFill>
                <a:latin typeface="IberPangea Text" panose="020B0504000000000000" pitchFamily="34" charset="0"/>
                <a:ea typeface="IberPangea Text" panose="020B0504000000000000" pitchFamily="34" charset="0"/>
                <a:cs typeface="IberPangea Text" panose="020B0504000000000000" pitchFamily="34" charset="0"/>
              </a:defRPr>
            </a:lvl1pPr>
          </a:lstStyle>
          <a:p>
            <a:pPr lvl="0"/>
            <a:r>
              <a:rPr lang="en-GB"/>
              <a:t>Haga clic para modificar el estilo de título del patrón</a:t>
            </a:r>
          </a:p>
        </p:txBody>
      </p:sp>
      <p:sp>
        <p:nvSpPr>
          <p:cNvPr id="8" name="Text Placeholder 32">
            <a:extLst>
              <a:ext uri="{FF2B5EF4-FFF2-40B4-BE49-F238E27FC236}">
                <a16:creationId xmlns:a16="http://schemas.microsoft.com/office/drawing/2014/main" id="{C1A67E53-AB4F-EDEC-BBFB-93142F9CA695}"/>
              </a:ext>
            </a:extLst>
          </p:cNvPr>
          <p:cNvSpPr>
            <a:spLocks noGrp="1"/>
          </p:cNvSpPr>
          <p:nvPr>
            <p:ph type="body" sz="quarter" idx="22" hasCustomPrompt="1"/>
          </p:nvPr>
        </p:nvSpPr>
        <p:spPr>
          <a:xfrm>
            <a:off x="407220" y="757866"/>
            <a:ext cx="11377559" cy="231451"/>
          </a:xfrm>
          <a:prstGeom prst="rect">
            <a:avLst/>
          </a:prstGeom>
        </p:spPr>
        <p:txBody>
          <a:bodyPr>
            <a:noAutofit/>
          </a:bodyPr>
          <a:lstStyle>
            <a:lvl1pPr rtl="0">
              <a:defRPr sz="1400" b="0" i="0">
                <a:solidFill>
                  <a:schemeClr val="tx1"/>
                </a:solidFill>
                <a:latin typeface="IberPangea Text" panose="020B0504000000000000" pitchFamily="34" charset="0"/>
                <a:ea typeface="IberPangea Text" panose="020B0504000000000000" pitchFamily="34" charset="0"/>
                <a:cs typeface="IberPangea Text" panose="020B0504000000000000" pitchFamily="34" charset="0"/>
              </a:defRPr>
            </a:lvl1pPr>
          </a:lstStyle>
          <a:p>
            <a:pPr lvl="0"/>
            <a:r>
              <a:rPr lang="en-GB"/>
              <a:t>Caption</a:t>
            </a:r>
          </a:p>
        </p:txBody>
      </p:sp>
      <p:sp>
        <p:nvSpPr>
          <p:cNvPr id="23" name="Marcador de número de diapositiva 2">
            <a:extLst>
              <a:ext uri="{FF2B5EF4-FFF2-40B4-BE49-F238E27FC236}">
                <a16:creationId xmlns:a16="http://schemas.microsoft.com/office/drawing/2014/main" id="{BBB0FEA3-A194-17EC-DF0F-9052FE9B319A}"/>
              </a:ext>
            </a:extLst>
          </p:cNvPr>
          <p:cNvSpPr>
            <a:spLocks noGrp="1"/>
          </p:cNvSpPr>
          <p:nvPr>
            <p:ph type="sldNum" sz="quarter" idx="4"/>
          </p:nvPr>
        </p:nvSpPr>
        <p:spPr>
          <a:xfrm>
            <a:off x="11164831" y="6453336"/>
            <a:ext cx="619949" cy="240553"/>
          </a:xfrm>
          <a:prstGeom prst="rect">
            <a:avLst/>
          </a:prstGeom>
        </p:spPr>
        <p:txBody>
          <a:bodyPr/>
          <a:lstStyle>
            <a:lvl1pPr algn="r" rtl="0">
              <a:defRPr>
                <a:latin typeface="+mn-lt"/>
              </a:defRPr>
            </a:lvl1pPr>
          </a:lstStyle>
          <a:p>
            <a:fld id="{92A49E42-579D-0A4D-A382-D64C66A04E33}" type="slidenum">
              <a:rPr lang="en-GB" smtClean="0"/>
              <a:pPr/>
              <a:t>‹#›</a:t>
            </a:fld>
            <a:endParaRPr lang="en-GB"/>
          </a:p>
        </p:txBody>
      </p:sp>
      <p:grpSp>
        <p:nvGrpSpPr>
          <p:cNvPr id="24" name="Grupo 23">
            <a:extLst>
              <a:ext uri="{FF2B5EF4-FFF2-40B4-BE49-F238E27FC236}">
                <a16:creationId xmlns:a16="http://schemas.microsoft.com/office/drawing/2014/main" id="{F0EE4BDB-6D14-1C85-9A02-9219085B18F7}"/>
              </a:ext>
            </a:extLst>
          </p:cNvPr>
          <p:cNvGrpSpPr/>
          <p:nvPr userDrawn="1"/>
        </p:nvGrpSpPr>
        <p:grpSpPr>
          <a:xfrm>
            <a:off x="10372405" y="441028"/>
            <a:ext cx="1369763" cy="233473"/>
            <a:chOff x="20743459" y="882056"/>
            <a:chExt cx="2739347" cy="466946"/>
          </a:xfrm>
        </p:grpSpPr>
        <p:sp>
          <p:nvSpPr>
            <p:cNvPr id="25" name="Forma libre: forma 24">
              <a:extLst>
                <a:ext uri="{FF2B5EF4-FFF2-40B4-BE49-F238E27FC236}">
                  <a16:creationId xmlns:a16="http://schemas.microsoft.com/office/drawing/2014/main" id="{FEA9167E-7AE1-FA3C-C15D-6F115C1F84C4}"/>
                </a:ext>
              </a:extLst>
            </p:cNvPr>
            <p:cNvSpPr/>
            <p:nvPr/>
          </p:nvSpPr>
          <p:spPr>
            <a:xfrm>
              <a:off x="21336453" y="987712"/>
              <a:ext cx="195200" cy="255709"/>
            </a:xfrm>
            <a:custGeom>
              <a:avLst/>
              <a:gdLst>
                <a:gd name="connsiteX0" fmla="*/ 162242 w 195200"/>
                <a:gd name="connsiteY0" fmla="*/ 129837 h 255709"/>
                <a:gd name="connsiteX1" fmla="*/ 120607 w 195200"/>
                <a:gd name="connsiteY1" fmla="*/ 113011 h 255709"/>
                <a:gd name="connsiteX2" fmla="*/ 90151 w 195200"/>
                <a:gd name="connsiteY2" fmla="*/ 104859 h 255709"/>
                <a:gd name="connsiteX3" fmla="*/ 57546 w 195200"/>
                <a:gd name="connsiteY3" fmla="*/ 90875 h 255709"/>
                <a:gd name="connsiteX4" fmla="*/ 46216 w 195200"/>
                <a:gd name="connsiteY4" fmla="*/ 66963 h 255709"/>
                <a:gd name="connsiteX5" fmla="*/ 60219 w 195200"/>
                <a:gd name="connsiteY5" fmla="*/ 42527 h 255709"/>
                <a:gd name="connsiteX6" fmla="*/ 97611 w 195200"/>
                <a:gd name="connsiteY6" fmla="*/ 33310 h 255709"/>
                <a:gd name="connsiteX7" fmla="*/ 136031 w 195200"/>
                <a:gd name="connsiteY7" fmla="*/ 43406 h 255709"/>
                <a:gd name="connsiteX8" fmla="*/ 158466 w 195200"/>
                <a:gd name="connsiteY8" fmla="*/ 74759 h 255709"/>
                <a:gd name="connsiteX9" fmla="*/ 190697 w 195200"/>
                <a:gd name="connsiteY9" fmla="*/ 62719 h 255709"/>
                <a:gd name="connsiteX10" fmla="*/ 171571 w 195200"/>
                <a:gd name="connsiteY10" fmla="*/ 28169 h 255709"/>
                <a:gd name="connsiteX11" fmla="*/ 139789 w 195200"/>
                <a:gd name="connsiteY11" fmla="*/ 7286 h 255709"/>
                <a:gd name="connsiteX12" fmla="*/ 97106 w 195200"/>
                <a:gd name="connsiteY12" fmla="*/ 13 h 255709"/>
                <a:gd name="connsiteX13" fmla="*/ 50516 w 195200"/>
                <a:gd name="connsiteY13" fmla="*/ 8875 h 255709"/>
                <a:gd name="connsiteX14" fmla="*/ 19350 w 195200"/>
                <a:gd name="connsiteY14" fmla="*/ 33497 h 255709"/>
                <a:gd name="connsiteX15" fmla="*/ 8133 w 195200"/>
                <a:gd name="connsiteY15" fmla="*/ 69805 h 255709"/>
                <a:gd name="connsiteX16" fmla="*/ 37522 w 195200"/>
                <a:gd name="connsiteY16" fmla="*/ 123293 h 255709"/>
                <a:gd name="connsiteX17" fmla="*/ 73942 w 195200"/>
                <a:gd name="connsiteY17" fmla="*/ 138811 h 255709"/>
                <a:gd name="connsiteX18" fmla="*/ 104416 w 195200"/>
                <a:gd name="connsiteY18" fmla="*/ 146944 h 255709"/>
                <a:gd name="connsiteX19" fmla="*/ 135227 w 195200"/>
                <a:gd name="connsiteY19" fmla="*/ 157582 h 255709"/>
                <a:gd name="connsiteX20" fmla="*/ 152408 w 195200"/>
                <a:gd name="connsiteY20" fmla="*/ 170500 h 255709"/>
                <a:gd name="connsiteX21" fmla="*/ 157905 w 195200"/>
                <a:gd name="connsiteY21" fmla="*/ 187327 h 255709"/>
                <a:gd name="connsiteX22" fmla="*/ 142312 w 195200"/>
                <a:gd name="connsiteY22" fmla="*/ 212846 h 255709"/>
                <a:gd name="connsiteX23" fmla="*/ 100509 w 195200"/>
                <a:gd name="connsiteY23" fmla="*/ 222400 h 255709"/>
                <a:gd name="connsiteX24" fmla="*/ 56405 w 195200"/>
                <a:gd name="connsiteY24" fmla="*/ 209126 h 255709"/>
                <a:gd name="connsiteX25" fmla="*/ 31783 w 195200"/>
                <a:gd name="connsiteY25" fmla="*/ 174931 h 255709"/>
                <a:gd name="connsiteX26" fmla="*/ 0 w 195200"/>
                <a:gd name="connsiteY26" fmla="*/ 188392 h 255709"/>
                <a:gd name="connsiteX27" fmla="*/ 20715 w 195200"/>
                <a:gd name="connsiteY27" fmla="*/ 224176 h 255709"/>
                <a:gd name="connsiteX28" fmla="*/ 55078 w 195200"/>
                <a:gd name="connsiteY28" fmla="*/ 247546 h 255709"/>
                <a:gd name="connsiteX29" fmla="*/ 100602 w 195200"/>
                <a:gd name="connsiteY29" fmla="*/ 255697 h 255709"/>
                <a:gd name="connsiteX30" fmla="*/ 150913 w 195200"/>
                <a:gd name="connsiteY30" fmla="*/ 246667 h 255709"/>
                <a:gd name="connsiteX31" fmla="*/ 183686 w 195200"/>
                <a:gd name="connsiteY31" fmla="*/ 221689 h 255709"/>
                <a:gd name="connsiteX32" fmla="*/ 195184 w 195200"/>
                <a:gd name="connsiteY32" fmla="*/ 184148 h 255709"/>
                <a:gd name="connsiteX33" fmla="*/ 187033 w 195200"/>
                <a:gd name="connsiteY33" fmla="*/ 153319 h 255709"/>
                <a:gd name="connsiteX34" fmla="*/ 162242 w 195200"/>
                <a:gd name="connsiteY34" fmla="*/ 129837 h 255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5200" h="255709">
                  <a:moveTo>
                    <a:pt x="162242" y="129837"/>
                  </a:moveTo>
                  <a:cubicBezTo>
                    <a:pt x="151249" y="123106"/>
                    <a:pt x="137371" y="117498"/>
                    <a:pt x="120607" y="113011"/>
                  </a:cubicBezTo>
                  <a:lnTo>
                    <a:pt x="90151" y="104859"/>
                  </a:lnTo>
                  <a:cubicBezTo>
                    <a:pt x="75980" y="100858"/>
                    <a:pt x="65112" y="96198"/>
                    <a:pt x="57546" y="90875"/>
                  </a:cubicBezTo>
                  <a:cubicBezTo>
                    <a:pt x="49980" y="85552"/>
                    <a:pt x="46203" y="77582"/>
                    <a:pt x="46216" y="66963"/>
                  </a:cubicBezTo>
                  <a:cubicBezTo>
                    <a:pt x="46216" y="56805"/>
                    <a:pt x="50884" y="48660"/>
                    <a:pt x="60219" y="42527"/>
                  </a:cubicBezTo>
                  <a:cubicBezTo>
                    <a:pt x="69554" y="36395"/>
                    <a:pt x="82019" y="33323"/>
                    <a:pt x="97611" y="33310"/>
                  </a:cubicBezTo>
                  <a:cubicBezTo>
                    <a:pt x="112480" y="33310"/>
                    <a:pt x="125286" y="36676"/>
                    <a:pt x="136031" y="43406"/>
                  </a:cubicBezTo>
                  <a:cubicBezTo>
                    <a:pt x="146775" y="50137"/>
                    <a:pt x="154253" y="60588"/>
                    <a:pt x="158466" y="74759"/>
                  </a:cubicBezTo>
                  <a:lnTo>
                    <a:pt x="190697" y="62719"/>
                  </a:lnTo>
                  <a:cubicBezTo>
                    <a:pt x="187053" y="49890"/>
                    <a:pt x="180510" y="38069"/>
                    <a:pt x="171571" y="28169"/>
                  </a:cubicBezTo>
                  <a:cubicBezTo>
                    <a:pt x="162723" y="18859"/>
                    <a:pt x="151847" y="11713"/>
                    <a:pt x="139789" y="7286"/>
                  </a:cubicBezTo>
                  <a:cubicBezTo>
                    <a:pt x="126128" y="2262"/>
                    <a:pt x="111659" y="-204"/>
                    <a:pt x="97106" y="13"/>
                  </a:cubicBezTo>
                  <a:cubicBezTo>
                    <a:pt x="79382" y="13"/>
                    <a:pt x="63852" y="2967"/>
                    <a:pt x="50516" y="8875"/>
                  </a:cubicBezTo>
                  <a:cubicBezTo>
                    <a:pt x="38067" y="14071"/>
                    <a:pt x="27287" y="22588"/>
                    <a:pt x="19350" y="33497"/>
                  </a:cubicBezTo>
                  <a:cubicBezTo>
                    <a:pt x="11855" y="44104"/>
                    <a:pt x="7927" y="56819"/>
                    <a:pt x="8133" y="69805"/>
                  </a:cubicBezTo>
                  <a:cubicBezTo>
                    <a:pt x="7491" y="91647"/>
                    <a:pt x="18741" y="112123"/>
                    <a:pt x="37522" y="123293"/>
                  </a:cubicBezTo>
                  <a:cubicBezTo>
                    <a:pt x="48832" y="130233"/>
                    <a:pt x="61103" y="135461"/>
                    <a:pt x="73942" y="138811"/>
                  </a:cubicBezTo>
                  <a:lnTo>
                    <a:pt x="104416" y="146944"/>
                  </a:lnTo>
                  <a:cubicBezTo>
                    <a:pt x="115002" y="149497"/>
                    <a:pt x="125320" y="153061"/>
                    <a:pt x="135227" y="157582"/>
                  </a:cubicBezTo>
                  <a:cubicBezTo>
                    <a:pt x="141882" y="160491"/>
                    <a:pt x="147766" y="164914"/>
                    <a:pt x="152408" y="170500"/>
                  </a:cubicBezTo>
                  <a:cubicBezTo>
                    <a:pt x="156071" y="175337"/>
                    <a:pt x="158008" y="181262"/>
                    <a:pt x="157905" y="187327"/>
                  </a:cubicBezTo>
                  <a:cubicBezTo>
                    <a:pt x="157905" y="197959"/>
                    <a:pt x="152707" y="206465"/>
                    <a:pt x="142312" y="212846"/>
                  </a:cubicBezTo>
                  <a:cubicBezTo>
                    <a:pt x="131918" y="219227"/>
                    <a:pt x="117984" y="222413"/>
                    <a:pt x="100509" y="222400"/>
                  </a:cubicBezTo>
                  <a:cubicBezTo>
                    <a:pt x="82798" y="222400"/>
                    <a:pt x="68096" y="217975"/>
                    <a:pt x="56405" y="209126"/>
                  </a:cubicBezTo>
                  <a:cubicBezTo>
                    <a:pt x="44896" y="200513"/>
                    <a:pt x="36302" y="188579"/>
                    <a:pt x="31783" y="174931"/>
                  </a:cubicBezTo>
                  <a:lnTo>
                    <a:pt x="0" y="188392"/>
                  </a:lnTo>
                  <a:cubicBezTo>
                    <a:pt x="4240" y="201676"/>
                    <a:pt x="11307" y="213884"/>
                    <a:pt x="20715" y="224176"/>
                  </a:cubicBezTo>
                  <a:cubicBezTo>
                    <a:pt x="30250" y="234470"/>
                    <a:pt x="42000" y="242461"/>
                    <a:pt x="55078" y="247546"/>
                  </a:cubicBezTo>
                  <a:cubicBezTo>
                    <a:pt x="69591" y="253153"/>
                    <a:pt x="85045" y="255920"/>
                    <a:pt x="100602" y="255697"/>
                  </a:cubicBezTo>
                  <a:cubicBezTo>
                    <a:pt x="119971" y="255697"/>
                    <a:pt x="136741" y="252687"/>
                    <a:pt x="150913" y="246667"/>
                  </a:cubicBezTo>
                  <a:cubicBezTo>
                    <a:pt x="165084" y="240647"/>
                    <a:pt x="176008" y="232322"/>
                    <a:pt x="183686" y="221689"/>
                  </a:cubicBezTo>
                  <a:cubicBezTo>
                    <a:pt x="191454" y="210737"/>
                    <a:pt x="195487" y="197572"/>
                    <a:pt x="195184" y="184148"/>
                  </a:cubicBezTo>
                  <a:cubicBezTo>
                    <a:pt x="195386" y="173314"/>
                    <a:pt x="192563" y="162639"/>
                    <a:pt x="187033" y="153319"/>
                  </a:cubicBezTo>
                  <a:cubicBezTo>
                    <a:pt x="180783" y="143608"/>
                    <a:pt x="172278" y="135552"/>
                    <a:pt x="162242" y="129837"/>
                  </a:cubicBezTo>
                  <a:close/>
                </a:path>
              </a:pathLst>
            </a:custGeom>
            <a:solidFill>
              <a:srgbClr val="00A443"/>
            </a:solidFill>
            <a:ln w="1868" cap="flat">
              <a:noFill/>
              <a:prstDash val="solid"/>
              <a:miter/>
            </a:ln>
          </p:spPr>
          <p:txBody>
            <a:bodyPr rtlCol="0" anchor="ctr"/>
            <a:lstStyle/>
            <a:p>
              <a:pPr rtl="0"/>
              <a:endParaRPr lang="en-GB" sz="900"/>
            </a:p>
          </p:txBody>
        </p:sp>
        <p:sp>
          <p:nvSpPr>
            <p:cNvPr id="26" name="Forma libre: forma 25">
              <a:extLst>
                <a:ext uri="{FF2B5EF4-FFF2-40B4-BE49-F238E27FC236}">
                  <a16:creationId xmlns:a16="http://schemas.microsoft.com/office/drawing/2014/main" id="{35BFA390-9347-A616-82E8-2E4D97FA3D5A}"/>
                </a:ext>
              </a:extLst>
            </p:cNvPr>
            <p:cNvSpPr/>
            <p:nvPr/>
          </p:nvSpPr>
          <p:spPr>
            <a:xfrm>
              <a:off x="21544865" y="1056091"/>
              <a:ext cx="170813" cy="186993"/>
            </a:xfrm>
            <a:custGeom>
              <a:avLst/>
              <a:gdLst>
                <a:gd name="connsiteX0" fmla="*/ 51367 w 170813"/>
                <a:gd name="connsiteY0" fmla="*/ 47119 h 186993"/>
                <a:gd name="connsiteX1" fmla="*/ 68548 w 170813"/>
                <a:gd name="connsiteY1" fmla="*/ 35247 h 186993"/>
                <a:gd name="connsiteX2" fmla="*/ 88926 w 170813"/>
                <a:gd name="connsiteY2" fmla="*/ 31171 h 186993"/>
                <a:gd name="connsiteX3" fmla="*/ 119793 w 170813"/>
                <a:gd name="connsiteY3" fmla="*/ 39509 h 186993"/>
                <a:gd name="connsiteX4" fmla="*/ 141050 w 170813"/>
                <a:gd name="connsiteY4" fmla="*/ 68021 h 186993"/>
                <a:gd name="connsiteX5" fmla="*/ 170814 w 170813"/>
                <a:gd name="connsiteY5" fmla="*/ 53849 h 186993"/>
                <a:gd name="connsiteX6" fmla="*/ 150791 w 170813"/>
                <a:gd name="connsiteY6" fmla="*/ 22496 h 186993"/>
                <a:gd name="connsiteX7" fmla="*/ 122093 w 170813"/>
                <a:gd name="connsiteY7" fmla="*/ 5315 h 186993"/>
                <a:gd name="connsiteX8" fmla="*/ 88983 w 170813"/>
                <a:gd name="connsiteY8" fmla="*/ 5 h 186993"/>
                <a:gd name="connsiteX9" fmla="*/ 53722 w 170813"/>
                <a:gd name="connsiteY9" fmla="*/ 6736 h 186993"/>
                <a:gd name="connsiteX10" fmla="*/ 25398 w 170813"/>
                <a:gd name="connsiteY10" fmla="*/ 25861 h 186993"/>
                <a:gd name="connsiteX11" fmla="*/ 6553 w 170813"/>
                <a:gd name="connsiteY11" fmla="*/ 55476 h 186993"/>
                <a:gd name="connsiteX12" fmla="*/ 9 w 170813"/>
                <a:gd name="connsiteY12" fmla="*/ 93559 h 186993"/>
                <a:gd name="connsiteX13" fmla="*/ 11526 w 170813"/>
                <a:gd name="connsiteY13" fmla="*/ 142280 h 186993"/>
                <a:gd name="connsiteX14" fmla="*/ 43140 w 170813"/>
                <a:gd name="connsiteY14" fmla="*/ 175129 h 186993"/>
                <a:gd name="connsiteX15" fmla="*/ 88852 w 170813"/>
                <a:gd name="connsiteY15" fmla="*/ 186982 h 186993"/>
                <a:gd name="connsiteX16" fmla="*/ 121962 w 170813"/>
                <a:gd name="connsiteY16" fmla="*/ 181672 h 186993"/>
                <a:gd name="connsiteX17" fmla="*/ 150660 w 170813"/>
                <a:gd name="connsiteY17" fmla="*/ 164323 h 186993"/>
                <a:gd name="connsiteX18" fmla="*/ 170683 w 170813"/>
                <a:gd name="connsiteY18" fmla="*/ 133138 h 186993"/>
                <a:gd name="connsiteX19" fmla="*/ 140994 w 170813"/>
                <a:gd name="connsiteY19" fmla="*/ 119041 h 186993"/>
                <a:gd name="connsiteX20" fmla="*/ 119737 w 170813"/>
                <a:gd name="connsiteY20" fmla="*/ 147384 h 186993"/>
                <a:gd name="connsiteX21" fmla="*/ 88926 w 170813"/>
                <a:gd name="connsiteY21" fmla="*/ 155891 h 186993"/>
                <a:gd name="connsiteX22" fmla="*/ 62173 w 170813"/>
                <a:gd name="connsiteY22" fmla="*/ 148805 h 186993"/>
                <a:gd name="connsiteX23" fmla="*/ 42692 w 170813"/>
                <a:gd name="connsiteY23" fmla="*/ 127735 h 186993"/>
                <a:gd name="connsiteX24" fmla="*/ 35438 w 170813"/>
                <a:gd name="connsiteY24" fmla="*/ 93540 h 186993"/>
                <a:gd name="connsiteX25" fmla="*/ 39682 w 170813"/>
                <a:gd name="connsiteY25" fmla="*/ 66618 h 186993"/>
                <a:gd name="connsiteX26" fmla="*/ 51367 w 170813"/>
                <a:gd name="connsiteY26" fmla="*/ 47119 h 186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70813" h="186993">
                  <a:moveTo>
                    <a:pt x="51367" y="47119"/>
                  </a:moveTo>
                  <a:cubicBezTo>
                    <a:pt x="56207" y="42011"/>
                    <a:pt x="62059" y="37967"/>
                    <a:pt x="68548" y="35247"/>
                  </a:cubicBezTo>
                  <a:cubicBezTo>
                    <a:pt x="75000" y="32540"/>
                    <a:pt x="81929" y="31154"/>
                    <a:pt x="88926" y="31171"/>
                  </a:cubicBezTo>
                  <a:cubicBezTo>
                    <a:pt x="99798" y="30969"/>
                    <a:pt x="110501" y="33861"/>
                    <a:pt x="119793" y="39509"/>
                  </a:cubicBezTo>
                  <a:cubicBezTo>
                    <a:pt x="128767" y="45068"/>
                    <a:pt x="135853" y="54573"/>
                    <a:pt x="141050" y="68021"/>
                  </a:cubicBezTo>
                  <a:lnTo>
                    <a:pt x="170814" y="53849"/>
                  </a:lnTo>
                  <a:cubicBezTo>
                    <a:pt x="166772" y="41932"/>
                    <a:pt x="159901" y="31175"/>
                    <a:pt x="150791" y="22496"/>
                  </a:cubicBezTo>
                  <a:cubicBezTo>
                    <a:pt x="142540" y="14812"/>
                    <a:pt x="132761" y="8959"/>
                    <a:pt x="122093" y="5315"/>
                  </a:cubicBezTo>
                  <a:cubicBezTo>
                    <a:pt x="111419" y="1753"/>
                    <a:pt x="100235" y="-42"/>
                    <a:pt x="88983" y="5"/>
                  </a:cubicBezTo>
                  <a:cubicBezTo>
                    <a:pt x="76898" y="-124"/>
                    <a:pt x="64910" y="2165"/>
                    <a:pt x="53722" y="6736"/>
                  </a:cubicBezTo>
                  <a:cubicBezTo>
                    <a:pt x="43092" y="11142"/>
                    <a:pt x="33458" y="17647"/>
                    <a:pt x="25398" y="25861"/>
                  </a:cubicBezTo>
                  <a:cubicBezTo>
                    <a:pt x="17114" y="34306"/>
                    <a:pt x="10694" y="44395"/>
                    <a:pt x="6553" y="55476"/>
                  </a:cubicBezTo>
                  <a:cubicBezTo>
                    <a:pt x="2056" y="67662"/>
                    <a:pt x="-161" y="80571"/>
                    <a:pt x="9" y="93559"/>
                  </a:cubicBezTo>
                  <a:cubicBezTo>
                    <a:pt x="9" y="111980"/>
                    <a:pt x="3847" y="128221"/>
                    <a:pt x="11526" y="142280"/>
                  </a:cubicBezTo>
                  <a:cubicBezTo>
                    <a:pt x="18849" y="155925"/>
                    <a:pt x="29786" y="167290"/>
                    <a:pt x="43140" y="175129"/>
                  </a:cubicBezTo>
                  <a:cubicBezTo>
                    <a:pt x="57024" y="183144"/>
                    <a:pt x="72822" y="187240"/>
                    <a:pt x="88852" y="186982"/>
                  </a:cubicBezTo>
                  <a:cubicBezTo>
                    <a:pt x="100105" y="187038"/>
                    <a:pt x="111290" y="185243"/>
                    <a:pt x="121962" y="181672"/>
                  </a:cubicBezTo>
                  <a:cubicBezTo>
                    <a:pt x="132663" y="178017"/>
                    <a:pt x="142451" y="172100"/>
                    <a:pt x="150660" y="164323"/>
                  </a:cubicBezTo>
                  <a:cubicBezTo>
                    <a:pt x="159694" y="155646"/>
                    <a:pt x="166553" y="144963"/>
                    <a:pt x="170683" y="133138"/>
                  </a:cubicBezTo>
                  <a:lnTo>
                    <a:pt x="140994" y="119041"/>
                  </a:lnTo>
                  <a:cubicBezTo>
                    <a:pt x="135797" y="132278"/>
                    <a:pt x="128711" y="141725"/>
                    <a:pt x="119737" y="147384"/>
                  </a:cubicBezTo>
                  <a:cubicBezTo>
                    <a:pt x="110499" y="153126"/>
                    <a:pt x="99802" y="156080"/>
                    <a:pt x="88926" y="155891"/>
                  </a:cubicBezTo>
                  <a:cubicBezTo>
                    <a:pt x="79534" y="155971"/>
                    <a:pt x="70294" y="153524"/>
                    <a:pt x="62173" y="148805"/>
                  </a:cubicBezTo>
                  <a:cubicBezTo>
                    <a:pt x="53778" y="143813"/>
                    <a:pt x="47010" y="136496"/>
                    <a:pt x="42692" y="127735"/>
                  </a:cubicBezTo>
                  <a:cubicBezTo>
                    <a:pt x="37855" y="118411"/>
                    <a:pt x="35438" y="107014"/>
                    <a:pt x="35438" y="93540"/>
                  </a:cubicBezTo>
                  <a:cubicBezTo>
                    <a:pt x="35269" y="84387"/>
                    <a:pt x="36705" y="75276"/>
                    <a:pt x="39682" y="66618"/>
                  </a:cubicBezTo>
                  <a:cubicBezTo>
                    <a:pt x="42172" y="59374"/>
                    <a:pt x="46152" y="52731"/>
                    <a:pt x="51367" y="47119"/>
                  </a:cubicBezTo>
                  <a:close/>
                </a:path>
              </a:pathLst>
            </a:custGeom>
            <a:solidFill>
              <a:srgbClr val="00A443"/>
            </a:solidFill>
            <a:ln w="1868" cap="flat">
              <a:noFill/>
              <a:prstDash val="solid"/>
              <a:miter/>
            </a:ln>
          </p:spPr>
          <p:txBody>
            <a:bodyPr rtlCol="0" anchor="ctr"/>
            <a:lstStyle/>
            <a:p>
              <a:pPr rtl="0"/>
              <a:endParaRPr lang="en-GB" sz="900"/>
            </a:p>
          </p:txBody>
        </p:sp>
        <p:sp>
          <p:nvSpPr>
            <p:cNvPr id="27" name="Forma libre: forma 26">
              <a:extLst>
                <a:ext uri="{FF2B5EF4-FFF2-40B4-BE49-F238E27FC236}">
                  <a16:creationId xmlns:a16="http://schemas.microsoft.com/office/drawing/2014/main" id="{FF5FD521-F41B-4691-35D5-2ADF3791DEED}"/>
                </a:ext>
              </a:extLst>
            </p:cNvPr>
            <p:cNvSpPr/>
            <p:nvPr/>
          </p:nvSpPr>
          <p:spPr>
            <a:xfrm>
              <a:off x="21724796" y="1056079"/>
              <a:ext cx="182448" cy="187405"/>
            </a:xfrm>
            <a:custGeom>
              <a:avLst/>
              <a:gdLst>
                <a:gd name="connsiteX0" fmla="*/ 138131 w 182448"/>
                <a:gd name="connsiteY0" fmla="*/ 11702 h 187405"/>
                <a:gd name="connsiteX1" fmla="*/ 91018 w 182448"/>
                <a:gd name="connsiteY1" fmla="*/ 17 h 187405"/>
                <a:gd name="connsiteX2" fmla="*/ 54879 w 182448"/>
                <a:gd name="connsiteY2" fmla="*/ 6748 h 187405"/>
                <a:gd name="connsiteX3" fmla="*/ 25863 w 182448"/>
                <a:gd name="connsiteY3" fmla="*/ 26061 h 187405"/>
                <a:gd name="connsiteX4" fmla="*/ 6737 w 182448"/>
                <a:gd name="connsiteY4" fmla="*/ 55806 h 187405"/>
                <a:gd name="connsiteX5" fmla="*/ 6 w 182448"/>
                <a:gd name="connsiteY5" fmla="*/ 93534 h 187405"/>
                <a:gd name="connsiteX6" fmla="*/ 11878 w 182448"/>
                <a:gd name="connsiteY6" fmla="*/ 142423 h 187405"/>
                <a:gd name="connsiteX7" fmla="*/ 44465 w 182448"/>
                <a:gd name="connsiteY7" fmla="*/ 175552 h 187405"/>
                <a:gd name="connsiteX8" fmla="*/ 127531 w 182448"/>
                <a:gd name="connsiteY8" fmla="*/ 180507 h 187405"/>
                <a:gd name="connsiteX9" fmla="*/ 156584 w 182448"/>
                <a:gd name="connsiteY9" fmla="*/ 161194 h 187405"/>
                <a:gd name="connsiteX10" fmla="*/ 175710 w 182448"/>
                <a:gd name="connsiteY10" fmla="*/ 131617 h 187405"/>
                <a:gd name="connsiteX11" fmla="*/ 182440 w 182448"/>
                <a:gd name="connsiteY11" fmla="*/ 93534 h 187405"/>
                <a:gd name="connsiteX12" fmla="*/ 170587 w 182448"/>
                <a:gd name="connsiteY12" fmla="*/ 44476 h 187405"/>
                <a:gd name="connsiteX13" fmla="*/ 138131 w 182448"/>
                <a:gd name="connsiteY13" fmla="*/ 11702 h 187405"/>
                <a:gd name="connsiteX14" fmla="*/ 142730 w 182448"/>
                <a:gd name="connsiteY14" fmla="*/ 119745 h 187405"/>
                <a:gd name="connsiteX15" fmla="*/ 131045 w 182448"/>
                <a:gd name="connsiteY15" fmla="*/ 139413 h 187405"/>
                <a:gd name="connsiteX16" fmla="*/ 113340 w 182448"/>
                <a:gd name="connsiteY16" fmla="*/ 151622 h 187405"/>
                <a:gd name="connsiteX17" fmla="*/ 91018 w 182448"/>
                <a:gd name="connsiteY17" fmla="*/ 155884 h 187405"/>
                <a:gd name="connsiteX18" fmla="*/ 62843 w 182448"/>
                <a:gd name="connsiteY18" fmla="*/ 148406 h 187405"/>
                <a:gd name="connsiteX19" fmla="*/ 43007 w 182448"/>
                <a:gd name="connsiteY19" fmla="*/ 126981 h 187405"/>
                <a:gd name="connsiteX20" fmla="*/ 35753 w 182448"/>
                <a:gd name="connsiteY20" fmla="*/ 93496 h 187405"/>
                <a:gd name="connsiteX21" fmla="*/ 39828 w 182448"/>
                <a:gd name="connsiteY21" fmla="*/ 67322 h 187405"/>
                <a:gd name="connsiteX22" fmla="*/ 51345 w 182448"/>
                <a:gd name="connsiteY22" fmla="*/ 47841 h 187405"/>
                <a:gd name="connsiteX23" fmla="*/ 69050 w 182448"/>
                <a:gd name="connsiteY23" fmla="*/ 35614 h 187405"/>
                <a:gd name="connsiteX24" fmla="*/ 91018 w 182448"/>
                <a:gd name="connsiteY24" fmla="*/ 31538 h 187405"/>
                <a:gd name="connsiteX25" fmla="*/ 119884 w 182448"/>
                <a:gd name="connsiteY25" fmla="*/ 39017 h 187405"/>
                <a:gd name="connsiteX26" fmla="*/ 139720 w 182448"/>
                <a:gd name="connsiteY26" fmla="*/ 60274 h 187405"/>
                <a:gd name="connsiteX27" fmla="*/ 146974 w 182448"/>
                <a:gd name="connsiteY27" fmla="*/ 93571 h 187405"/>
                <a:gd name="connsiteX28" fmla="*/ 142730 w 182448"/>
                <a:gd name="connsiteY28" fmla="*/ 119745 h 18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82448" h="187405">
                  <a:moveTo>
                    <a:pt x="138131" y="11702"/>
                  </a:moveTo>
                  <a:cubicBezTo>
                    <a:pt x="123728" y="3732"/>
                    <a:pt x="107476" y="-299"/>
                    <a:pt x="91018" y="17"/>
                  </a:cubicBezTo>
                  <a:cubicBezTo>
                    <a:pt x="78649" y="-101"/>
                    <a:pt x="66375" y="2186"/>
                    <a:pt x="54879" y="6748"/>
                  </a:cubicBezTo>
                  <a:cubicBezTo>
                    <a:pt x="43975" y="11111"/>
                    <a:pt x="34096" y="17687"/>
                    <a:pt x="25863" y="26061"/>
                  </a:cubicBezTo>
                  <a:cubicBezTo>
                    <a:pt x="17521" y="34563"/>
                    <a:pt x="11011" y="44687"/>
                    <a:pt x="6737" y="55806"/>
                  </a:cubicBezTo>
                  <a:cubicBezTo>
                    <a:pt x="2145" y="67848"/>
                    <a:pt x="-137" y="80647"/>
                    <a:pt x="6" y="93534"/>
                  </a:cubicBezTo>
                  <a:cubicBezTo>
                    <a:pt x="6" y="111955"/>
                    <a:pt x="3964" y="128252"/>
                    <a:pt x="11878" y="142423"/>
                  </a:cubicBezTo>
                  <a:cubicBezTo>
                    <a:pt x="19469" y="156266"/>
                    <a:pt x="30750" y="167734"/>
                    <a:pt x="44465" y="175552"/>
                  </a:cubicBezTo>
                  <a:cubicBezTo>
                    <a:pt x="70063" y="189391"/>
                    <a:pt x="100470" y="191204"/>
                    <a:pt x="127531" y="180507"/>
                  </a:cubicBezTo>
                  <a:cubicBezTo>
                    <a:pt x="138402" y="176065"/>
                    <a:pt x="148281" y="169500"/>
                    <a:pt x="156584" y="161194"/>
                  </a:cubicBezTo>
                  <a:cubicBezTo>
                    <a:pt x="164950" y="152775"/>
                    <a:pt x="171464" y="142700"/>
                    <a:pt x="175710" y="131617"/>
                  </a:cubicBezTo>
                  <a:cubicBezTo>
                    <a:pt x="180324" y="119457"/>
                    <a:pt x="182607" y="106539"/>
                    <a:pt x="182440" y="93534"/>
                  </a:cubicBezTo>
                  <a:cubicBezTo>
                    <a:pt x="182440" y="74838"/>
                    <a:pt x="178490" y="58485"/>
                    <a:pt x="170587" y="44476"/>
                  </a:cubicBezTo>
                  <a:cubicBezTo>
                    <a:pt x="162993" y="30770"/>
                    <a:pt x="151762" y="19429"/>
                    <a:pt x="138131" y="11702"/>
                  </a:cubicBezTo>
                  <a:close/>
                  <a:moveTo>
                    <a:pt x="142730" y="119745"/>
                  </a:moveTo>
                  <a:cubicBezTo>
                    <a:pt x="140203" y="127024"/>
                    <a:pt x="136228" y="133713"/>
                    <a:pt x="131045" y="139413"/>
                  </a:cubicBezTo>
                  <a:cubicBezTo>
                    <a:pt x="126095" y="144714"/>
                    <a:pt x="120056" y="148879"/>
                    <a:pt x="113340" y="151622"/>
                  </a:cubicBezTo>
                  <a:cubicBezTo>
                    <a:pt x="106255" y="154506"/>
                    <a:pt x="98668" y="155955"/>
                    <a:pt x="91018" y="155884"/>
                  </a:cubicBezTo>
                  <a:cubicBezTo>
                    <a:pt x="81120" y="156002"/>
                    <a:pt x="71380" y="153416"/>
                    <a:pt x="62843" y="148406"/>
                  </a:cubicBezTo>
                  <a:cubicBezTo>
                    <a:pt x="54323" y="143302"/>
                    <a:pt x="47441" y="135867"/>
                    <a:pt x="43007" y="126981"/>
                  </a:cubicBezTo>
                  <a:cubicBezTo>
                    <a:pt x="38170" y="117657"/>
                    <a:pt x="35753" y="106496"/>
                    <a:pt x="35753" y="93496"/>
                  </a:cubicBezTo>
                  <a:cubicBezTo>
                    <a:pt x="35590" y="84601"/>
                    <a:pt x="36968" y="75747"/>
                    <a:pt x="39828" y="67322"/>
                  </a:cubicBezTo>
                  <a:cubicBezTo>
                    <a:pt x="42328" y="60124"/>
                    <a:pt x="46243" y="53500"/>
                    <a:pt x="51345" y="47841"/>
                  </a:cubicBezTo>
                  <a:cubicBezTo>
                    <a:pt x="56221" y="42451"/>
                    <a:pt x="62282" y="38265"/>
                    <a:pt x="69050" y="35614"/>
                  </a:cubicBezTo>
                  <a:cubicBezTo>
                    <a:pt x="76046" y="32871"/>
                    <a:pt x="83502" y="31488"/>
                    <a:pt x="91018" y="31538"/>
                  </a:cubicBezTo>
                  <a:cubicBezTo>
                    <a:pt x="101140" y="31361"/>
                    <a:pt x="111119" y="33946"/>
                    <a:pt x="119884" y="39017"/>
                  </a:cubicBezTo>
                  <a:cubicBezTo>
                    <a:pt x="128370" y="44087"/>
                    <a:pt x="135248" y="51457"/>
                    <a:pt x="139720" y="60274"/>
                  </a:cubicBezTo>
                  <a:cubicBezTo>
                    <a:pt x="144568" y="69497"/>
                    <a:pt x="146987" y="80596"/>
                    <a:pt x="146974" y="93571"/>
                  </a:cubicBezTo>
                  <a:cubicBezTo>
                    <a:pt x="147101" y="102478"/>
                    <a:pt x="145666" y="111336"/>
                    <a:pt x="142730" y="119745"/>
                  </a:cubicBezTo>
                  <a:close/>
                </a:path>
              </a:pathLst>
            </a:custGeom>
            <a:solidFill>
              <a:srgbClr val="00A443"/>
            </a:solidFill>
            <a:ln w="1868" cap="flat">
              <a:noFill/>
              <a:prstDash val="solid"/>
              <a:miter/>
            </a:ln>
          </p:spPr>
          <p:txBody>
            <a:bodyPr rtlCol="0" anchor="ctr"/>
            <a:lstStyle/>
            <a:p>
              <a:pPr rtl="0"/>
              <a:endParaRPr lang="en-GB" sz="900"/>
            </a:p>
          </p:txBody>
        </p:sp>
        <p:sp>
          <p:nvSpPr>
            <p:cNvPr id="28" name="Forma libre: forma 27">
              <a:extLst>
                <a:ext uri="{FF2B5EF4-FFF2-40B4-BE49-F238E27FC236}">
                  <a16:creationId xmlns:a16="http://schemas.microsoft.com/office/drawing/2014/main" id="{34D3BC67-8CB7-AE69-50F2-72556F02140E}"/>
                </a:ext>
              </a:extLst>
            </p:cNvPr>
            <p:cNvSpPr/>
            <p:nvPr/>
          </p:nvSpPr>
          <p:spPr>
            <a:xfrm>
              <a:off x="21906694" y="1000476"/>
              <a:ext cx="218217" cy="239269"/>
            </a:xfrm>
            <a:custGeom>
              <a:avLst/>
              <a:gdLst>
                <a:gd name="connsiteX0" fmla="*/ 176750 w 218217"/>
                <a:gd name="connsiteY0" fmla="*/ 0 h 239269"/>
                <a:gd name="connsiteX1" fmla="*/ 141696 w 218217"/>
                <a:gd name="connsiteY1" fmla="*/ 21351 h 239269"/>
                <a:gd name="connsiteX2" fmla="*/ 141696 w 218217"/>
                <a:gd name="connsiteY2" fmla="*/ 59247 h 239269"/>
                <a:gd name="connsiteX3" fmla="*/ 68314 w 218217"/>
                <a:gd name="connsiteY3" fmla="*/ 59247 h 239269"/>
                <a:gd name="connsiteX4" fmla="*/ 68314 w 218217"/>
                <a:gd name="connsiteY4" fmla="*/ 0 h 239269"/>
                <a:gd name="connsiteX5" fmla="*/ 33297 w 218217"/>
                <a:gd name="connsiteY5" fmla="*/ 21351 h 239269"/>
                <a:gd name="connsiteX6" fmla="*/ 33297 w 218217"/>
                <a:gd name="connsiteY6" fmla="*/ 59247 h 239269"/>
                <a:gd name="connsiteX7" fmla="*/ 0 w 218217"/>
                <a:gd name="connsiteY7" fmla="*/ 59247 h 239269"/>
                <a:gd name="connsiteX8" fmla="*/ 0 w 218217"/>
                <a:gd name="connsiteY8" fmla="*/ 88300 h 239269"/>
                <a:gd name="connsiteX9" fmla="*/ 33297 w 218217"/>
                <a:gd name="connsiteY9" fmla="*/ 88300 h 239269"/>
                <a:gd name="connsiteX10" fmla="*/ 33297 w 218217"/>
                <a:gd name="connsiteY10" fmla="*/ 183649 h 239269"/>
                <a:gd name="connsiteX11" fmla="*/ 39504 w 218217"/>
                <a:gd name="connsiteY11" fmla="*/ 212702 h 239269"/>
                <a:gd name="connsiteX12" fmla="*/ 57751 w 218217"/>
                <a:gd name="connsiteY12" fmla="*/ 232352 h 239269"/>
                <a:gd name="connsiteX13" fmla="*/ 87496 w 218217"/>
                <a:gd name="connsiteY13" fmla="*/ 239269 h 239269"/>
                <a:gd name="connsiteX14" fmla="*/ 109819 w 218217"/>
                <a:gd name="connsiteY14" fmla="*/ 239269 h 239269"/>
                <a:gd name="connsiteX15" fmla="*/ 109819 w 218217"/>
                <a:gd name="connsiteY15" fmla="*/ 208795 h 239269"/>
                <a:gd name="connsiteX16" fmla="*/ 91404 w 218217"/>
                <a:gd name="connsiteY16" fmla="*/ 208795 h 239269"/>
                <a:gd name="connsiteX17" fmla="*/ 73867 w 218217"/>
                <a:gd name="connsiteY17" fmla="*/ 201709 h 239269"/>
                <a:gd name="connsiteX18" fmla="*/ 68371 w 218217"/>
                <a:gd name="connsiteY18" fmla="*/ 181144 h 239269"/>
                <a:gd name="connsiteX19" fmla="*/ 68371 w 218217"/>
                <a:gd name="connsiteY19" fmla="*/ 88207 h 239269"/>
                <a:gd name="connsiteX20" fmla="*/ 141696 w 218217"/>
                <a:gd name="connsiteY20" fmla="*/ 88207 h 239269"/>
                <a:gd name="connsiteX21" fmla="*/ 141696 w 218217"/>
                <a:gd name="connsiteY21" fmla="*/ 183556 h 239269"/>
                <a:gd name="connsiteX22" fmla="*/ 147903 w 218217"/>
                <a:gd name="connsiteY22" fmla="*/ 212609 h 239269"/>
                <a:gd name="connsiteX23" fmla="*/ 166150 w 218217"/>
                <a:gd name="connsiteY23" fmla="*/ 232258 h 239269"/>
                <a:gd name="connsiteX24" fmla="*/ 195895 w 218217"/>
                <a:gd name="connsiteY24" fmla="*/ 239176 h 239269"/>
                <a:gd name="connsiteX25" fmla="*/ 218217 w 218217"/>
                <a:gd name="connsiteY25" fmla="*/ 239176 h 239269"/>
                <a:gd name="connsiteX26" fmla="*/ 218217 w 218217"/>
                <a:gd name="connsiteY26" fmla="*/ 208701 h 239269"/>
                <a:gd name="connsiteX27" fmla="*/ 199802 w 218217"/>
                <a:gd name="connsiteY27" fmla="*/ 208701 h 239269"/>
                <a:gd name="connsiteX28" fmla="*/ 182265 w 218217"/>
                <a:gd name="connsiteY28" fmla="*/ 201616 h 239269"/>
                <a:gd name="connsiteX29" fmla="*/ 176769 w 218217"/>
                <a:gd name="connsiteY29" fmla="*/ 181050 h 239269"/>
                <a:gd name="connsiteX30" fmla="*/ 176769 w 218217"/>
                <a:gd name="connsiteY30" fmla="*/ 88207 h 239269"/>
                <a:gd name="connsiteX31" fmla="*/ 218217 w 218217"/>
                <a:gd name="connsiteY31" fmla="*/ 88207 h 239269"/>
                <a:gd name="connsiteX32" fmla="*/ 218217 w 218217"/>
                <a:gd name="connsiteY32" fmla="*/ 59154 h 239269"/>
                <a:gd name="connsiteX33" fmla="*/ 176750 w 218217"/>
                <a:gd name="connsiteY33" fmla="*/ 59154 h 239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8217" h="239269">
                  <a:moveTo>
                    <a:pt x="176750" y="0"/>
                  </a:moveTo>
                  <a:lnTo>
                    <a:pt x="141696" y="21351"/>
                  </a:lnTo>
                  <a:lnTo>
                    <a:pt x="141696" y="59247"/>
                  </a:lnTo>
                  <a:lnTo>
                    <a:pt x="68314" y="59247"/>
                  </a:lnTo>
                  <a:lnTo>
                    <a:pt x="68314" y="0"/>
                  </a:lnTo>
                  <a:lnTo>
                    <a:pt x="33297" y="21351"/>
                  </a:lnTo>
                  <a:lnTo>
                    <a:pt x="33297" y="59247"/>
                  </a:lnTo>
                  <a:lnTo>
                    <a:pt x="0" y="59247"/>
                  </a:lnTo>
                  <a:lnTo>
                    <a:pt x="0" y="88300"/>
                  </a:lnTo>
                  <a:lnTo>
                    <a:pt x="33297" y="88300"/>
                  </a:lnTo>
                  <a:lnTo>
                    <a:pt x="33297" y="183649"/>
                  </a:lnTo>
                  <a:cubicBezTo>
                    <a:pt x="33120" y="193681"/>
                    <a:pt x="35243" y="203620"/>
                    <a:pt x="39504" y="212702"/>
                  </a:cubicBezTo>
                  <a:cubicBezTo>
                    <a:pt x="43423" y="220971"/>
                    <a:pt x="49794" y="227833"/>
                    <a:pt x="57751" y="232352"/>
                  </a:cubicBezTo>
                  <a:cubicBezTo>
                    <a:pt x="65766" y="236975"/>
                    <a:pt x="75681" y="239282"/>
                    <a:pt x="87496" y="239269"/>
                  </a:cubicBezTo>
                  <a:lnTo>
                    <a:pt x="109819" y="239269"/>
                  </a:lnTo>
                  <a:lnTo>
                    <a:pt x="109819" y="208795"/>
                  </a:lnTo>
                  <a:lnTo>
                    <a:pt x="91404" y="208795"/>
                  </a:lnTo>
                  <a:cubicBezTo>
                    <a:pt x="83365" y="208795"/>
                    <a:pt x="77518" y="206434"/>
                    <a:pt x="73867" y="201709"/>
                  </a:cubicBezTo>
                  <a:cubicBezTo>
                    <a:pt x="70216" y="196985"/>
                    <a:pt x="68384" y="190131"/>
                    <a:pt x="68371" y="181144"/>
                  </a:cubicBezTo>
                  <a:lnTo>
                    <a:pt x="68371" y="88207"/>
                  </a:lnTo>
                  <a:lnTo>
                    <a:pt x="141696" y="88207"/>
                  </a:lnTo>
                  <a:lnTo>
                    <a:pt x="141696" y="183556"/>
                  </a:lnTo>
                  <a:cubicBezTo>
                    <a:pt x="141518" y="193588"/>
                    <a:pt x="143642" y="203526"/>
                    <a:pt x="147903" y="212609"/>
                  </a:cubicBezTo>
                  <a:cubicBezTo>
                    <a:pt x="151821" y="220878"/>
                    <a:pt x="158193" y="227739"/>
                    <a:pt x="166150" y="232258"/>
                  </a:cubicBezTo>
                  <a:cubicBezTo>
                    <a:pt x="174165" y="236882"/>
                    <a:pt x="184079" y="239189"/>
                    <a:pt x="195895" y="239176"/>
                  </a:cubicBezTo>
                  <a:lnTo>
                    <a:pt x="218217" y="239176"/>
                  </a:lnTo>
                  <a:lnTo>
                    <a:pt x="218217" y="208701"/>
                  </a:lnTo>
                  <a:lnTo>
                    <a:pt x="199802" y="208701"/>
                  </a:lnTo>
                  <a:cubicBezTo>
                    <a:pt x="191763" y="208701"/>
                    <a:pt x="185917" y="206340"/>
                    <a:pt x="182265" y="201616"/>
                  </a:cubicBezTo>
                  <a:cubicBezTo>
                    <a:pt x="178614" y="196891"/>
                    <a:pt x="176782" y="190037"/>
                    <a:pt x="176769" y="181050"/>
                  </a:cubicBezTo>
                  <a:lnTo>
                    <a:pt x="176769" y="88207"/>
                  </a:lnTo>
                  <a:lnTo>
                    <a:pt x="218217" y="88207"/>
                  </a:lnTo>
                  <a:lnTo>
                    <a:pt x="218217" y="59154"/>
                  </a:lnTo>
                  <a:lnTo>
                    <a:pt x="176750" y="59154"/>
                  </a:lnTo>
                  <a:close/>
                </a:path>
              </a:pathLst>
            </a:custGeom>
            <a:solidFill>
              <a:srgbClr val="00A443"/>
            </a:solidFill>
            <a:ln w="1868" cap="flat">
              <a:noFill/>
              <a:prstDash val="solid"/>
              <a:miter/>
            </a:ln>
          </p:spPr>
          <p:txBody>
            <a:bodyPr rtlCol="0" anchor="ctr"/>
            <a:lstStyle/>
            <a:p>
              <a:pPr rtl="0"/>
              <a:endParaRPr lang="en-GB" sz="900"/>
            </a:p>
          </p:txBody>
        </p:sp>
        <p:sp>
          <p:nvSpPr>
            <p:cNvPr id="29" name="Forma libre: forma 28">
              <a:extLst>
                <a:ext uri="{FF2B5EF4-FFF2-40B4-BE49-F238E27FC236}">
                  <a16:creationId xmlns:a16="http://schemas.microsoft.com/office/drawing/2014/main" id="{546BCEF4-649D-1876-FB48-46B1FF285C95}"/>
                </a:ext>
              </a:extLst>
            </p:cNvPr>
            <p:cNvSpPr/>
            <p:nvPr/>
          </p:nvSpPr>
          <p:spPr>
            <a:xfrm>
              <a:off x="22148636" y="1059629"/>
              <a:ext cx="34718" cy="179947"/>
            </a:xfrm>
            <a:custGeom>
              <a:avLst/>
              <a:gdLst>
                <a:gd name="connsiteX0" fmla="*/ 0 w 34718"/>
                <a:gd name="connsiteY0" fmla="*/ 0 h 179947"/>
                <a:gd name="connsiteX1" fmla="*/ 34718 w 34718"/>
                <a:gd name="connsiteY1" fmla="*/ 0 h 179947"/>
                <a:gd name="connsiteX2" fmla="*/ 34718 w 34718"/>
                <a:gd name="connsiteY2" fmla="*/ 179947 h 179947"/>
                <a:gd name="connsiteX3" fmla="*/ 0 w 34718"/>
                <a:gd name="connsiteY3" fmla="*/ 179947 h 179947"/>
              </a:gdLst>
              <a:ahLst/>
              <a:cxnLst>
                <a:cxn ang="0">
                  <a:pos x="connsiteX0" y="connsiteY0"/>
                </a:cxn>
                <a:cxn ang="0">
                  <a:pos x="connsiteX1" y="connsiteY1"/>
                </a:cxn>
                <a:cxn ang="0">
                  <a:pos x="connsiteX2" y="connsiteY2"/>
                </a:cxn>
                <a:cxn ang="0">
                  <a:pos x="connsiteX3" y="connsiteY3"/>
                </a:cxn>
              </a:cxnLst>
              <a:rect l="l" t="t" r="r" b="b"/>
              <a:pathLst>
                <a:path w="34718" h="179947">
                  <a:moveTo>
                    <a:pt x="0" y="0"/>
                  </a:moveTo>
                  <a:lnTo>
                    <a:pt x="34718" y="0"/>
                  </a:lnTo>
                  <a:lnTo>
                    <a:pt x="34718" y="179947"/>
                  </a:lnTo>
                  <a:lnTo>
                    <a:pt x="0" y="179947"/>
                  </a:lnTo>
                  <a:close/>
                </a:path>
              </a:pathLst>
            </a:custGeom>
            <a:solidFill>
              <a:srgbClr val="00A443"/>
            </a:solidFill>
            <a:ln w="1868" cap="flat">
              <a:noFill/>
              <a:prstDash val="solid"/>
              <a:miter/>
            </a:ln>
          </p:spPr>
          <p:txBody>
            <a:bodyPr rtlCol="0" anchor="ctr"/>
            <a:lstStyle/>
            <a:p>
              <a:pPr rtl="0"/>
              <a:endParaRPr lang="en-GB" sz="900"/>
            </a:p>
          </p:txBody>
        </p:sp>
        <p:sp>
          <p:nvSpPr>
            <p:cNvPr id="30" name="Forma libre: forma 29">
              <a:extLst>
                <a:ext uri="{FF2B5EF4-FFF2-40B4-BE49-F238E27FC236}">
                  <a16:creationId xmlns:a16="http://schemas.microsoft.com/office/drawing/2014/main" id="{776E5217-1708-BD6D-0A1E-02832923420B}"/>
                </a:ext>
              </a:extLst>
            </p:cNvPr>
            <p:cNvSpPr/>
            <p:nvPr/>
          </p:nvSpPr>
          <p:spPr>
            <a:xfrm>
              <a:off x="22142237" y="983473"/>
              <a:ext cx="47798" cy="45707"/>
            </a:xfrm>
            <a:custGeom>
              <a:avLst/>
              <a:gdLst>
                <a:gd name="connsiteX0" fmla="*/ 40763 w 47798"/>
                <a:gd name="connsiteY0" fmla="*/ 6196 h 45707"/>
                <a:gd name="connsiteX1" fmla="*/ 23750 w 47798"/>
                <a:gd name="connsiteY1" fmla="*/ 8 h 45707"/>
                <a:gd name="connsiteX2" fmla="*/ 6923 w 47798"/>
                <a:gd name="connsiteY2" fmla="*/ 6196 h 45707"/>
                <a:gd name="connsiteX3" fmla="*/ 25 w 47798"/>
                <a:gd name="connsiteY3" fmla="*/ 23022 h 45707"/>
                <a:gd name="connsiteX4" fmla="*/ 6923 w 47798"/>
                <a:gd name="connsiteY4" fmla="*/ 39493 h 45707"/>
                <a:gd name="connsiteX5" fmla="*/ 23750 w 47798"/>
                <a:gd name="connsiteY5" fmla="*/ 45700 h 45707"/>
                <a:gd name="connsiteX6" fmla="*/ 40763 w 47798"/>
                <a:gd name="connsiteY6" fmla="*/ 39493 h 45707"/>
                <a:gd name="connsiteX7" fmla="*/ 47774 w 47798"/>
                <a:gd name="connsiteY7" fmla="*/ 23022 h 45707"/>
                <a:gd name="connsiteX8" fmla="*/ 40763 w 47798"/>
                <a:gd name="connsiteY8" fmla="*/ 6196 h 45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98" h="45707">
                  <a:moveTo>
                    <a:pt x="40763" y="6196"/>
                  </a:moveTo>
                  <a:cubicBezTo>
                    <a:pt x="36065" y="2079"/>
                    <a:pt x="29996" y="-129"/>
                    <a:pt x="23750" y="8"/>
                  </a:cubicBezTo>
                  <a:cubicBezTo>
                    <a:pt x="17558" y="-149"/>
                    <a:pt x="11539" y="2064"/>
                    <a:pt x="6923" y="6196"/>
                  </a:cubicBezTo>
                  <a:cubicBezTo>
                    <a:pt x="2246" y="10507"/>
                    <a:pt x="-280" y="16670"/>
                    <a:pt x="25" y="23022"/>
                  </a:cubicBezTo>
                  <a:cubicBezTo>
                    <a:pt x="-233" y="29265"/>
                    <a:pt x="2294" y="35298"/>
                    <a:pt x="6923" y="39493"/>
                  </a:cubicBezTo>
                  <a:cubicBezTo>
                    <a:pt x="11536" y="43633"/>
                    <a:pt x="17554" y="45852"/>
                    <a:pt x="23750" y="45700"/>
                  </a:cubicBezTo>
                  <a:cubicBezTo>
                    <a:pt x="29998" y="45833"/>
                    <a:pt x="36068" y="43618"/>
                    <a:pt x="40763" y="39493"/>
                  </a:cubicBezTo>
                  <a:cubicBezTo>
                    <a:pt x="45461" y="35339"/>
                    <a:pt x="48036" y="29287"/>
                    <a:pt x="47774" y="23022"/>
                  </a:cubicBezTo>
                  <a:cubicBezTo>
                    <a:pt x="48082" y="16645"/>
                    <a:pt x="45508" y="10468"/>
                    <a:pt x="40763" y="6196"/>
                  </a:cubicBezTo>
                  <a:close/>
                </a:path>
              </a:pathLst>
            </a:custGeom>
            <a:solidFill>
              <a:srgbClr val="00A443"/>
            </a:solidFill>
            <a:ln w="1868" cap="flat">
              <a:noFill/>
              <a:prstDash val="solid"/>
              <a:miter/>
            </a:ln>
          </p:spPr>
          <p:txBody>
            <a:bodyPr rtlCol="0" anchor="ctr"/>
            <a:lstStyle/>
            <a:p>
              <a:pPr rtl="0"/>
              <a:endParaRPr lang="en-GB" sz="900"/>
            </a:p>
          </p:txBody>
        </p:sp>
        <p:sp>
          <p:nvSpPr>
            <p:cNvPr id="31" name="Forma libre: forma 30">
              <a:extLst>
                <a:ext uri="{FF2B5EF4-FFF2-40B4-BE49-F238E27FC236}">
                  <a16:creationId xmlns:a16="http://schemas.microsoft.com/office/drawing/2014/main" id="{7A7BF1B4-CFF8-3D6B-F555-E6087EE006E9}"/>
                </a:ext>
              </a:extLst>
            </p:cNvPr>
            <p:cNvSpPr/>
            <p:nvPr/>
          </p:nvSpPr>
          <p:spPr>
            <a:xfrm>
              <a:off x="22206837" y="1056136"/>
              <a:ext cx="150877" cy="187276"/>
            </a:xfrm>
            <a:custGeom>
              <a:avLst/>
              <a:gdLst>
                <a:gd name="connsiteX0" fmla="*/ 137227 w 150877"/>
                <a:gd name="connsiteY0" fmla="*/ 100730 h 187276"/>
                <a:gd name="connsiteX1" fmla="*/ 95255 w 150877"/>
                <a:gd name="connsiteY1" fmla="*/ 80726 h 187276"/>
                <a:gd name="connsiteX2" fmla="*/ 77550 w 150877"/>
                <a:gd name="connsiteY2" fmla="*/ 76482 h 187276"/>
                <a:gd name="connsiteX3" fmla="*/ 58761 w 150877"/>
                <a:gd name="connsiteY3" fmla="*/ 70387 h 187276"/>
                <a:gd name="connsiteX4" fmla="*/ 45674 w 150877"/>
                <a:gd name="connsiteY4" fmla="*/ 62591 h 187276"/>
                <a:gd name="connsiteX5" fmla="*/ 40720 w 150877"/>
                <a:gd name="connsiteY5" fmla="*/ 50551 h 187276"/>
                <a:gd name="connsiteX6" fmla="*/ 50067 w 150877"/>
                <a:gd name="connsiteY6" fmla="*/ 35482 h 187276"/>
                <a:gd name="connsiteX7" fmla="*/ 74783 w 150877"/>
                <a:gd name="connsiteY7" fmla="*/ 29705 h 187276"/>
                <a:gd name="connsiteX8" fmla="*/ 102584 w 150877"/>
                <a:gd name="connsiteY8" fmla="*/ 36622 h 187276"/>
                <a:gd name="connsiteX9" fmla="*/ 119765 w 150877"/>
                <a:gd name="connsiteY9" fmla="*/ 60179 h 187276"/>
                <a:gd name="connsiteX10" fmla="*/ 148819 w 150877"/>
                <a:gd name="connsiteY10" fmla="*/ 49560 h 187276"/>
                <a:gd name="connsiteX11" fmla="*/ 133582 w 150877"/>
                <a:gd name="connsiteY11" fmla="*/ 22283 h 187276"/>
                <a:gd name="connsiteX12" fmla="*/ 107894 w 150877"/>
                <a:gd name="connsiteY12" fmla="*/ 5625 h 187276"/>
                <a:gd name="connsiteX13" fmla="*/ 74783 w 150877"/>
                <a:gd name="connsiteY13" fmla="*/ 16 h 187276"/>
                <a:gd name="connsiteX14" fmla="*/ 39261 w 150877"/>
                <a:gd name="connsiteY14" fmla="*/ 6559 h 187276"/>
                <a:gd name="connsiteX15" fmla="*/ 14957 w 150877"/>
                <a:gd name="connsiteY15" fmla="*/ 24582 h 187276"/>
                <a:gd name="connsiteX16" fmla="*/ 6282 w 150877"/>
                <a:gd name="connsiteY16" fmla="*/ 50962 h 187276"/>
                <a:gd name="connsiteX17" fmla="*/ 19369 w 150877"/>
                <a:gd name="connsiteY17" fmla="*/ 84446 h 187276"/>
                <a:gd name="connsiteX18" fmla="*/ 61528 w 150877"/>
                <a:gd name="connsiteY18" fmla="*/ 105180 h 187276"/>
                <a:gd name="connsiteX19" fmla="*/ 79588 w 150877"/>
                <a:gd name="connsiteY19" fmla="*/ 109779 h 187276"/>
                <a:gd name="connsiteX20" fmla="*/ 107744 w 150877"/>
                <a:gd name="connsiteY20" fmla="*/ 119520 h 187276"/>
                <a:gd name="connsiteX21" fmla="*/ 116793 w 150877"/>
                <a:gd name="connsiteY21" fmla="*/ 134925 h 187276"/>
                <a:gd name="connsiteX22" fmla="*/ 106155 w 150877"/>
                <a:gd name="connsiteY22" fmla="*/ 151396 h 187276"/>
                <a:gd name="connsiteX23" fmla="*/ 76765 w 150877"/>
                <a:gd name="connsiteY23" fmla="*/ 157958 h 187276"/>
                <a:gd name="connsiteX24" fmla="*/ 56200 w 150877"/>
                <a:gd name="connsiteY24" fmla="*/ 154406 h 187276"/>
                <a:gd name="connsiteX25" fmla="*/ 39018 w 150877"/>
                <a:gd name="connsiteY25" fmla="*/ 143600 h 187276"/>
                <a:gd name="connsiteX26" fmla="*/ 28212 w 150877"/>
                <a:gd name="connsiteY26" fmla="*/ 125353 h 187276"/>
                <a:gd name="connsiteX27" fmla="*/ 0 w 150877"/>
                <a:gd name="connsiteY27" fmla="*/ 137692 h 187276"/>
                <a:gd name="connsiteX28" fmla="*/ 44272 w 150877"/>
                <a:gd name="connsiteY28" fmla="*/ 181964 h 187276"/>
                <a:gd name="connsiteX29" fmla="*/ 76877 w 150877"/>
                <a:gd name="connsiteY29" fmla="*/ 187273 h 187276"/>
                <a:gd name="connsiteX30" fmla="*/ 116138 w 150877"/>
                <a:gd name="connsiteY30" fmla="*/ 180374 h 187276"/>
                <a:gd name="connsiteX31" fmla="*/ 141826 w 150877"/>
                <a:gd name="connsiteY31" fmla="*/ 161417 h 187276"/>
                <a:gd name="connsiteX32" fmla="*/ 150875 w 150877"/>
                <a:gd name="connsiteY32" fmla="*/ 133953 h 187276"/>
                <a:gd name="connsiteX33" fmla="*/ 137227 w 150877"/>
                <a:gd name="connsiteY33" fmla="*/ 100730 h 187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0877" h="187276">
                  <a:moveTo>
                    <a:pt x="137227" y="100730"/>
                  </a:moveTo>
                  <a:cubicBezTo>
                    <a:pt x="128141" y="92130"/>
                    <a:pt x="114151" y="85461"/>
                    <a:pt x="95255" y="80726"/>
                  </a:cubicBezTo>
                  <a:lnTo>
                    <a:pt x="77550" y="76482"/>
                  </a:lnTo>
                  <a:cubicBezTo>
                    <a:pt x="71181" y="74794"/>
                    <a:pt x="64908" y="72759"/>
                    <a:pt x="58761" y="70387"/>
                  </a:cubicBezTo>
                  <a:cubicBezTo>
                    <a:pt x="53952" y="68622"/>
                    <a:pt x="49516" y="65978"/>
                    <a:pt x="45674" y="62591"/>
                  </a:cubicBezTo>
                  <a:cubicBezTo>
                    <a:pt x="42352" y="59487"/>
                    <a:pt x="40544" y="55094"/>
                    <a:pt x="40720" y="50551"/>
                  </a:cubicBezTo>
                  <a:cubicBezTo>
                    <a:pt x="40720" y="44394"/>
                    <a:pt x="43836" y="39371"/>
                    <a:pt x="50067" y="35482"/>
                  </a:cubicBezTo>
                  <a:cubicBezTo>
                    <a:pt x="56299" y="31593"/>
                    <a:pt x="64538" y="29667"/>
                    <a:pt x="74783" y="29705"/>
                  </a:cubicBezTo>
                  <a:cubicBezTo>
                    <a:pt x="84496" y="29538"/>
                    <a:pt x="94081" y="31924"/>
                    <a:pt x="102584" y="36622"/>
                  </a:cubicBezTo>
                  <a:cubicBezTo>
                    <a:pt x="110735" y="41221"/>
                    <a:pt x="116462" y="49074"/>
                    <a:pt x="119765" y="60179"/>
                  </a:cubicBezTo>
                  <a:lnTo>
                    <a:pt x="148819" y="49560"/>
                  </a:lnTo>
                  <a:cubicBezTo>
                    <a:pt x="146110" y="39333"/>
                    <a:pt x="140869" y="29952"/>
                    <a:pt x="133582" y="22283"/>
                  </a:cubicBezTo>
                  <a:cubicBezTo>
                    <a:pt x="126376" y="14875"/>
                    <a:pt x="117597" y="9182"/>
                    <a:pt x="107894" y="5625"/>
                  </a:cubicBezTo>
                  <a:cubicBezTo>
                    <a:pt x="97287" y="1768"/>
                    <a:pt x="86068" y="-134"/>
                    <a:pt x="74783" y="16"/>
                  </a:cubicBezTo>
                  <a:cubicBezTo>
                    <a:pt x="62623" y="-212"/>
                    <a:pt x="50542" y="2014"/>
                    <a:pt x="39261" y="6559"/>
                  </a:cubicBezTo>
                  <a:cubicBezTo>
                    <a:pt x="29698" y="10293"/>
                    <a:pt x="21306" y="16515"/>
                    <a:pt x="14957" y="24582"/>
                  </a:cubicBezTo>
                  <a:cubicBezTo>
                    <a:pt x="9206" y="32163"/>
                    <a:pt x="6153" y="41448"/>
                    <a:pt x="6282" y="50962"/>
                  </a:cubicBezTo>
                  <a:cubicBezTo>
                    <a:pt x="5979" y="63426"/>
                    <a:pt x="10694" y="75491"/>
                    <a:pt x="19369" y="84446"/>
                  </a:cubicBezTo>
                  <a:cubicBezTo>
                    <a:pt x="28094" y="93532"/>
                    <a:pt x="42146" y="100444"/>
                    <a:pt x="61528" y="105180"/>
                  </a:cubicBezTo>
                  <a:lnTo>
                    <a:pt x="79588" y="109779"/>
                  </a:lnTo>
                  <a:cubicBezTo>
                    <a:pt x="92339" y="112608"/>
                    <a:pt x="101724" y="115855"/>
                    <a:pt x="107744" y="119520"/>
                  </a:cubicBezTo>
                  <a:cubicBezTo>
                    <a:pt x="113409" y="122554"/>
                    <a:pt x="116901" y="128499"/>
                    <a:pt x="116793" y="134925"/>
                  </a:cubicBezTo>
                  <a:cubicBezTo>
                    <a:pt x="116793" y="141543"/>
                    <a:pt x="113246" y="147034"/>
                    <a:pt x="106155" y="151396"/>
                  </a:cubicBezTo>
                  <a:cubicBezTo>
                    <a:pt x="99063" y="155758"/>
                    <a:pt x="89267" y="157945"/>
                    <a:pt x="76765" y="157958"/>
                  </a:cubicBezTo>
                  <a:cubicBezTo>
                    <a:pt x="69756" y="157979"/>
                    <a:pt x="62796" y="156777"/>
                    <a:pt x="56200" y="154406"/>
                  </a:cubicBezTo>
                  <a:cubicBezTo>
                    <a:pt x="49733" y="152142"/>
                    <a:pt x="43860" y="148448"/>
                    <a:pt x="39018" y="143600"/>
                  </a:cubicBezTo>
                  <a:cubicBezTo>
                    <a:pt x="34002" y="138475"/>
                    <a:pt x="30295" y="132216"/>
                    <a:pt x="28212" y="125353"/>
                  </a:cubicBezTo>
                  <a:lnTo>
                    <a:pt x="0" y="137692"/>
                  </a:lnTo>
                  <a:cubicBezTo>
                    <a:pt x="6957" y="158601"/>
                    <a:pt x="23362" y="175007"/>
                    <a:pt x="44272" y="181964"/>
                  </a:cubicBezTo>
                  <a:cubicBezTo>
                    <a:pt x="54762" y="185564"/>
                    <a:pt x="65787" y="187359"/>
                    <a:pt x="76877" y="187273"/>
                  </a:cubicBezTo>
                  <a:cubicBezTo>
                    <a:pt x="91983" y="187273"/>
                    <a:pt x="105070" y="184974"/>
                    <a:pt x="116138" y="180374"/>
                  </a:cubicBezTo>
                  <a:cubicBezTo>
                    <a:pt x="126264" y="176506"/>
                    <a:pt x="135145" y="169952"/>
                    <a:pt x="141826" y="161417"/>
                  </a:cubicBezTo>
                  <a:cubicBezTo>
                    <a:pt x="147790" y="153512"/>
                    <a:pt x="150972" y="143856"/>
                    <a:pt x="150875" y="133953"/>
                  </a:cubicBezTo>
                  <a:cubicBezTo>
                    <a:pt x="150875" y="120430"/>
                    <a:pt x="146327" y="109355"/>
                    <a:pt x="137227" y="100730"/>
                  </a:cubicBezTo>
                  <a:close/>
                </a:path>
              </a:pathLst>
            </a:custGeom>
            <a:solidFill>
              <a:srgbClr val="00A443"/>
            </a:solidFill>
            <a:ln w="1868" cap="flat">
              <a:noFill/>
              <a:prstDash val="solid"/>
              <a:miter/>
            </a:ln>
          </p:spPr>
          <p:txBody>
            <a:bodyPr rtlCol="0" anchor="ctr"/>
            <a:lstStyle/>
            <a:p>
              <a:pPr rtl="0"/>
              <a:endParaRPr lang="en-GB" sz="900"/>
            </a:p>
          </p:txBody>
        </p:sp>
        <p:sp>
          <p:nvSpPr>
            <p:cNvPr id="32" name="Forma libre: forma 31">
              <a:extLst>
                <a:ext uri="{FF2B5EF4-FFF2-40B4-BE49-F238E27FC236}">
                  <a16:creationId xmlns:a16="http://schemas.microsoft.com/office/drawing/2014/main" id="{42AEE327-E5A1-518E-0E3F-7F34C40363A1}"/>
                </a:ext>
              </a:extLst>
            </p:cNvPr>
            <p:cNvSpPr/>
            <p:nvPr/>
          </p:nvSpPr>
          <p:spPr>
            <a:xfrm>
              <a:off x="22380801" y="991614"/>
              <a:ext cx="154466" cy="248056"/>
            </a:xfrm>
            <a:custGeom>
              <a:avLst/>
              <a:gdLst>
                <a:gd name="connsiteX0" fmla="*/ 122215 w 154466"/>
                <a:gd name="connsiteY0" fmla="*/ 72988 h 248056"/>
                <a:gd name="connsiteX1" fmla="*/ 87852 w 154466"/>
                <a:gd name="connsiteY1" fmla="*/ 64482 h 248056"/>
                <a:gd name="connsiteX2" fmla="*/ 53302 w 154466"/>
                <a:gd name="connsiteY2" fmla="*/ 74222 h 248056"/>
                <a:gd name="connsiteX3" fmla="*/ 34718 w 154466"/>
                <a:gd name="connsiteY3" fmla="*/ 94638 h 248056"/>
                <a:gd name="connsiteX4" fmla="*/ 34718 w 154466"/>
                <a:gd name="connsiteY4" fmla="*/ 0 h 248056"/>
                <a:gd name="connsiteX5" fmla="*/ 0 w 154466"/>
                <a:gd name="connsiteY5" fmla="*/ 0 h 248056"/>
                <a:gd name="connsiteX6" fmla="*/ 0 w 154466"/>
                <a:gd name="connsiteY6" fmla="*/ 247981 h 248056"/>
                <a:gd name="connsiteX7" fmla="*/ 34718 w 154466"/>
                <a:gd name="connsiteY7" fmla="*/ 247981 h 248056"/>
                <a:gd name="connsiteX8" fmla="*/ 34718 w 154466"/>
                <a:gd name="connsiteY8" fmla="*/ 141415 h 248056"/>
                <a:gd name="connsiteX9" fmla="*/ 47282 w 154466"/>
                <a:gd name="connsiteY9" fmla="*/ 107594 h 248056"/>
                <a:gd name="connsiteX10" fmla="*/ 79700 w 154466"/>
                <a:gd name="connsiteY10" fmla="*/ 95367 h 248056"/>
                <a:gd name="connsiteX11" fmla="*/ 108398 w 154466"/>
                <a:gd name="connsiteY11" fmla="*/ 107426 h 248056"/>
                <a:gd name="connsiteX12" fmla="*/ 119373 w 154466"/>
                <a:gd name="connsiteY12" fmla="*/ 140013 h 248056"/>
                <a:gd name="connsiteX13" fmla="*/ 119373 w 154466"/>
                <a:gd name="connsiteY13" fmla="*/ 248056 h 248056"/>
                <a:gd name="connsiteX14" fmla="*/ 154446 w 154466"/>
                <a:gd name="connsiteY14" fmla="*/ 248056 h 248056"/>
                <a:gd name="connsiteX15" fmla="*/ 154446 w 154466"/>
                <a:gd name="connsiteY15" fmla="*/ 134273 h 248056"/>
                <a:gd name="connsiteX16" fmla="*/ 145771 w 154466"/>
                <a:gd name="connsiteY16" fmla="*/ 97256 h 248056"/>
                <a:gd name="connsiteX17" fmla="*/ 122215 w 154466"/>
                <a:gd name="connsiteY17" fmla="*/ 72988 h 248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4466" h="248056">
                  <a:moveTo>
                    <a:pt x="122215" y="72988"/>
                  </a:moveTo>
                  <a:cubicBezTo>
                    <a:pt x="111707" y="67167"/>
                    <a:pt x="99854" y="64231"/>
                    <a:pt x="87852" y="64482"/>
                  </a:cubicBezTo>
                  <a:cubicBezTo>
                    <a:pt x="75654" y="64461"/>
                    <a:pt x="63691" y="67832"/>
                    <a:pt x="53302" y="74222"/>
                  </a:cubicBezTo>
                  <a:cubicBezTo>
                    <a:pt x="45345" y="79186"/>
                    <a:pt x="38914" y="86251"/>
                    <a:pt x="34718" y="94638"/>
                  </a:cubicBezTo>
                  <a:lnTo>
                    <a:pt x="34718" y="0"/>
                  </a:lnTo>
                  <a:lnTo>
                    <a:pt x="0" y="0"/>
                  </a:lnTo>
                  <a:lnTo>
                    <a:pt x="0" y="247981"/>
                  </a:lnTo>
                  <a:lnTo>
                    <a:pt x="34718" y="247981"/>
                  </a:lnTo>
                  <a:lnTo>
                    <a:pt x="34718" y="141415"/>
                  </a:lnTo>
                  <a:cubicBezTo>
                    <a:pt x="34718" y="127019"/>
                    <a:pt x="38906" y="115746"/>
                    <a:pt x="47282" y="107594"/>
                  </a:cubicBezTo>
                  <a:cubicBezTo>
                    <a:pt x="55657" y="99443"/>
                    <a:pt x="66464" y="95367"/>
                    <a:pt x="79700" y="95367"/>
                  </a:cubicBezTo>
                  <a:cubicBezTo>
                    <a:pt x="91497" y="95367"/>
                    <a:pt x="101070" y="99387"/>
                    <a:pt x="108398" y="107426"/>
                  </a:cubicBezTo>
                  <a:cubicBezTo>
                    <a:pt x="115727" y="115465"/>
                    <a:pt x="119391" y="126328"/>
                    <a:pt x="119373" y="140013"/>
                  </a:cubicBezTo>
                  <a:lnTo>
                    <a:pt x="119373" y="248056"/>
                  </a:lnTo>
                  <a:lnTo>
                    <a:pt x="154446" y="248056"/>
                  </a:lnTo>
                  <a:lnTo>
                    <a:pt x="154446" y="134273"/>
                  </a:lnTo>
                  <a:cubicBezTo>
                    <a:pt x="154745" y="121398"/>
                    <a:pt x="151773" y="108654"/>
                    <a:pt x="145771" y="97256"/>
                  </a:cubicBezTo>
                  <a:cubicBezTo>
                    <a:pt x="140349" y="87123"/>
                    <a:pt x="132179" y="78715"/>
                    <a:pt x="122215" y="72988"/>
                  </a:cubicBezTo>
                  <a:close/>
                </a:path>
              </a:pathLst>
            </a:custGeom>
            <a:solidFill>
              <a:srgbClr val="00A443"/>
            </a:solidFill>
            <a:ln w="1868" cap="flat">
              <a:noFill/>
              <a:prstDash val="solid"/>
              <a:miter/>
            </a:ln>
          </p:spPr>
          <p:txBody>
            <a:bodyPr rtlCol="0" anchor="ctr"/>
            <a:lstStyle/>
            <a:p>
              <a:pPr rtl="0"/>
              <a:endParaRPr lang="en-GB" sz="900"/>
            </a:p>
          </p:txBody>
        </p:sp>
        <p:sp>
          <p:nvSpPr>
            <p:cNvPr id="33" name="Forma libre: forma 32">
              <a:extLst>
                <a:ext uri="{FF2B5EF4-FFF2-40B4-BE49-F238E27FC236}">
                  <a16:creationId xmlns:a16="http://schemas.microsoft.com/office/drawing/2014/main" id="{8A08B1D1-1C94-AAF1-495A-C0D9E36BBFDB}"/>
                </a:ext>
              </a:extLst>
            </p:cNvPr>
            <p:cNvSpPr/>
            <p:nvPr/>
          </p:nvSpPr>
          <p:spPr>
            <a:xfrm>
              <a:off x="22567890" y="991614"/>
              <a:ext cx="183200" cy="247981"/>
            </a:xfrm>
            <a:custGeom>
              <a:avLst/>
              <a:gdLst>
                <a:gd name="connsiteX0" fmla="*/ 158690 w 183200"/>
                <a:gd name="connsiteY0" fmla="*/ 21444 h 247981"/>
                <a:gd name="connsiteX1" fmla="*/ 91385 w 183200"/>
                <a:gd name="connsiteY1" fmla="*/ 0 h 247981"/>
                <a:gd name="connsiteX2" fmla="*/ 0 w 183200"/>
                <a:gd name="connsiteY2" fmla="*/ 0 h 247981"/>
                <a:gd name="connsiteX3" fmla="*/ 0 w 183200"/>
                <a:gd name="connsiteY3" fmla="*/ 247981 h 247981"/>
                <a:gd name="connsiteX4" fmla="*/ 36476 w 183200"/>
                <a:gd name="connsiteY4" fmla="*/ 247981 h 247981"/>
                <a:gd name="connsiteX5" fmla="*/ 36476 w 183200"/>
                <a:gd name="connsiteY5" fmla="*/ 160111 h 247981"/>
                <a:gd name="connsiteX6" fmla="*/ 91740 w 183200"/>
                <a:gd name="connsiteY6" fmla="*/ 160111 h 247981"/>
                <a:gd name="connsiteX7" fmla="*/ 140462 w 183200"/>
                <a:gd name="connsiteY7" fmla="*/ 150539 h 247981"/>
                <a:gd name="connsiteX8" fmla="*/ 171983 w 183200"/>
                <a:gd name="connsiteY8" fmla="*/ 122906 h 247981"/>
                <a:gd name="connsiteX9" fmla="*/ 183200 w 183200"/>
                <a:gd name="connsiteY9" fmla="*/ 80411 h 247981"/>
                <a:gd name="connsiteX10" fmla="*/ 158690 w 183200"/>
                <a:gd name="connsiteY10" fmla="*/ 21444 h 247981"/>
                <a:gd name="connsiteX11" fmla="*/ 130011 w 183200"/>
                <a:gd name="connsiteY11" fmla="*/ 115839 h 247981"/>
                <a:gd name="connsiteX12" fmla="*/ 88562 w 183200"/>
                <a:gd name="connsiteY12" fmla="*/ 127898 h 247981"/>
                <a:gd name="connsiteX13" fmla="*/ 36419 w 183200"/>
                <a:gd name="connsiteY13" fmla="*/ 127898 h 247981"/>
                <a:gd name="connsiteX14" fmla="*/ 36419 w 183200"/>
                <a:gd name="connsiteY14" fmla="*/ 32961 h 247981"/>
                <a:gd name="connsiteX15" fmla="*/ 88506 w 183200"/>
                <a:gd name="connsiteY15" fmla="*/ 32961 h 247981"/>
                <a:gd name="connsiteX16" fmla="*/ 129955 w 183200"/>
                <a:gd name="connsiteY16" fmla="*/ 44814 h 247981"/>
                <a:gd name="connsiteX17" fmla="*/ 144818 w 183200"/>
                <a:gd name="connsiteY17" fmla="*/ 80429 h 247981"/>
                <a:gd name="connsiteX18" fmla="*/ 129955 w 183200"/>
                <a:gd name="connsiteY18" fmla="*/ 115839 h 247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3200" h="247981">
                  <a:moveTo>
                    <a:pt x="158690" y="21444"/>
                  </a:moveTo>
                  <a:cubicBezTo>
                    <a:pt x="142406" y="7161"/>
                    <a:pt x="119971" y="13"/>
                    <a:pt x="91385" y="0"/>
                  </a:cubicBezTo>
                  <a:lnTo>
                    <a:pt x="0" y="0"/>
                  </a:lnTo>
                  <a:lnTo>
                    <a:pt x="0" y="247981"/>
                  </a:lnTo>
                  <a:lnTo>
                    <a:pt x="36476" y="247981"/>
                  </a:lnTo>
                  <a:lnTo>
                    <a:pt x="36476" y="160111"/>
                  </a:lnTo>
                  <a:lnTo>
                    <a:pt x="91740" y="160111"/>
                  </a:lnTo>
                  <a:cubicBezTo>
                    <a:pt x="110642" y="160111"/>
                    <a:pt x="126870" y="156920"/>
                    <a:pt x="140462" y="150539"/>
                  </a:cubicBezTo>
                  <a:cubicBezTo>
                    <a:pt x="153474" y="144659"/>
                    <a:pt x="164448" y="135040"/>
                    <a:pt x="171983" y="122906"/>
                  </a:cubicBezTo>
                  <a:cubicBezTo>
                    <a:pt x="179461" y="110866"/>
                    <a:pt x="183200" y="96700"/>
                    <a:pt x="183200" y="80411"/>
                  </a:cubicBezTo>
                  <a:cubicBezTo>
                    <a:pt x="183125" y="55383"/>
                    <a:pt x="174955" y="35728"/>
                    <a:pt x="158690" y="21444"/>
                  </a:cubicBezTo>
                  <a:close/>
                  <a:moveTo>
                    <a:pt x="130011" y="115839"/>
                  </a:moveTo>
                  <a:cubicBezTo>
                    <a:pt x="120046" y="123879"/>
                    <a:pt x="106229" y="127898"/>
                    <a:pt x="88562" y="127898"/>
                  </a:cubicBezTo>
                  <a:lnTo>
                    <a:pt x="36419" y="127898"/>
                  </a:lnTo>
                  <a:lnTo>
                    <a:pt x="36419" y="32961"/>
                  </a:lnTo>
                  <a:lnTo>
                    <a:pt x="88506" y="32961"/>
                  </a:lnTo>
                  <a:cubicBezTo>
                    <a:pt x="106211" y="32961"/>
                    <a:pt x="120027" y="36911"/>
                    <a:pt x="129955" y="44814"/>
                  </a:cubicBezTo>
                  <a:cubicBezTo>
                    <a:pt x="139882" y="52717"/>
                    <a:pt x="144836" y="64588"/>
                    <a:pt x="144818" y="80429"/>
                  </a:cubicBezTo>
                  <a:cubicBezTo>
                    <a:pt x="144818" y="96009"/>
                    <a:pt x="139863" y="107813"/>
                    <a:pt x="129955" y="115839"/>
                  </a:cubicBezTo>
                  <a:close/>
                </a:path>
              </a:pathLst>
            </a:custGeom>
            <a:solidFill>
              <a:srgbClr val="00A443"/>
            </a:solidFill>
            <a:ln w="1868" cap="flat">
              <a:noFill/>
              <a:prstDash val="solid"/>
              <a:miter/>
            </a:ln>
          </p:spPr>
          <p:txBody>
            <a:bodyPr rtlCol="0" anchor="ctr"/>
            <a:lstStyle/>
            <a:p>
              <a:pPr rtl="0"/>
              <a:endParaRPr lang="en-GB" sz="900"/>
            </a:p>
          </p:txBody>
        </p:sp>
        <p:sp>
          <p:nvSpPr>
            <p:cNvPr id="34" name="Forma libre: forma 33">
              <a:extLst>
                <a:ext uri="{FF2B5EF4-FFF2-40B4-BE49-F238E27FC236}">
                  <a16:creationId xmlns:a16="http://schemas.microsoft.com/office/drawing/2014/main" id="{742B6C4F-2E50-A3B6-9B57-9A07310D8901}"/>
                </a:ext>
              </a:extLst>
            </p:cNvPr>
            <p:cNvSpPr/>
            <p:nvPr/>
          </p:nvSpPr>
          <p:spPr>
            <a:xfrm>
              <a:off x="22753981" y="1056079"/>
              <a:ext cx="182449" cy="187405"/>
            </a:xfrm>
            <a:custGeom>
              <a:avLst/>
              <a:gdLst>
                <a:gd name="connsiteX0" fmla="*/ 138169 w 182449"/>
                <a:gd name="connsiteY0" fmla="*/ 11702 h 187405"/>
                <a:gd name="connsiteX1" fmla="*/ 91055 w 182449"/>
                <a:gd name="connsiteY1" fmla="*/ 17 h 187405"/>
                <a:gd name="connsiteX2" fmla="*/ 54917 w 182449"/>
                <a:gd name="connsiteY2" fmla="*/ 6748 h 187405"/>
                <a:gd name="connsiteX3" fmla="*/ 25863 w 182449"/>
                <a:gd name="connsiteY3" fmla="*/ 26061 h 187405"/>
                <a:gd name="connsiteX4" fmla="*/ 6737 w 182449"/>
                <a:gd name="connsiteY4" fmla="*/ 55806 h 187405"/>
                <a:gd name="connsiteX5" fmla="*/ 7 w 182449"/>
                <a:gd name="connsiteY5" fmla="*/ 93534 h 187405"/>
                <a:gd name="connsiteX6" fmla="*/ 11879 w 182449"/>
                <a:gd name="connsiteY6" fmla="*/ 142423 h 187405"/>
                <a:gd name="connsiteX7" fmla="*/ 44465 w 182449"/>
                <a:gd name="connsiteY7" fmla="*/ 175552 h 187405"/>
                <a:gd name="connsiteX8" fmla="*/ 127531 w 182449"/>
                <a:gd name="connsiteY8" fmla="*/ 180507 h 187405"/>
                <a:gd name="connsiteX9" fmla="*/ 156584 w 182449"/>
                <a:gd name="connsiteY9" fmla="*/ 161194 h 187405"/>
                <a:gd name="connsiteX10" fmla="*/ 175710 w 182449"/>
                <a:gd name="connsiteY10" fmla="*/ 131617 h 187405"/>
                <a:gd name="connsiteX11" fmla="*/ 182441 w 182449"/>
                <a:gd name="connsiteY11" fmla="*/ 93534 h 187405"/>
                <a:gd name="connsiteX12" fmla="*/ 170587 w 182449"/>
                <a:gd name="connsiteY12" fmla="*/ 44476 h 187405"/>
                <a:gd name="connsiteX13" fmla="*/ 138169 w 182449"/>
                <a:gd name="connsiteY13" fmla="*/ 11702 h 187405"/>
                <a:gd name="connsiteX14" fmla="*/ 142768 w 182449"/>
                <a:gd name="connsiteY14" fmla="*/ 119745 h 187405"/>
                <a:gd name="connsiteX15" fmla="*/ 131083 w 182449"/>
                <a:gd name="connsiteY15" fmla="*/ 139413 h 187405"/>
                <a:gd name="connsiteX16" fmla="*/ 113360 w 182449"/>
                <a:gd name="connsiteY16" fmla="*/ 151622 h 187405"/>
                <a:gd name="connsiteX17" fmla="*/ 91055 w 182449"/>
                <a:gd name="connsiteY17" fmla="*/ 155884 h 187405"/>
                <a:gd name="connsiteX18" fmla="*/ 62881 w 182449"/>
                <a:gd name="connsiteY18" fmla="*/ 148406 h 187405"/>
                <a:gd name="connsiteX19" fmla="*/ 43045 w 182449"/>
                <a:gd name="connsiteY19" fmla="*/ 126981 h 187405"/>
                <a:gd name="connsiteX20" fmla="*/ 35791 w 182449"/>
                <a:gd name="connsiteY20" fmla="*/ 93496 h 187405"/>
                <a:gd name="connsiteX21" fmla="*/ 39866 w 182449"/>
                <a:gd name="connsiteY21" fmla="*/ 67322 h 187405"/>
                <a:gd name="connsiteX22" fmla="*/ 51383 w 182449"/>
                <a:gd name="connsiteY22" fmla="*/ 47841 h 187405"/>
                <a:gd name="connsiteX23" fmla="*/ 69088 w 182449"/>
                <a:gd name="connsiteY23" fmla="*/ 35614 h 187405"/>
                <a:gd name="connsiteX24" fmla="*/ 91055 w 182449"/>
                <a:gd name="connsiteY24" fmla="*/ 31538 h 187405"/>
                <a:gd name="connsiteX25" fmla="*/ 119922 w 182449"/>
                <a:gd name="connsiteY25" fmla="*/ 39017 h 187405"/>
                <a:gd name="connsiteX26" fmla="*/ 139758 w 182449"/>
                <a:gd name="connsiteY26" fmla="*/ 60274 h 187405"/>
                <a:gd name="connsiteX27" fmla="*/ 147012 w 182449"/>
                <a:gd name="connsiteY27" fmla="*/ 93571 h 187405"/>
                <a:gd name="connsiteX28" fmla="*/ 142731 w 182449"/>
                <a:gd name="connsiteY28" fmla="*/ 119745 h 18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82449" h="187405">
                  <a:moveTo>
                    <a:pt x="138169" y="11702"/>
                  </a:moveTo>
                  <a:cubicBezTo>
                    <a:pt x="123773" y="3732"/>
                    <a:pt x="107508" y="-299"/>
                    <a:pt x="91055" y="17"/>
                  </a:cubicBezTo>
                  <a:cubicBezTo>
                    <a:pt x="78679" y="-101"/>
                    <a:pt x="66414" y="2184"/>
                    <a:pt x="54917" y="6748"/>
                  </a:cubicBezTo>
                  <a:cubicBezTo>
                    <a:pt x="43998" y="11106"/>
                    <a:pt x="34108" y="17683"/>
                    <a:pt x="25863" y="26061"/>
                  </a:cubicBezTo>
                  <a:cubicBezTo>
                    <a:pt x="17525" y="34563"/>
                    <a:pt x="11019" y="44687"/>
                    <a:pt x="6737" y="55806"/>
                  </a:cubicBezTo>
                  <a:cubicBezTo>
                    <a:pt x="2138" y="67848"/>
                    <a:pt x="-143" y="80647"/>
                    <a:pt x="7" y="93534"/>
                  </a:cubicBezTo>
                  <a:cubicBezTo>
                    <a:pt x="7" y="111955"/>
                    <a:pt x="3970" y="128252"/>
                    <a:pt x="11879" y="142423"/>
                  </a:cubicBezTo>
                  <a:cubicBezTo>
                    <a:pt x="19469" y="156266"/>
                    <a:pt x="30743" y="167734"/>
                    <a:pt x="44465" y="175552"/>
                  </a:cubicBezTo>
                  <a:cubicBezTo>
                    <a:pt x="70060" y="189391"/>
                    <a:pt x="100478" y="191204"/>
                    <a:pt x="127531" y="180507"/>
                  </a:cubicBezTo>
                  <a:cubicBezTo>
                    <a:pt x="138412" y="176065"/>
                    <a:pt x="148283" y="169500"/>
                    <a:pt x="156584" y="161194"/>
                  </a:cubicBezTo>
                  <a:cubicBezTo>
                    <a:pt x="164960" y="152775"/>
                    <a:pt x="171466" y="142700"/>
                    <a:pt x="175710" y="131617"/>
                  </a:cubicBezTo>
                  <a:cubicBezTo>
                    <a:pt x="180328" y="119457"/>
                    <a:pt x="182609" y="106539"/>
                    <a:pt x="182441" y="93534"/>
                  </a:cubicBezTo>
                  <a:cubicBezTo>
                    <a:pt x="182441" y="74838"/>
                    <a:pt x="178496" y="58485"/>
                    <a:pt x="170587" y="44476"/>
                  </a:cubicBezTo>
                  <a:cubicBezTo>
                    <a:pt x="162997" y="30776"/>
                    <a:pt x="151779" y="19435"/>
                    <a:pt x="138169" y="11702"/>
                  </a:cubicBezTo>
                  <a:close/>
                  <a:moveTo>
                    <a:pt x="142768" y="119745"/>
                  </a:moveTo>
                  <a:cubicBezTo>
                    <a:pt x="140244" y="127024"/>
                    <a:pt x="136262" y="133713"/>
                    <a:pt x="131083" y="139413"/>
                  </a:cubicBezTo>
                  <a:cubicBezTo>
                    <a:pt x="126129" y="144719"/>
                    <a:pt x="120090" y="148885"/>
                    <a:pt x="113360" y="151622"/>
                  </a:cubicBezTo>
                  <a:cubicBezTo>
                    <a:pt x="106274" y="154508"/>
                    <a:pt x="98702" y="155957"/>
                    <a:pt x="91055" y="155884"/>
                  </a:cubicBezTo>
                  <a:cubicBezTo>
                    <a:pt x="81165" y="156004"/>
                    <a:pt x="71425" y="153418"/>
                    <a:pt x="62881" y="148406"/>
                  </a:cubicBezTo>
                  <a:cubicBezTo>
                    <a:pt x="54356" y="143302"/>
                    <a:pt x="47476" y="135867"/>
                    <a:pt x="43045" y="126981"/>
                  </a:cubicBezTo>
                  <a:cubicBezTo>
                    <a:pt x="38202" y="117657"/>
                    <a:pt x="35772" y="106496"/>
                    <a:pt x="35791" y="93496"/>
                  </a:cubicBezTo>
                  <a:cubicBezTo>
                    <a:pt x="35622" y="84601"/>
                    <a:pt x="37006" y="75747"/>
                    <a:pt x="39866" y="67322"/>
                  </a:cubicBezTo>
                  <a:cubicBezTo>
                    <a:pt x="42371" y="60124"/>
                    <a:pt x="46279" y="53500"/>
                    <a:pt x="51383" y="47841"/>
                  </a:cubicBezTo>
                  <a:cubicBezTo>
                    <a:pt x="56263" y="42451"/>
                    <a:pt x="62320" y="38265"/>
                    <a:pt x="69088" y="35614"/>
                  </a:cubicBezTo>
                  <a:cubicBezTo>
                    <a:pt x="76080" y="32871"/>
                    <a:pt x="83540" y="31488"/>
                    <a:pt x="91055" y="31538"/>
                  </a:cubicBezTo>
                  <a:cubicBezTo>
                    <a:pt x="101170" y="31363"/>
                    <a:pt x="111153" y="33948"/>
                    <a:pt x="119922" y="39017"/>
                  </a:cubicBezTo>
                  <a:cubicBezTo>
                    <a:pt x="128410" y="44087"/>
                    <a:pt x="135290" y="51457"/>
                    <a:pt x="139758" y="60274"/>
                  </a:cubicBezTo>
                  <a:cubicBezTo>
                    <a:pt x="144600" y="69497"/>
                    <a:pt x="147012" y="80596"/>
                    <a:pt x="147012" y="93571"/>
                  </a:cubicBezTo>
                  <a:cubicBezTo>
                    <a:pt x="147124" y="102480"/>
                    <a:pt x="145685" y="111338"/>
                    <a:pt x="142731" y="119745"/>
                  </a:cubicBezTo>
                  <a:close/>
                </a:path>
              </a:pathLst>
            </a:custGeom>
            <a:solidFill>
              <a:srgbClr val="00A443"/>
            </a:solidFill>
            <a:ln w="1868" cap="flat">
              <a:noFill/>
              <a:prstDash val="solid"/>
              <a:miter/>
            </a:ln>
          </p:spPr>
          <p:txBody>
            <a:bodyPr rtlCol="0" anchor="ctr"/>
            <a:lstStyle/>
            <a:p>
              <a:pPr rtl="0"/>
              <a:endParaRPr lang="en-GB" sz="900"/>
            </a:p>
          </p:txBody>
        </p:sp>
        <p:sp>
          <p:nvSpPr>
            <p:cNvPr id="35" name="Forma libre: forma 34">
              <a:extLst>
                <a:ext uri="{FF2B5EF4-FFF2-40B4-BE49-F238E27FC236}">
                  <a16:creationId xmlns:a16="http://schemas.microsoft.com/office/drawing/2014/main" id="{B6E99C05-70B1-DA9B-5633-95CB3EAB307F}"/>
                </a:ext>
              </a:extLst>
            </p:cNvPr>
            <p:cNvSpPr/>
            <p:nvPr/>
          </p:nvSpPr>
          <p:spPr>
            <a:xfrm>
              <a:off x="22936272" y="1059629"/>
              <a:ext cx="260731" cy="180059"/>
            </a:xfrm>
            <a:custGeom>
              <a:avLst/>
              <a:gdLst>
                <a:gd name="connsiteX0" fmla="*/ 195895 w 260731"/>
                <a:gd name="connsiteY0" fmla="*/ 96807 h 180059"/>
                <a:gd name="connsiteX1" fmla="*/ 191295 w 260731"/>
                <a:gd name="connsiteY1" fmla="*/ 112212 h 180059"/>
                <a:gd name="connsiteX2" fmla="*/ 186696 w 260731"/>
                <a:gd name="connsiteY2" fmla="*/ 129039 h 180059"/>
                <a:gd name="connsiteX3" fmla="*/ 176414 w 260731"/>
                <a:gd name="connsiteY3" fmla="*/ 97143 h 180059"/>
                <a:gd name="connsiteX4" fmla="*/ 145528 w 260731"/>
                <a:gd name="connsiteY4" fmla="*/ 0 h 180059"/>
                <a:gd name="connsiteX5" fmla="*/ 115409 w 260731"/>
                <a:gd name="connsiteY5" fmla="*/ 0 h 180059"/>
                <a:gd name="connsiteX6" fmla="*/ 85029 w 260731"/>
                <a:gd name="connsiteY6" fmla="*/ 96807 h 180059"/>
                <a:gd name="connsiteX7" fmla="*/ 80242 w 260731"/>
                <a:gd name="connsiteY7" fmla="*/ 112568 h 180059"/>
                <a:gd name="connsiteX8" fmla="*/ 75101 w 260731"/>
                <a:gd name="connsiteY8" fmla="*/ 129394 h 180059"/>
                <a:gd name="connsiteX9" fmla="*/ 70147 w 260731"/>
                <a:gd name="connsiteY9" fmla="*/ 112568 h 180059"/>
                <a:gd name="connsiteX10" fmla="*/ 65529 w 260731"/>
                <a:gd name="connsiteY10" fmla="*/ 96807 h 180059"/>
                <a:gd name="connsiteX11" fmla="*/ 36849 w 260731"/>
                <a:gd name="connsiteY11" fmla="*/ 93 h 180059"/>
                <a:gd name="connsiteX12" fmla="*/ 0 w 260731"/>
                <a:gd name="connsiteY12" fmla="*/ 93 h 180059"/>
                <a:gd name="connsiteX13" fmla="*/ 57041 w 260731"/>
                <a:gd name="connsiteY13" fmla="*/ 180059 h 180059"/>
                <a:gd name="connsiteX14" fmla="*/ 89983 w 260731"/>
                <a:gd name="connsiteY14" fmla="*/ 180059 h 180059"/>
                <a:gd name="connsiteX15" fmla="*/ 120438 w 260731"/>
                <a:gd name="connsiteY15" fmla="*/ 83346 h 180059"/>
                <a:gd name="connsiteX16" fmla="*/ 130011 w 260731"/>
                <a:gd name="connsiteY16" fmla="*/ 51825 h 180059"/>
                <a:gd name="connsiteX17" fmla="*/ 140274 w 260731"/>
                <a:gd name="connsiteY17" fmla="*/ 83346 h 180059"/>
                <a:gd name="connsiteX18" fmla="*/ 170749 w 260731"/>
                <a:gd name="connsiteY18" fmla="*/ 180059 h 180059"/>
                <a:gd name="connsiteX19" fmla="*/ 204046 w 260731"/>
                <a:gd name="connsiteY19" fmla="*/ 180059 h 180059"/>
                <a:gd name="connsiteX20" fmla="*/ 260732 w 260731"/>
                <a:gd name="connsiteY20" fmla="*/ 93 h 180059"/>
                <a:gd name="connsiteX21" fmla="*/ 224593 w 260731"/>
                <a:gd name="connsiteY21" fmla="*/ 93 h 180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0731" h="180059">
                  <a:moveTo>
                    <a:pt x="195895" y="96807"/>
                  </a:moveTo>
                  <a:cubicBezTo>
                    <a:pt x="194250" y="102004"/>
                    <a:pt x="192716" y="107140"/>
                    <a:pt x="191295" y="112212"/>
                  </a:cubicBezTo>
                  <a:cubicBezTo>
                    <a:pt x="189875" y="117284"/>
                    <a:pt x="188342" y="122893"/>
                    <a:pt x="186696" y="129039"/>
                  </a:cubicBezTo>
                  <a:cubicBezTo>
                    <a:pt x="182434" y="115802"/>
                    <a:pt x="179012" y="105170"/>
                    <a:pt x="176414" y="97143"/>
                  </a:cubicBezTo>
                  <a:lnTo>
                    <a:pt x="145528" y="0"/>
                  </a:lnTo>
                  <a:lnTo>
                    <a:pt x="115409" y="0"/>
                  </a:lnTo>
                  <a:lnTo>
                    <a:pt x="85029" y="96807"/>
                  </a:lnTo>
                  <a:cubicBezTo>
                    <a:pt x="83365" y="102253"/>
                    <a:pt x="81757" y="107507"/>
                    <a:pt x="80242" y="112568"/>
                  </a:cubicBezTo>
                  <a:cubicBezTo>
                    <a:pt x="78691" y="117653"/>
                    <a:pt x="76989" y="123262"/>
                    <a:pt x="75101" y="129394"/>
                  </a:cubicBezTo>
                  <a:cubicBezTo>
                    <a:pt x="73231" y="123262"/>
                    <a:pt x="71549" y="117653"/>
                    <a:pt x="70147" y="112568"/>
                  </a:cubicBezTo>
                  <a:cubicBezTo>
                    <a:pt x="68745" y="107482"/>
                    <a:pt x="67193" y="102247"/>
                    <a:pt x="65529" y="96807"/>
                  </a:cubicBezTo>
                  <a:lnTo>
                    <a:pt x="36849" y="93"/>
                  </a:lnTo>
                  <a:lnTo>
                    <a:pt x="0" y="93"/>
                  </a:lnTo>
                  <a:lnTo>
                    <a:pt x="57041" y="180059"/>
                  </a:lnTo>
                  <a:lnTo>
                    <a:pt x="89983" y="180059"/>
                  </a:lnTo>
                  <a:lnTo>
                    <a:pt x="120438" y="83346"/>
                  </a:lnTo>
                  <a:cubicBezTo>
                    <a:pt x="123037" y="75555"/>
                    <a:pt x="126234" y="65048"/>
                    <a:pt x="130011" y="51825"/>
                  </a:cubicBezTo>
                  <a:cubicBezTo>
                    <a:pt x="134498" y="65048"/>
                    <a:pt x="137919" y="75555"/>
                    <a:pt x="140274" y="83346"/>
                  </a:cubicBezTo>
                  <a:lnTo>
                    <a:pt x="170749" y="180059"/>
                  </a:lnTo>
                  <a:lnTo>
                    <a:pt x="204046" y="180059"/>
                  </a:lnTo>
                  <a:lnTo>
                    <a:pt x="260732" y="93"/>
                  </a:lnTo>
                  <a:lnTo>
                    <a:pt x="224593" y="93"/>
                  </a:lnTo>
                  <a:close/>
                </a:path>
              </a:pathLst>
            </a:custGeom>
            <a:solidFill>
              <a:srgbClr val="00A443"/>
            </a:solidFill>
            <a:ln w="1868" cap="flat">
              <a:noFill/>
              <a:prstDash val="solid"/>
              <a:miter/>
            </a:ln>
          </p:spPr>
          <p:txBody>
            <a:bodyPr rtlCol="0" anchor="ctr"/>
            <a:lstStyle/>
            <a:p>
              <a:pPr rtl="0"/>
              <a:endParaRPr lang="en-GB" sz="900"/>
            </a:p>
          </p:txBody>
        </p:sp>
        <p:sp>
          <p:nvSpPr>
            <p:cNvPr id="36" name="Forma libre: forma 35">
              <a:extLst>
                <a:ext uri="{FF2B5EF4-FFF2-40B4-BE49-F238E27FC236}">
                  <a16:creationId xmlns:a16="http://schemas.microsoft.com/office/drawing/2014/main" id="{3E1C48FB-014F-5A66-6FD3-AF60D8D3DE74}"/>
                </a:ext>
              </a:extLst>
            </p:cNvPr>
            <p:cNvSpPr/>
            <p:nvPr/>
          </p:nvSpPr>
          <p:spPr>
            <a:xfrm>
              <a:off x="23196992" y="1056084"/>
              <a:ext cx="169675" cy="187473"/>
            </a:xfrm>
            <a:custGeom>
              <a:avLst/>
              <a:gdLst>
                <a:gd name="connsiteX0" fmla="*/ 129312 w 169675"/>
                <a:gd name="connsiteY0" fmla="*/ 11529 h 187473"/>
                <a:gd name="connsiteX1" fmla="*/ 86442 w 169675"/>
                <a:gd name="connsiteY1" fmla="*/ 12 h 187473"/>
                <a:gd name="connsiteX2" fmla="*/ 51537 w 169675"/>
                <a:gd name="connsiteY2" fmla="*/ 6555 h 187473"/>
                <a:gd name="connsiteX3" fmla="*/ 24092 w 169675"/>
                <a:gd name="connsiteY3" fmla="*/ 25569 h 187473"/>
                <a:gd name="connsiteX4" fmla="*/ 6200 w 169675"/>
                <a:gd name="connsiteY4" fmla="*/ 55146 h 187473"/>
                <a:gd name="connsiteX5" fmla="*/ 11 w 169675"/>
                <a:gd name="connsiteY5" fmla="*/ 93585 h 187473"/>
                <a:gd name="connsiteX6" fmla="*/ 11341 w 169675"/>
                <a:gd name="connsiteY6" fmla="*/ 142642 h 187473"/>
                <a:gd name="connsiteX7" fmla="*/ 42507 w 169675"/>
                <a:gd name="connsiteY7" fmla="*/ 175603 h 187473"/>
                <a:gd name="connsiteX8" fmla="*/ 88218 w 169675"/>
                <a:gd name="connsiteY8" fmla="*/ 187456 h 187473"/>
                <a:gd name="connsiteX9" fmla="*/ 118487 w 169675"/>
                <a:gd name="connsiteY9" fmla="*/ 183025 h 187473"/>
                <a:gd name="connsiteX10" fmla="*/ 145428 w 169675"/>
                <a:gd name="connsiteY10" fmla="*/ 168517 h 187473"/>
                <a:gd name="connsiteX11" fmla="*/ 166498 w 169675"/>
                <a:gd name="connsiteY11" fmla="*/ 142474 h 187473"/>
                <a:gd name="connsiteX12" fmla="*/ 139576 w 169675"/>
                <a:gd name="connsiteY12" fmla="*/ 125816 h 187473"/>
                <a:gd name="connsiteX13" fmla="*/ 126115 w 169675"/>
                <a:gd name="connsiteY13" fmla="*/ 143708 h 187473"/>
                <a:gd name="connsiteX14" fmla="*/ 108746 w 169675"/>
                <a:gd name="connsiteY14" fmla="*/ 153635 h 187473"/>
                <a:gd name="connsiteX15" fmla="*/ 88181 w 169675"/>
                <a:gd name="connsiteY15" fmla="*/ 156645 h 187473"/>
                <a:gd name="connsiteX16" fmla="*/ 60904 w 169675"/>
                <a:gd name="connsiteY16" fmla="*/ 149560 h 187473"/>
                <a:gd name="connsiteX17" fmla="*/ 41983 w 169675"/>
                <a:gd name="connsiteY17" fmla="*/ 128396 h 187473"/>
                <a:gd name="connsiteX18" fmla="*/ 35384 w 169675"/>
                <a:gd name="connsiteY18" fmla="*/ 101661 h 187473"/>
                <a:gd name="connsiteX19" fmla="*/ 169339 w 169675"/>
                <a:gd name="connsiteY19" fmla="*/ 101661 h 187473"/>
                <a:gd name="connsiteX20" fmla="*/ 169676 w 169675"/>
                <a:gd name="connsiteY20" fmla="*/ 96707 h 187473"/>
                <a:gd name="connsiteX21" fmla="*/ 169676 w 169675"/>
                <a:gd name="connsiteY21" fmla="*/ 92089 h 187473"/>
                <a:gd name="connsiteX22" fmla="*/ 158888 w 169675"/>
                <a:gd name="connsiteY22" fmla="*/ 43741 h 187473"/>
                <a:gd name="connsiteX23" fmla="*/ 129312 w 169675"/>
                <a:gd name="connsiteY23" fmla="*/ 11529 h 187473"/>
                <a:gd name="connsiteX24" fmla="*/ 48714 w 169675"/>
                <a:gd name="connsiteY24" fmla="*/ 45891 h 187473"/>
                <a:gd name="connsiteX25" fmla="*/ 64830 w 169675"/>
                <a:gd name="connsiteY25" fmla="*/ 33496 h 187473"/>
                <a:gd name="connsiteX26" fmla="*/ 86087 w 169675"/>
                <a:gd name="connsiteY26" fmla="*/ 29420 h 187473"/>
                <a:gd name="connsiteX27" fmla="*/ 120973 w 169675"/>
                <a:gd name="connsiteY27" fmla="*/ 44994 h 187473"/>
                <a:gd name="connsiteX28" fmla="*/ 133500 w 169675"/>
                <a:gd name="connsiteY28" fmla="*/ 75823 h 187473"/>
                <a:gd name="connsiteX29" fmla="*/ 36412 w 169675"/>
                <a:gd name="connsiteY29" fmla="*/ 75823 h 187473"/>
                <a:gd name="connsiteX30" fmla="*/ 38618 w 169675"/>
                <a:gd name="connsiteY30" fmla="*/ 66083 h 187473"/>
                <a:gd name="connsiteX31" fmla="*/ 48714 w 169675"/>
                <a:gd name="connsiteY31" fmla="*/ 45891 h 187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69675" h="187473">
                  <a:moveTo>
                    <a:pt x="129312" y="11529"/>
                  </a:moveTo>
                  <a:cubicBezTo>
                    <a:pt x="116393" y="3742"/>
                    <a:pt x="101530" y="-248"/>
                    <a:pt x="86442" y="12"/>
                  </a:cubicBezTo>
                  <a:cubicBezTo>
                    <a:pt x="74496" y="-138"/>
                    <a:pt x="62624" y="2087"/>
                    <a:pt x="51537" y="6555"/>
                  </a:cubicBezTo>
                  <a:cubicBezTo>
                    <a:pt x="41142" y="10869"/>
                    <a:pt x="31776" y="17350"/>
                    <a:pt x="24092" y="25569"/>
                  </a:cubicBezTo>
                  <a:cubicBezTo>
                    <a:pt x="16146" y="34083"/>
                    <a:pt x="10051" y="44155"/>
                    <a:pt x="6200" y="55146"/>
                  </a:cubicBezTo>
                  <a:cubicBezTo>
                    <a:pt x="1919" y="67502"/>
                    <a:pt x="-175" y="80511"/>
                    <a:pt x="11" y="93585"/>
                  </a:cubicBezTo>
                  <a:cubicBezTo>
                    <a:pt x="11" y="112280"/>
                    <a:pt x="3788" y="128634"/>
                    <a:pt x="11341" y="142642"/>
                  </a:cubicBezTo>
                  <a:cubicBezTo>
                    <a:pt x="18502" y="156283"/>
                    <a:pt x="29289" y="167685"/>
                    <a:pt x="42507" y="175603"/>
                  </a:cubicBezTo>
                  <a:cubicBezTo>
                    <a:pt x="56361" y="183676"/>
                    <a:pt x="72177" y="187778"/>
                    <a:pt x="88218" y="187456"/>
                  </a:cubicBezTo>
                  <a:cubicBezTo>
                    <a:pt x="98464" y="187475"/>
                    <a:pt x="108672" y="185981"/>
                    <a:pt x="118487" y="183025"/>
                  </a:cubicBezTo>
                  <a:cubicBezTo>
                    <a:pt x="128358" y="180049"/>
                    <a:pt x="137519" y="175115"/>
                    <a:pt x="145428" y="168517"/>
                  </a:cubicBezTo>
                  <a:cubicBezTo>
                    <a:pt x="154009" y="161222"/>
                    <a:pt x="161151" y="152390"/>
                    <a:pt x="166498" y="142474"/>
                  </a:cubicBezTo>
                  <a:lnTo>
                    <a:pt x="139576" y="125816"/>
                  </a:lnTo>
                  <a:cubicBezTo>
                    <a:pt x="136248" y="132565"/>
                    <a:pt x="131667" y="138632"/>
                    <a:pt x="126115" y="143708"/>
                  </a:cubicBezTo>
                  <a:cubicBezTo>
                    <a:pt x="121104" y="148223"/>
                    <a:pt x="115178" y="151609"/>
                    <a:pt x="108746" y="153635"/>
                  </a:cubicBezTo>
                  <a:cubicBezTo>
                    <a:pt x="102091" y="155683"/>
                    <a:pt x="95154" y="156698"/>
                    <a:pt x="88181" y="156645"/>
                  </a:cubicBezTo>
                  <a:cubicBezTo>
                    <a:pt x="78609" y="156806"/>
                    <a:pt x="69186" y="154357"/>
                    <a:pt x="60904" y="149560"/>
                  </a:cubicBezTo>
                  <a:cubicBezTo>
                    <a:pt x="52622" y="144551"/>
                    <a:pt x="46041" y="137179"/>
                    <a:pt x="41983" y="128396"/>
                  </a:cubicBezTo>
                  <a:cubicBezTo>
                    <a:pt x="38076" y="119996"/>
                    <a:pt x="35833" y="110916"/>
                    <a:pt x="35384" y="101661"/>
                  </a:cubicBezTo>
                  <a:lnTo>
                    <a:pt x="169339" y="101661"/>
                  </a:lnTo>
                  <a:cubicBezTo>
                    <a:pt x="169564" y="100020"/>
                    <a:pt x="169676" y="98363"/>
                    <a:pt x="169676" y="96707"/>
                  </a:cubicBezTo>
                  <a:lnTo>
                    <a:pt x="169676" y="92089"/>
                  </a:lnTo>
                  <a:cubicBezTo>
                    <a:pt x="169676" y="73668"/>
                    <a:pt x="166086" y="57552"/>
                    <a:pt x="158888" y="43741"/>
                  </a:cubicBezTo>
                  <a:cubicBezTo>
                    <a:pt x="152177" y="30484"/>
                    <a:pt x="141950" y="19338"/>
                    <a:pt x="129312" y="11529"/>
                  </a:cubicBezTo>
                  <a:close/>
                  <a:moveTo>
                    <a:pt x="48714" y="45891"/>
                  </a:moveTo>
                  <a:cubicBezTo>
                    <a:pt x="52939" y="40447"/>
                    <a:pt x="58492" y="36179"/>
                    <a:pt x="64830" y="33496"/>
                  </a:cubicBezTo>
                  <a:cubicBezTo>
                    <a:pt x="71560" y="30703"/>
                    <a:pt x="78796" y="29316"/>
                    <a:pt x="86087" y="29420"/>
                  </a:cubicBezTo>
                  <a:cubicBezTo>
                    <a:pt x="99473" y="29071"/>
                    <a:pt x="112299" y="34795"/>
                    <a:pt x="120973" y="44994"/>
                  </a:cubicBezTo>
                  <a:cubicBezTo>
                    <a:pt x="127480" y="52472"/>
                    <a:pt x="131649" y="62749"/>
                    <a:pt x="133500" y="75823"/>
                  </a:cubicBezTo>
                  <a:lnTo>
                    <a:pt x="36412" y="75823"/>
                  </a:lnTo>
                  <a:cubicBezTo>
                    <a:pt x="36936" y="72533"/>
                    <a:pt x="37665" y="69278"/>
                    <a:pt x="38618" y="66083"/>
                  </a:cubicBezTo>
                  <a:cubicBezTo>
                    <a:pt x="40675" y="58771"/>
                    <a:pt x="44096" y="51919"/>
                    <a:pt x="48714" y="45891"/>
                  </a:cubicBezTo>
                  <a:close/>
                </a:path>
              </a:pathLst>
            </a:custGeom>
            <a:solidFill>
              <a:srgbClr val="00A443"/>
            </a:solidFill>
            <a:ln w="1868" cap="flat">
              <a:noFill/>
              <a:prstDash val="solid"/>
              <a:miter/>
            </a:ln>
          </p:spPr>
          <p:txBody>
            <a:bodyPr rtlCol="0" anchor="ctr"/>
            <a:lstStyle/>
            <a:p>
              <a:pPr rtl="0"/>
              <a:endParaRPr lang="en-GB" sz="900"/>
            </a:p>
          </p:txBody>
        </p:sp>
        <p:sp>
          <p:nvSpPr>
            <p:cNvPr id="37" name="Forma libre: forma 36">
              <a:extLst>
                <a:ext uri="{FF2B5EF4-FFF2-40B4-BE49-F238E27FC236}">
                  <a16:creationId xmlns:a16="http://schemas.microsoft.com/office/drawing/2014/main" id="{195101DD-7DEB-2912-97AA-7FD4523EB73B}"/>
                </a:ext>
              </a:extLst>
            </p:cNvPr>
            <p:cNvSpPr/>
            <p:nvPr/>
          </p:nvSpPr>
          <p:spPr>
            <a:xfrm>
              <a:off x="23388935" y="1056090"/>
              <a:ext cx="93871" cy="183505"/>
            </a:xfrm>
            <a:custGeom>
              <a:avLst/>
              <a:gdLst>
                <a:gd name="connsiteX0" fmla="*/ 83608 w 93871"/>
                <a:gd name="connsiteY0" fmla="*/ 6 h 183505"/>
                <a:gd name="connsiteX1" fmla="*/ 55078 w 93871"/>
                <a:gd name="connsiteY1" fmla="*/ 8158 h 183505"/>
                <a:gd name="connsiteX2" fmla="*/ 34718 w 93871"/>
                <a:gd name="connsiteY2" fmla="*/ 32948 h 183505"/>
                <a:gd name="connsiteX3" fmla="*/ 34718 w 93871"/>
                <a:gd name="connsiteY3" fmla="*/ 3540 h 183505"/>
                <a:gd name="connsiteX4" fmla="*/ 0 w 93871"/>
                <a:gd name="connsiteY4" fmla="*/ 3540 h 183505"/>
                <a:gd name="connsiteX5" fmla="*/ 0 w 93871"/>
                <a:gd name="connsiteY5" fmla="*/ 183506 h 183505"/>
                <a:gd name="connsiteX6" fmla="*/ 34718 w 93871"/>
                <a:gd name="connsiteY6" fmla="*/ 183506 h 183505"/>
                <a:gd name="connsiteX7" fmla="*/ 34718 w 93871"/>
                <a:gd name="connsiteY7" fmla="*/ 87503 h 183505"/>
                <a:gd name="connsiteX8" fmla="*/ 46403 w 93871"/>
                <a:gd name="connsiteY8" fmla="*/ 50672 h 183505"/>
                <a:gd name="connsiteX9" fmla="*/ 76167 w 93871"/>
                <a:gd name="connsiteY9" fmla="*/ 36856 h 183505"/>
                <a:gd name="connsiteX10" fmla="*/ 93872 w 93871"/>
                <a:gd name="connsiteY10" fmla="*/ 36856 h 183505"/>
                <a:gd name="connsiteX11" fmla="*/ 93872 w 93871"/>
                <a:gd name="connsiteY11" fmla="*/ 6 h 18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871" h="183505">
                  <a:moveTo>
                    <a:pt x="83608" y="6"/>
                  </a:moveTo>
                  <a:cubicBezTo>
                    <a:pt x="73493" y="-151"/>
                    <a:pt x="63584" y="2685"/>
                    <a:pt x="55078" y="8158"/>
                  </a:cubicBezTo>
                  <a:cubicBezTo>
                    <a:pt x="46702" y="13579"/>
                    <a:pt x="39916" y="21843"/>
                    <a:pt x="34718" y="32948"/>
                  </a:cubicBezTo>
                  <a:lnTo>
                    <a:pt x="34718" y="3540"/>
                  </a:lnTo>
                  <a:lnTo>
                    <a:pt x="0" y="3540"/>
                  </a:lnTo>
                  <a:lnTo>
                    <a:pt x="0" y="183506"/>
                  </a:lnTo>
                  <a:lnTo>
                    <a:pt x="34718" y="183506"/>
                  </a:lnTo>
                  <a:lnTo>
                    <a:pt x="34718" y="87503"/>
                  </a:lnTo>
                  <a:cubicBezTo>
                    <a:pt x="34718" y="72159"/>
                    <a:pt x="38607" y="59883"/>
                    <a:pt x="46403" y="50672"/>
                  </a:cubicBezTo>
                  <a:cubicBezTo>
                    <a:pt x="53657" y="41709"/>
                    <a:pt x="64650" y="36607"/>
                    <a:pt x="76167" y="36856"/>
                  </a:cubicBezTo>
                  <a:lnTo>
                    <a:pt x="93872" y="36856"/>
                  </a:lnTo>
                  <a:lnTo>
                    <a:pt x="93872" y="6"/>
                  </a:lnTo>
                  <a:close/>
                </a:path>
              </a:pathLst>
            </a:custGeom>
            <a:solidFill>
              <a:srgbClr val="00A443"/>
            </a:solidFill>
            <a:ln w="1868" cap="flat">
              <a:noFill/>
              <a:prstDash val="solid"/>
              <a:miter/>
            </a:ln>
          </p:spPr>
          <p:txBody>
            <a:bodyPr rtlCol="0" anchor="ctr"/>
            <a:lstStyle/>
            <a:p>
              <a:pPr rtl="0"/>
              <a:endParaRPr lang="en-GB" sz="900"/>
            </a:p>
          </p:txBody>
        </p:sp>
        <p:sp>
          <p:nvSpPr>
            <p:cNvPr id="38" name="Forma libre: forma 37">
              <a:extLst>
                <a:ext uri="{FF2B5EF4-FFF2-40B4-BE49-F238E27FC236}">
                  <a16:creationId xmlns:a16="http://schemas.microsoft.com/office/drawing/2014/main" id="{55504540-3D10-6DCC-45BF-5A115AC73B29}"/>
                </a:ext>
              </a:extLst>
            </p:cNvPr>
            <p:cNvSpPr/>
            <p:nvPr/>
          </p:nvSpPr>
          <p:spPr>
            <a:xfrm>
              <a:off x="21017989" y="882056"/>
              <a:ext cx="235691" cy="377892"/>
            </a:xfrm>
            <a:custGeom>
              <a:avLst/>
              <a:gdLst>
                <a:gd name="connsiteX0" fmla="*/ 0 w 235691"/>
                <a:gd name="connsiteY0" fmla="*/ 269407 h 377892"/>
                <a:gd name="connsiteX1" fmla="*/ 31278 w 235691"/>
                <a:gd name="connsiteY1" fmla="*/ 345611 h 377892"/>
                <a:gd name="connsiteX2" fmla="*/ 156129 w 235691"/>
                <a:gd name="connsiteY2" fmla="*/ 366064 h 377892"/>
                <a:gd name="connsiteX3" fmla="*/ 193633 w 235691"/>
                <a:gd name="connsiteY3" fmla="*/ 0 h 377892"/>
                <a:gd name="connsiteX4" fmla="*/ 0 w 235691"/>
                <a:gd name="connsiteY4" fmla="*/ 269407 h 377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691" h="377892">
                  <a:moveTo>
                    <a:pt x="0" y="269407"/>
                  </a:moveTo>
                  <a:cubicBezTo>
                    <a:pt x="-43" y="297940"/>
                    <a:pt x="11201" y="325333"/>
                    <a:pt x="31278" y="345611"/>
                  </a:cubicBezTo>
                  <a:cubicBezTo>
                    <a:pt x="70016" y="384349"/>
                    <a:pt x="122607" y="384274"/>
                    <a:pt x="156129" y="366064"/>
                  </a:cubicBezTo>
                  <a:cubicBezTo>
                    <a:pt x="197166" y="343797"/>
                    <a:pt x="289486" y="277016"/>
                    <a:pt x="193633" y="0"/>
                  </a:cubicBezTo>
                  <a:cubicBezTo>
                    <a:pt x="193633" y="130759"/>
                    <a:pt x="0" y="144051"/>
                    <a:pt x="0" y="269407"/>
                  </a:cubicBezTo>
                  <a:close/>
                </a:path>
              </a:pathLst>
            </a:custGeom>
            <a:solidFill>
              <a:srgbClr val="FF9C1A"/>
            </a:solidFill>
            <a:ln w="1868" cap="flat">
              <a:noFill/>
              <a:prstDash val="solid"/>
              <a:miter/>
            </a:ln>
          </p:spPr>
          <p:txBody>
            <a:bodyPr rtlCol="0" anchor="ctr"/>
            <a:lstStyle/>
            <a:p>
              <a:pPr rtl="0"/>
              <a:endParaRPr lang="en-GB" sz="900"/>
            </a:p>
          </p:txBody>
        </p:sp>
        <p:sp>
          <p:nvSpPr>
            <p:cNvPr id="39" name="Forma libre: forma 38">
              <a:extLst>
                <a:ext uri="{FF2B5EF4-FFF2-40B4-BE49-F238E27FC236}">
                  <a16:creationId xmlns:a16="http://schemas.microsoft.com/office/drawing/2014/main" id="{9C03BFA9-8C9C-6E78-44BB-62BE6C10BED5}"/>
                </a:ext>
              </a:extLst>
            </p:cNvPr>
            <p:cNvSpPr/>
            <p:nvPr/>
          </p:nvSpPr>
          <p:spPr>
            <a:xfrm>
              <a:off x="20880724" y="882056"/>
              <a:ext cx="225434" cy="377875"/>
            </a:xfrm>
            <a:custGeom>
              <a:avLst/>
              <a:gdLst>
                <a:gd name="connsiteX0" fmla="*/ 225434 w 225434"/>
                <a:gd name="connsiteY0" fmla="*/ 114474 h 377875"/>
                <a:gd name="connsiteX1" fmla="*/ 193651 w 225434"/>
                <a:gd name="connsiteY1" fmla="*/ 0 h 377875"/>
                <a:gd name="connsiteX2" fmla="*/ 0 w 225434"/>
                <a:gd name="connsiteY2" fmla="*/ 269407 h 377875"/>
                <a:gd name="connsiteX3" fmla="*/ 31241 w 225434"/>
                <a:gd name="connsiteY3" fmla="*/ 345611 h 377875"/>
                <a:gd name="connsiteX4" fmla="*/ 156091 w 225434"/>
                <a:gd name="connsiteY4" fmla="*/ 366064 h 377875"/>
                <a:gd name="connsiteX5" fmla="*/ 225434 w 225434"/>
                <a:gd name="connsiteY5" fmla="*/ 114474 h 37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434" h="377875">
                  <a:moveTo>
                    <a:pt x="225434" y="114474"/>
                  </a:moveTo>
                  <a:cubicBezTo>
                    <a:pt x="219078" y="80205"/>
                    <a:pt x="208888" y="45113"/>
                    <a:pt x="193651" y="0"/>
                  </a:cubicBezTo>
                  <a:cubicBezTo>
                    <a:pt x="193651" y="130759"/>
                    <a:pt x="0" y="144051"/>
                    <a:pt x="0" y="269407"/>
                  </a:cubicBezTo>
                  <a:cubicBezTo>
                    <a:pt x="-43" y="297935"/>
                    <a:pt x="11184" y="325324"/>
                    <a:pt x="31241" y="345611"/>
                  </a:cubicBezTo>
                  <a:cubicBezTo>
                    <a:pt x="69979" y="384349"/>
                    <a:pt x="122981" y="384236"/>
                    <a:pt x="156091" y="366064"/>
                  </a:cubicBezTo>
                  <a:cubicBezTo>
                    <a:pt x="79102" y="283971"/>
                    <a:pt x="106211" y="188940"/>
                    <a:pt x="225434" y="114474"/>
                  </a:cubicBezTo>
                  <a:close/>
                </a:path>
              </a:pathLst>
            </a:custGeom>
            <a:solidFill>
              <a:srgbClr val="0DA9FF"/>
            </a:solidFill>
            <a:ln w="1868" cap="flat">
              <a:noFill/>
              <a:prstDash val="solid"/>
              <a:miter/>
            </a:ln>
          </p:spPr>
          <p:txBody>
            <a:bodyPr rtlCol="0" anchor="ctr"/>
            <a:lstStyle/>
            <a:p>
              <a:pPr rtl="0"/>
              <a:endParaRPr lang="en-GB" sz="900"/>
            </a:p>
          </p:txBody>
        </p:sp>
        <p:sp>
          <p:nvSpPr>
            <p:cNvPr id="40" name="Forma libre: forma 39">
              <a:extLst>
                <a:ext uri="{FF2B5EF4-FFF2-40B4-BE49-F238E27FC236}">
                  <a16:creationId xmlns:a16="http://schemas.microsoft.com/office/drawing/2014/main" id="{D71049A6-1109-AE18-6FB0-F2A1C646C6A1}"/>
                </a:ext>
              </a:extLst>
            </p:cNvPr>
            <p:cNvSpPr/>
            <p:nvPr/>
          </p:nvSpPr>
          <p:spPr>
            <a:xfrm>
              <a:off x="20743459" y="882056"/>
              <a:ext cx="225434" cy="466946"/>
            </a:xfrm>
            <a:custGeom>
              <a:avLst/>
              <a:gdLst>
                <a:gd name="connsiteX0" fmla="*/ 225434 w 225434"/>
                <a:gd name="connsiteY0" fmla="*/ 114474 h 466946"/>
                <a:gd name="connsiteX1" fmla="*/ 193651 w 225434"/>
                <a:gd name="connsiteY1" fmla="*/ 0 h 466946"/>
                <a:gd name="connsiteX2" fmla="*/ 0 w 225434"/>
                <a:gd name="connsiteY2" fmla="*/ 269407 h 466946"/>
                <a:gd name="connsiteX3" fmla="*/ 52087 w 225434"/>
                <a:gd name="connsiteY3" fmla="*/ 362007 h 466946"/>
                <a:gd name="connsiteX4" fmla="*/ 47095 w 225434"/>
                <a:gd name="connsiteY4" fmla="*/ 466947 h 466946"/>
                <a:gd name="connsiteX5" fmla="*/ 71941 w 225434"/>
                <a:gd name="connsiteY5" fmla="*/ 462815 h 466946"/>
                <a:gd name="connsiteX6" fmla="*/ 68015 w 225434"/>
                <a:gd name="connsiteY6" fmla="*/ 370046 h 466946"/>
                <a:gd name="connsiteX7" fmla="*/ 156091 w 225434"/>
                <a:gd name="connsiteY7" fmla="*/ 366102 h 466946"/>
                <a:gd name="connsiteX8" fmla="*/ 225434 w 225434"/>
                <a:gd name="connsiteY8" fmla="*/ 114474 h 466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5434" h="466946">
                  <a:moveTo>
                    <a:pt x="225434" y="114474"/>
                  </a:moveTo>
                  <a:cubicBezTo>
                    <a:pt x="219077" y="80205"/>
                    <a:pt x="208870" y="45113"/>
                    <a:pt x="193651" y="0"/>
                  </a:cubicBezTo>
                  <a:cubicBezTo>
                    <a:pt x="193651" y="130759"/>
                    <a:pt x="0" y="144051"/>
                    <a:pt x="0" y="269407"/>
                  </a:cubicBezTo>
                  <a:cubicBezTo>
                    <a:pt x="0" y="333702"/>
                    <a:pt x="52087" y="362007"/>
                    <a:pt x="52087" y="362007"/>
                  </a:cubicBezTo>
                  <a:cubicBezTo>
                    <a:pt x="43993" y="396383"/>
                    <a:pt x="42301" y="431958"/>
                    <a:pt x="47095" y="466947"/>
                  </a:cubicBezTo>
                  <a:lnTo>
                    <a:pt x="71941" y="462815"/>
                  </a:lnTo>
                  <a:cubicBezTo>
                    <a:pt x="59789" y="420562"/>
                    <a:pt x="67249" y="374552"/>
                    <a:pt x="68015" y="370046"/>
                  </a:cubicBezTo>
                  <a:cubicBezTo>
                    <a:pt x="99798" y="382778"/>
                    <a:pt x="132572" y="379002"/>
                    <a:pt x="156091" y="366102"/>
                  </a:cubicBezTo>
                  <a:cubicBezTo>
                    <a:pt x="78990" y="283971"/>
                    <a:pt x="106211" y="188959"/>
                    <a:pt x="225434" y="114474"/>
                  </a:cubicBezTo>
                  <a:close/>
                </a:path>
              </a:pathLst>
            </a:custGeom>
            <a:solidFill>
              <a:srgbClr val="00A443"/>
            </a:solidFill>
            <a:ln w="1868" cap="flat">
              <a:noFill/>
              <a:prstDash val="solid"/>
              <a:miter/>
            </a:ln>
          </p:spPr>
          <p:txBody>
            <a:bodyPr rtlCol="0" anchor="ctr"/>
            <a:lstStyle/>
            <a:p>
              <a:pPr rtl="0"/>
              <a:endParaRPr lang="en-GB" sz="900"/>
            </a:p>
          </p:txBody>
        </p:sp>
      </p:grpSp>
      <p:sp>
        <p:nvSpPr>
          <p:cNvPr id="3" name="No_Classification">
            <a:extLst>
              <a:ext uri="{FF2B5EF4-FFF2-40B4-BE49-F238E27FC236}">
                <a16:creationId xmlns:a16="http://schemas.microsoft.com/office/drawing/2014/main" id="{82B01934-4AAB-17E2-7044-FA75CC8B58B6}"/>
              </a:ext>
            </a:extLst>
          </p:cNvPr>
          <p:cNvSpPr txBox="1"/>
          <p:nvPr userDrawn="1">
            <p:custDataLst>
              <p:tags r:id="rId2"/>
            </p:custDataLst>
          </p:nvPr>
        </p:nvSpPr>
        <p:spPr>
          <a:xfrm>
            <a:off x="232171" y="2512759"/>
            <a:ext cx="248365" cy="64770"/>
          </a:xfrm>
          <a:prstGeom prst="rect">
            <a:avLst/>
          </a:prstGeom>
          <a:noFill/>
        </p:spPr>
        <p:txBody>
          <a:bodyPr vert="horz" wrap="square" lIns="17971" tIns="8954" rIns="17971" bIns="23368" rtlCol="0">
            <a:noAutofit/>
          </a:bodyPr>
          <a:lstStyle/>
          <a:p>
            <a:pPr algn="l" rtl="0"/>
            <a:endParaRPr lang="en-GB" sz="1000">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endParaRPr>
          </a:p>
        </p:txBody>
      </p:sp>
    </p:spTree>
    <p:extLst>
      <p:ext uri="{BB962C8B-B14F-4D97-AF65-F5344CB8AC3E}">
        <p14:creationId xmlns:p14="http://schemas.microsoft.com/office/powerpoint/2010/main" val="37572126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Cover with Image long text">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D62775AE-B44D-4261-A05E-4C9653073BF8}"/>
              </a:ext>
            </a:extLst>
          </p:cNvPr>
          <p:cNvGraphicFramePr>
            <a:graphicFrameLocks noChangeAspect="1"/>
          </p:cNvGraphicFramePr>
          <p:nvPr userDrawn="1">
            <p:custDataLst>
              <p:tags r:id="rId1"/>
            </p:custDataLst>
            <p:extLst>
              <p:ext uri="{D42A27DB-BD31-4B8C-83A1-F6EECF244321}">
                <p14:modId xmlns:p14="http://schemas.microsoft.com/office/powerpoint/2010/main" val="1723069688"/>
              </p:ext>
            </p:extLst>
          </p:nvPr>
        </p:nvGraphicFramePr>
        <p:xfrm>
          <a:off x="794" y="794"/>
          <a:ext cx="794" cy="794"/>
        </p:xfrm>
        <a:graphic>
          <a:graphicData uri="http://schemas.openxmlformats.org/presentationml/2006/ole">
            <mc:AlternateContent xmlns:mc="http://schemas.openxmlformats.org/markup-compatibility/2006">
              <mc:Choice xmlns:v="urn:schemas-microsoft-com:vml" Requires="v">
                <p:oleObj name="think-cell Slide" r:id="rId5" imgW="426" imgH="426" progId="TCLayout.ActiveDocument.1">
                  <p:embed/>
                </p:oleObj>
              </mc:Choice>
              <mc:Fallback>
                <p:oleObj name="think-cell Slide" r:id="rId5" imgW="426" imgH="426" progId="TCLayout.ActiveDocument.1">
                  <p:embed/>
                  <p:pic>
                    <p:nvPicPr>
                      <p:cNvPr id="7" name="think-cell data - do not delete" hidden="1">
                        <a:extLst>
                          <a:ext uri="{FF2B5EF4-FFF2-40B4-BE49-F238E27FC236}">
                            <a16:creationId xmlns:a16="http://schemas.microsoft.com/office/drawing/2014/main" id="{D62775AE-B44D-4261-A05E-4C9653073BF8}"/>
                          </a:ext>
                        </a:extLst>
                      </p:cNvPr>
                      <p:cNvPicPr/>
                      <p:nvPr/>
                    </p:nvPicPr>
                    <p:blipFill>
                      <a:blip r:embed="rId6"/>
                      <a:stretch>
                        <a:fillRect/>
                      </a:stretch>
                    </p:blipFill>
                    <p:spPr>
                      <a:xfrm>
                        <a:off x="794" y="794"/>
                        <a:ext cx="794" cy="794"/>
                      </a:xfrm>
                      <a:prstGeom prst="rect">
                        <a:avLst/>
                      </a:prstGeom>
                    </p:spPr>
                  </p:pic>
                </p:oleObj>
              </mc:Fallback>
            </mc:AlternateContent>
          </a:graphicData>
        </a:graphic>
      </p:graphicFrame>
      <p:sp>
        <p:nvSpPr>
          <p:cNvPr id="4" name="Picture Placeholder 6">
            <a:extLst>
              <a:ext uri="{FF2B5EF4-FFF2-40B4-BE49-F238E27FC236}">
                <a16:creationId xmlns:a16="http://schemas.microsoft.com/office/drawing/2014/main" id="{30F6BA58-506E-438E-6C2B-545913116CCF}"/>
              </a:ext>
            </a:extLst>
          </p:cNvPr>
          <p:cNvSpPr>
            <a:spLocks noGrp="1"/>
          </p:cNvSpPr>
          <p:nvPr>
            <p:ph type="pic" sz="quarter" idx="13" hasCustomPrompt="1"/>
          </p:nvPr>
        </p:nvSpPr>
        <p:spPr>
          <a:xfrm>
            <a:off x="0" y="0"/>
            <a:ext cx="12192000" cy="6858000"/>
          </a:xfrm>
          <a:prstGeom prst="roundRect">
            <a:avLst>
              <a:gd name="adj" fmla="val 0"/>
            </a:avLst>
          </a:prstGeom>
        </p:spPr>
        <p:txBody>
          <a:bodyPr/>
          <a:lstStyle>
            <a:lvl1pPr rtl="0">
              <a:defRPr/>
            </a:lvl1pPr>
          </a:lstStyle>
          <a:p>
            <a:r>
              <a:rPr lang="en-GB" noProof="0"/>
              <a:t>Click on the icon to add an image</a:t>
            </a:r>
          </a:p>
        </p:txBody>
      </p:sp>
      <p:sp>
        <p:nvSpPr>
          <p:cNvPr id="14" name="Marcador de texto 12">
            <a:extLst>
              <a:ext uri="{FF2B5EF4-FFF2-40B4-BE49-F238E27FC236}">
                <a16:creationId xmlns:a16="http://schemas.microsoft.com/office/drawing/2014/main" id="{3E0B9FA4-106C-E699-7911-B99C1308D599}"/>
              </a:ext>
            </a:extLst>
          </p:cNvPr>
          <p:cNvSpPr>
            <a:spLocks noGrp="1"/>
          </p:cNvSpPr>
          <p:nvPr>
            <p:ph type="body" sz="quarter" idx="10" hasCustomPrompt="1"/>
          </p:nvPr>
        </p:nvSpPr>
        <p:spPr>
          <a:xfrm>
            <a:off x="403500" y="2922246"/>
            <a:ext cx="11000787" cy="239157"/>
          </a:xfrm>
          <a:prstGeom prst="rect">
            <a:avLst/>
          </a:prstGeom>
        </p:spPr>
        <p:txBody>
          <a:bodyPr anchor="ctr"/>
          <a:lstStyle>
            <a:lvl1pPr marL="0" indent="0" rtl="0">
              <a:buNone/>
              <a:defRPr sz="1789" b="0" i="0">
                <a:solidFill>
                  <a:schemeClr val="bg1"/>
                </a:solidFill>
                <a:latin typeface="IberPangea Text Light" panose="020B0404000000000000" pitchFamily="34" charset="0"/>
                <a:ea typeface="IberPangea Text Light" panose="020B0404000000000000" pitchFamily="34" charset="0"/>
                <a:cs typeface="IberPangea Text Light" panose="020B0404000000000000" pitchFamily="34" charset="0"/>
              </a:defRPr>
            </a:lvl1pPr>
            <a:lvl2pPr marL="454251" indent="0">
              <a:buNone/>
              <a:defRPr b="0" i="0">
                <a:latin typeface="IberPangea Light" panose="020B0404000000000000" pitchFamily="34" charset="0"/>
                <a:ea typeface="IberPangea Light" panose="020B0404000000000000" pitchFamily="34" charset="0"/>
                <a:cs typeface="IberPangea Light" panose="020B0404000000000000" pitchFamily="34" charset="0"/>
              </a:defRPr>
            </a:lvl2pPr>
            <a:lvl3pPr marL="908503" indent="0">
              <a:buNone/>
              <a:defRPr b="0" i="0">
                <a:latin typeface="IberPangea Light" panose="020B0404000000000000" pitchFamily="34" charset="0"/>
                <a:ea typeface="IberPangea Light" panose="020B0404000000000000" pitchFamily="34" charset="0"/>
                <a:cs typeface="IberPangea Light" panose="020B0404000000000000" pitchFamily="34" charset="0"/>
              </a:defRPr>
            </a:lvl3pPr>
            <a:lvl4pPr marL="1362754" indent="0">
              <a:buNone/>
              <a:defRPr b="0" i="0">
                <a:latin typeface="IberPangea Light" panose="020B0404000000000000" pitchFamily="34" charset="0"/>
                <a:ea typeface="IberPangea Light" panose="020B0404000000000000" pitchFamily="34" charset="0"/>
                <a:cs typeface="IberPangea Light" panose="020B0404000000000000" pitchFamily="34" charset="0"/>
              </a:defRPr>
            </a:lvl4pPr>
            <a:lvl5pPr marL="1817006" indent="0">
              <a:buNone/>
              <a:defRPr b="0" i="0">
                <a:latin typeface="IberPangea Light" panose="020B0404000000000000" pitchFamily="34" charset="0"/>
                <a:ea typeface="IberPangea Light" panose="020B0404000000000000" pitchFamily="34" charset="0"/>
                <a:cs typeface="IberPangea Light" panose="020B0404000000000000" pitchFamily="34" charset="0"/>
              </a:defRPr>
            </a:lvl5pPr>
          </a:lstStyle>
          <a:p>
            <a:pPr lvl="0"/>
            <a:r>
              <a:rPr lang="en-GB" noProof="0"/>
              <a:t>Cover Subtitle</a:t>
            </a:r>
          </a:p>
        </p:txBody>
      </p:sp>
      <p:sp>
        <p:nvSpPr>
          <p:cNvPr id="15" name="Título 14">
            <a:extLst>
              <a:ext uri="{FF2B5EF4-FFF2-40B4-BE49-F238E27FC236}">
                <a16:creationId xmlns:a16="http://schemas.microsoft.com/office/drawing/2014/main" id="{287BB230-0D91-CDCE-3890-640DA6A98A18}"/>
              </a:ext>
            </a:extLst>
          </p:cNvPr>
          <p:cNvSpPr>
            <a:spLocks noGrp="1"/>
          </p:cNvSpPr>
          <p:nvPr>
            <p:ph type="title" hasCustomPrompt="1"/>
          </p:nvPr>
        </p:nvSpPr>
        <p:spPr>
          <a:xfrm>
            <a:off x="406315" y="3284984"/>
            <a:ext cx="11030456" cy="1620000"/>
          </a:xfrm>
          <a:prstGeom prst="rect">
            <a:avLst/>
          </a:prstGeom>
        </p:spPr>
        <p:txBody>
          <a:bodyPr vert="horz" anchor="t">
            <a:noAutofit/>
          </a:bodyPr>
          <a:lstStyle>
            <a:lvl1pPr rtl="0">
              <a:lnSpc>
                <a:spcPct val="80000"/>
              </a:lnSpc>
              <a:defRPr sz="6100" b="1" i="0">
                <a:solidFill>
                  <a:schemeClr val="bg1"/>
                </a:solidFill>
                <a:latin typeface="IberPangea Text" panose="020B0404000000000000" pitchFamily="34" charset="0"/>
                <a:ea typeface="IberPangea Text" panose="020B0404000000000000" pitchFamily="34" charset="0"/>
                <a:cs typeface="IberPangea Text" panose="020B0404000000000000" pitchFamily="34" charset="0"/>
              </a:defRPr>
            </a:lvl1pPr>
          </a:lstStyle>
          <a:p>
            <a:r>
              <a:rPr lang="en-GB" noProof="0"/>
              <a:t>Small PPT Title</a:t>
            </a:r>
          </a:p>
        </p:txBody>
      </p:sp>
      <p:sp>
        <p:nvSpPr>
          <p:cNvPr id="17" name="Marcador de texto 12">
            <a:extLst>
              <a:ext uri="{FF2B5EF4-FFF2-40B4-BE49-F238E27FC236}">
                <a16:creationId xmlns:a16="http://schemas.microsoft.com/office/drawing/2014/main" id="{9DA38B74-8C19-3B01-F5CA-AFDA3E362171}"/>
              </a:ext>
            </a:extLst>
          </p:cNvPr>
          <p:cNvSpPr>
            <a:spLocks noGrp="1"/>
          </p:cNvSpPr>
          <p:nvPr>
            <p:ph type="body" sz="quarter" idx="12" hasCustomPrompt="1"/>
          </p:nvPr>
        </p:nvSpPr>
        <p:spPr>
          <a:xfrm>
            <a:off x="7725449" y="6417332"/>
            <a:ext cx="4075366" cy="239157"/>
          </a:xfrm>
          <a:prstGeom prst="rect">
            <a:avLst/>
          </a:prstGeom>
        </p:spPr>
        <p:txBody>
          <a:bodyPr/>
          <a:lstStyle>
            <a:lvl1pPr marL="0" indent="0" algn="r" rtl="0">
              <a:lnSpc>
                <a:spcPct val="100000"/>
              </a:lnSpc>
              <a:spcBef>
                <a:spcPts val="0"/>
              </a:spcBef>
              <a:buNone/>
              <a:defRPr sz="1500" b="0" i="0">
                <a:solidFill>
                  <a:schemeClr val="bg1"/>
                </a:solidFill>
                <a:latin typeface="+mn-lt"/>
                <a:ea typeface="IberPangea Text Light" panose="020B0404000000000000" pitchFamily="34" charset="0"/>
                <a:cs typeface="IberPangea Text Light" panose="020B0404000000000000" pitchFamily="34" charset="0"/>
              </a:defRPr>
            </a:lvl1pPr>
            <a:lvl2pPr marL="454251" indent="0">
              <a:buNone/>
              <a:defRPr b="0" i="0">
                <a:latin typeface="IberPangea Light" panose="020B0404000000000000" pitchFamily="34" charset="0"/>
                <a:ea typeface="IberPangea Light" panose="020B0404000000000000" pitchFamily="34" charset="0"/>
                <a:cs typeface="IberPangea Light" panose="020B0404000000000000" pitchFamily="34" charset="0"/>
              </a:defRPr>
            </a:lvl2pPr>
            <a:lvl3pPr marL="908503" indent="0">
              <a:buNone/>
              <a:defRPr b="0" i="0">
                <a:latin typeface="IberPangea Light" panose="020B0404000000000000" pitchFamily="34" charset="0"/>
                <a:ea typeface="IberPangea Light" panose="020B0404000000000000" pitchFamily="34" charset="0"/>
                <a:cs typeface="IberPangea Light" panose="020B0404000000000000" pitchFamily="34" charset="0"/>
              </a:defRPr>
            </a:lvl3pPr>
            <a:lvl4pPr marL="1362754" indent="0">
              <a:buNone/>
              <a:defRPr b="0" i="0">
                <a:latin typeface="IberPangea Light" panose="020B0404000000000000" pitchFamily="34" charset="0"/>
                <a:ea typeface="IberPangea Light" panose="020B0404000000000000" pitchFamily="34" charset="0"/>
                <a:cs typeface="IberPangea Light" panose="020B0404000000000000" pitchFamily="34" charset="0"/>
              </a:defRPr>
            </a:lvl4pPr>
            <a:lvl5pPr marL="1817006" indent="0">
              <a:buNone/>
              <a:defRPr b="0" i="0">
                <a:latin typeface="IberPangea Light" panose="020B0404000000000000" pitchFamily="34" charset="0"/>
                <a:ea typeface="IberPangea Light" panose="020B0404000000000000" pitchFamily="34" charset="0"/>
                <a:cs typeface="IberPangea Light" panose="020B0404000000000000" pitchFamily="34" charset="0"/>
              </a:defRPr>
            </a:lvl5pPr>
          </a:lstStyle>
          <a:p>
            <a:fld id="{8EBBC308-45BF-CF4E-8989-F41A37644456}" type="datetime1">
              <a:rPr lang="en-GB" noProof="0" smtClean="0"/>
              <a:t>29/3/23</a:t>
            </a:fld>
            <a:endParaRPr lang="en-GB" noProof="0"/>
          </a:p>
        </p:txBody>
      </p:sp>
      <p:sp>
        <p:nvSpPr>
          <p:cNvPr id="2" name="Marcador de texto 12">
            <a:extLst>
              <a:ext uri="{FF2B5EF4-FFF2-40B4-BE49-F238E27FC236}">
                <a16:creationId xmlns:a16="http://schemas.microsoft.com/office/drawing/2014/main" id="{394C8709-5400-E9AB-2B49-4AD77847F947}"/>
              </a:ext>
            </a:extLst>
          </p:cNvPr>
          <p:cNvSpPr>
            <a:spLocks noGrp="1"/>
          </p:cNvSpPr>
          <p:nvPr>
            <p:ph type="body" sz="quarter" idx="14" hasCustomPrompt="1"/>
          </p:nvPr>
        </p:nvSpPr>
        <p:spPr>
          <a:xfrm>
            <a:off x="407221" y="6417332"/>
            <a:ext cx="4075366" cy="239157"/>
          </a:xfrm>
          <a:prstGeom prst="rect">
            <a:avLst/>
          </a:prstGeom>
        </p:spPr>
        <p:txBody>
          <a:bodyPr/>
          <a:lstStyle>
            <a:lvl1pPr marL="0" indent="0" algn="l" rtl="0">
              <a:lnSpc>
                <a:spcPct val="100000"/>
              </a:lnSpc>
              <a:spcBef>
                <a:spcPts val="0"/>
              </a:spcBef>
              <a:buNone/>
              <a:defRPr sz="1500" b="0" i="0">
                <a:solidFill>
                  <a:schemeClr val="bg1"/>
                </a:solidFill>
                <a:latin typeface="+mn-lt"/>
                <a:ea typeface="IberPangea Text Light" panose="020B0404000000000000" pitchFamily="34" charset="0"/>
                <a:cs typeface="IberPangea Text Light" panose="020B0404000000000000" pitchFamily="34" charset="0"/>
              </a:defRPr>
            </a:lvl1pPr>
            <a:lvl2pPr marL="454251" indent="0">
              <a:buNone/>
              <a:defRPr b="0" i="0">
                <a:latin typeface="IberPangea Light" panose="020B0404000000000000" pitchFamily="34" charset="0"/>
                <a:ea typeface="IberPangea Light" panose="020B0404000000000000" pitchFamily="34" charset="0"/>
                <a:cs typeface="IberPangea Light" panose="020B0404000000000000" pitchFamily="34" charset="0"/>
              </a:defRPr>
            </a:lvl2pPr>
            <a:lvl3pPr marL="908503" indent="0">
              <a:buNone/>
              <a:defRPr b="0" i="0">
                <a:latin typeface="IberPangea Light" panose="020B0404000000000000" pitchFamily="34" charset="0"/>
                <a:ea typeface="IberPangea Light" panose="020B0404000000000000" pitchFamily="34" charset="0"/>
                <a:cs typeface="IberPangea Light" panose="020B0404000000000000" pitchFamily="34" charset="0"/>
              </a:defRPr>
            </a:lvl3pPr>
            <a:lvl4pPr marL="1362754" indent="0">
              <a:buNone/>
              <a:defRPr b="0" i="0">
                <a:latin typeface="IberPangea Light" panose="020B0404000000000000" pitchFamily="34" charset="0"/>
                <a:ea typeface="IberPangea Light" panose="020B0404000000000000" pitchFamily="34" charset="0"/>
                <a:cs typeface="IberPangea Light" panose="020B0404000000000000" pitchFamily="34" charset="0"/>
              </a:defRPr>
            </a:lvl4pPr>
            <a:lvl5pPr marL="1817006" indent="0">
              <a:buNone/>
              <a:defRPr b="0" i="0">
                <a:latin typeface="IberPangea Light" panose="020B0404000000000000" pitchFamily="34" charset="0"/>
                <a:ea typeface="IberPangea Light" panose="020B0404000000000000" pitchFamily="34" charset="0"/>
                <a:cs typeface="IberPangea Light" panose="020B0404000000000000" pitchFamily="34" charset="0"/>
              </a:defRPr>
            </a:lvl5pPr>
          </a:lstStyle>
          <a:p>
            <a:r>
              <a:rPr lang="en-GB" noProof="0"/>
              <a:t>Business Division</a:t>
            </a:r>
          </a:p>
        </p:txBody>
      </p:sp>
      <p:pic>
        <p:nvPicPr>
          <p:cNvPr id="3" name="Gráfico 2">
            <a:extLst>
              <a:ext uri="{FF2B5EF4-FFF2-40B4-BE49-F238E27FC236}">
                <a16:creationId xmlns:a16="http://schemas.microsoft.com/office/drawing/2014/main" id="{A418536E-1376-6CA5-4A50-4EFBAD6EF962}"/>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76485" y="421140"/>
            <a:ext cx="765943" cy="724118"/>
          </a:xfrm>
          <a:prstGeom prst="rect">
            <a:avLst/>
          </a:prstGeom>
        </p:spPr>
      </p:pic>
      <p:sp>
        <p:nvSpPr>
          <p:cNvPr id="5" name="No_Classification">
            <a:extLst>
              <a:ext uri="{FF2B5EF4-FFF2-40B4-BE49-F238E27FC236}">
                <a16:creationId xmlns:a16="http://schemas.microsoft.com/office/drawing/2014/main" id="{E6BDEA2C-5C69-964B-7A40-FED3E418CBB0}"/>
              </a:ext>
            </a:extLst>
          </p:cNvPr>
          <p:cNvSpPr txBox="1"/>
          <p:nvPr userDrawn="1">
            <p:custDataLst>
              <p:tags r:id="rId2"/>
            </p:custDataLst>
          </p:nvPr>
        </p:nvSpPr>
        <p:spPr>
          <a:xfrm>
            <a:off x="232171" y="2512759"/>
            <a:ext cx="248365" cy="64770"/>
          </a:xfrm>
          <a:prstGeom prst="rect">
            <a:avLst/>
          </a:prstGeom>
          <a:noFill/>
        </p:spPr>
        <p:txBody>
          <a:bodyPr vert="horz" wrap="square" lIns="17971" tIns="8954" rIns="17971" bIns="23368" rtlCol="0">
            <a:noAutofit/>
          </a:bodyPr>
          <a:lstStyle/>
          <a:p>
            <a:pPr algn="l" rtl="0"/>
            <a:endParaRPr lang="en-GB" sz="1000">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endParaRPr>
          </a:p>
        </p:txBody>
      </p:sp>
      <p:sp>
        <p:nvSpPr>
          <p:cNvPr id="6" name="Client_Confidential">
            <a:extLst>
              <a:ext uri="{FF2B5EF4-FFF2-40B4-BE49-F238E27FC236}">
                <a16:creationId xmlns:a16="http://schemas.microsoft.com/office/drawing/2014/main" id="{DB40703C-677C-EA1F-E449-9066FD67D7EA}"/>
              </a:ext>
            </a:extLst>
          </p:cNvPr>
          <p:cNvSpPr txBox="1"/>
          <p:nvPr userDrawn="1">
            <p:custDataLst>
              <p:tags r:id="rId3"/>
            </p:custDataLst>
          </p:nvPr>
        </p:nvSpPr>
        <p:spPr>
          <a:xfrm>
            <a:off x="619125" y="6699504"/>
            <a:ext cx="662305" cy="168636"/>
          </a:xfrm>
          <a:prstGeom prst="rect">
            <a:avLst/>
          </a:prstGeom>
          <a:solidFill>
            <a:srgbClr val="FFFFFF"/>
          </a:solidFill>
        </p:spPr>
        <p:txBody>
          <a:bodyPr vert="horz" lIns="46736" tIns="25146" rIns="46736" bIns="61087" rtlCol="0">
            <a:spAutoFit/>
          </a:bodyPr>
          <a:lstStyle/>
          <a:p>
            <a:pPr algn="l"/>
            <a:r>
              <a:rPr lang="en-GB" sz="530">
                <a:solidFill>
                  <a:srgbClr val="00358E"/>
                </a:solidFill>
                <a:latin typeface="Calibri" panose="020F0502020204030204" pitchFamily="34" charset="0"/>
              </a:rPr>
              <a:t>Client Confidential</a:t>
            </a:r>
          </a:p>
        </p:txBody>
      </p:sp>
    </p:spTree>
    <p:extLst>
      <p:ext uri="{BB962C8B-B14F-4D97-AF65-F5344CB8AC3E}">
        <p14:creationId xmlns:p14="http://schemas.microsoft.com/office/powerpoint/2010/main" val="3367074637"/>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over with Image">
    <p:bg>
      <p:bgPr>
        <a:solidFill>
          <a:schemeClr val="bg1">
            <a:lumMod val="95000"/>
          </a:schemeClr>
        </a:solidFill>
        <a:effectLst/>
      </p:bgPr>
    </p:bg>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30F6BA58-506E-438E-6C2B-545913116CCF}"/>
              </a:ext>
            </a:extLst>
          </p:cNvPr>
          <p:cNvSpPr>
            <a:spLocks noGrp="1"/>
          </p:cNvSpPr>
          <p:nvPr>
            <p:ph type="pic" sz="quarter" idx="13" hasCustomPrompt="1"/>
          </p:nvPr>
        </p:nvSpPr>
        <p:spPr>
          <a:xfrm>
            <a:off x="1" y="0"/>
            <a:ext cx="12192000" cy="6858000"/>
          </a:xfrm>
          <a:prstGeom prst="roundRect">
            <a:avLst>
              <a:gd name="adj" fmla="val 0"/>
            </a:avLst>
          </a:prstGeom>
        </p:spPr>
        <p:txBody>
          <a:bodyPr/>
          <a:lstStyle/>
          <a:p>
            <a:r>
              <a:rPr lang="en-US" noProof="0"/>
              <a:t>Click on the icon to add an image</a:t>
            </a:r>
          </a:p>
        </p:txBody>
      </p:sp>
      <p:sp>
        <p:nvSpPr>
          <p:cNvPr id="14" name="Marcador de texto 12">
            <a:extLst>
              <a:ext uri="{FF2B5EF4-FFF2-40B4-BE49-F238E27FC236}">
                <a16:creationId xmlns:a16="http://schemas.microsoft.com/office/drawing/2014/main" id="{3E0B9FA4-106C-E699-7911-B99C1308D599}"/>
              </a:ext>
            </a:extLst>
          </p:cNvPr>
          <p:cNvSpPr>
            <a:spLocks noGrp="1"/>
          </p:cNvSpPr>
          <p:nvPr>
            <p:ph type="body" sz="quarter" idx="10" hasCustomPrompt="1"/>
          </p:nvPr>
        </p:nvSpPr>
        <p:spPr>
          <a:xfrm>
            <a:off x="403502" y="2808051"/>
            <a:ext cx="11000786" cy="353354"/>
          </a:xfrm>
          <a:prstGeom prst="rect">
            <a:avLst/>
          </a:prstGeom>
        </p:spPr>
        <p:txBody>
          <a:bodyPr lIns="0" anchor="b" anchorCtr="0"/>
          <a:lstStyle>
            <a:lvl1pPr marL="0" indent="0">
              <a:lnSpc>
                <a:spcPct val="100000"/>
              </a:lnSpc>
              <a:spcBef>
                <a:spcPts val="0"/>
              </a:spcBef>
              <a:buNone/>
              <a:defRPr sz="2000" b="0" i="0">
                <a:solidFill>
                  <a:schemeClr val="bg1"/>
                </a:solidFill>
                <a:latin typeface="IberPangea Text Light" panose="020B0404000000000000" pitchFamily="34" charset="0"/>
                <a:ea typeface="IberPangea Text Light" panose="020B0404000000000000" pitchFamily="34" charset="0"/>
                <a:cs typeface="IberPangea Text Light" panose="020B0404000000000000"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pPr lvl="0"/>
            <a:r>
              <a:rPr lang="en-US" noProof="0"/>
              <a:t>Cover Subtitle</a:t>
            </a:r>
          </a:p>
        </p:txBody>
      </p:sp>
      <p:sp>
        <p:nvSpPr>
          <p:cNvPr id="15" name="Título 14">
            <a:extLst>
              <a:ext uri="{FF2B5EF4-FFF2-40B4-BE49-F238E27FC236}">
                <a16:creationId xmlns:a16="http://schemas.microsoft.com/office/drawing/2014/main" id="{287BB230-0D91-CDCE-3890-640DA6A98A18}"/>
              </a:ext>
            </a:extLst>
          </p:cNvPr>
          <p:cNvSpPr>
            <a:spLocks noGrp="1"/>
          </p:cNvSpPr>
          <p:nvPr>
            <p:ph type="title" hasCustomPrompt="1"/>
          </p:nvPr>
        </p:nvSpPr>
        <p:spPr>
          <a:xfrm>
            <a:off x="386862" y="3284983"/>
            <a:ext cx="5488645" cy="3025329"/>
          </a:xfrm>
          <a:prstGeom prst="rect">
            <a:avLst/>
          </a:prstGeom>
        </p:spPr>
        <p:txBody>
          <a:bodyPr lIns="0" anchor="t">
            <a:noAutofit/>
          </a:bodyPr>
          <a:lstStyle>
            <a:lvl1pPr>
              <a:lnSpc>
                <a:spcPct val="80000"/>
              </a:lnSpc>
              <a:defRPr sz="6000" b="1" i="0" spc="-150">
                <a:solidFill>
                  <a:schemeClr val="bg1"/>
                </a:solidFill>
                <a:latin typeface="IberPangea Text" panose="020B0404000000000000" pitchFamily="34" charset="0"/>
                <a:ea typeface="IberPangea Text" panose="020B0404000000000000" pitchFamily="34" charset="0"/>
                <a:cs typeface="IberPangea Text" panose="020B0404000000000000" pitchFamily="34" charset="0"/>
              </a:defRPr>
            </a:lvl1pPr>
          </a:lstStyle>
          <a:p>
            <a:r>
              <a:rPr lang="en-US" noProof="0"/>
              <a:t>Small PPT Title</a:t>
            </a:r>
          </a:p>
        </p:txBody>
      </p:sp>
      <p:sp>
        <p:nvSpPr>
          <p:cNvPr id="2" name="Marcador de texto 12">
            <a:extLst>
              <a:ext uri="{FF2B5EF4-FFF2-40B4-BE49-F238E27FC236}">
                <a16:creationId xmlns:a16="http://schemas.microsoft.com/office/drawing/2014/main" id="{394C8709-5400-E9AB-2B49-4AD77847F947}"/>
              </a:ext>
            </a:extLst>
          </p:cNvPr>
          <p:cNvSpPr>
            <a:spLocks noGrp="1"/>
          </p:cNvSpPr>
          <p:nvPr>
            <p:ph type="body" sz="quarter" idx="14" hasCustomPrompt="1"/>
          </p:nvPr>
        </p:nvSpPr>
        <p:spPr>
          <a:xfrm>
            <a:off x="407221" y="6454775"/>
            <a:ext cx="4075367" cy="239158"/>
          </a:xfrm>
          <a:prstGeom prst="rect">
            <a:avLst/>
          </a:prstGeom>
        </p:spPr>
        <p:txBody>
          <a:bodyPr lIns="0"/>
          <a:lstStyle>
            <a:lvl1pPr marL="0" indent="0" algn="l">
              <a:lnSpc>
                <a:spcPct val="100000"/>
              </a:lnSpc>
              <a:spcBef>
                <a:spcPts val="0"/>
              </a:spcBef>
              <a:buNone/>
              <a:defRPr sz="1500" b="0" i="0">
                <a:solidFill>
                  <a:schemeClr val="bg1"/>
                </a:solidFill>
                <a:latin typeface="+mn-lt"/>
                <a:ea typeface="IberPangea Text Light" panose="020B0404000000000000" pitchFamily="34" charset="0"/>
                <a:cs typeface="IberPangea Text Light" panose="020B0404000000000000"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r>
              <a:rPr lang="en-US" noProof="0"/>
              <a:t>Business Division</a:t>
            </a:r>
          </a:p>
        </p:txBody>
      </p:sp>
      <p:sp>
        <p:nvSpPr>
          <p:cNvPr id="3" name="TextBox 2">
            <a:extLst>
              <a:ext uri="{FF2B5EF4-FFF2-40B4-BE49-F238E27FC236}">
                <a16:creationId xmlns:a16="http://schemas.microsoft.com/office/drawing/2014/main" id="{4CB74C3D-5AB0-6A17-C266-0C6A890DAC54}"/>
              </a:ext>
            </a:extLst>
          </p:cNvPr>
          <p:cNvSpPr txBox="1"/>
          <p:nvPr userDrawn="1"/>
        </p:nvSpPr>
        <p:spPr>
          <a:xfrm>
            <a:off x="9509761" y="6454776"/>
            <a:ext cx="2273340" cy="239158"/>
          </a:xfrm>
          <a:prstGeom prst="rect">
            <a:avLst/>
          </a:prstGeom>
          <a:noFill/>
        </p:spPr>
        <p:txBody>
          <a:bodyPr wrap="square" lIns="0" tIns="0" rIns="0" bIns="0" rtlCol="0">
            <a:noAutofit/>
          </a:bodyPr>
          <a:lstStyle/>
          <a:p>
            <a:pPr algn="r"/>
            <a:fld id="{6318FB6F-139D-E242-9895-EB6663796CDE}" type="datetime1">
              <a:rPr lang="en-GB" sz="1500" smtClean="0">
                <a:solidFill>
                  <a:schemeClr val="bg1"/>
                </a:solidFill>
                <a:latin typeface="+mn-lt"/>
                <a:ea typeface="IberPangea Text Light" panose="020B0404000000000000" pitchFamily="34" charset="0"/>
                <a:cs typeface="IberPangea Text Light" panose="020B0404000000000000" pitchFamily="34" charset="0"/>
              </a:rPr>
              <a:t>08/10/2026</a:t>
            </a:fld>
            <a:endParaRPr lang="en-US" sz="1500">
              <a:solidFill>
                <a:schemeClr val="bg1"/>
              </a:solidFill>
              <a:latin typeface="+mn-lt"/>
              <a:ea typeface="IberPangea Text Light" panose="020B0404000000000000" pitchFamily="34" charset="0"/>
              <a:cs typeface="IberPangea Text Light" panose="020B0404000000000000" pitchFamily="34" charset="0"/>
            </a:endParaRPr>
          </a:p>
        </p:txBody>
      </p:sp>
      <p:grpSp>
        <p:nvGrpSpPr>
          <p:cNvPr id="5" name="Grupo 4">
            <a:extLst>
              <a:ext uri="{FF2B5EF4-FFF2-40B4-BE49-F238E27FC236}">
                <a16:creationId xmlns:a16="http://schemas.microsoft.com/office/drawing/2014/main" id="{5275DEB6-BE8F-3A77-189A-0D42554E31DF}"/>
              </a:ext>
            </a:extLst>
          </p:cNvPr>
          <p:cNvGrpSpPr/>
          <p:nvPr userDrawn="1"/>
        </p:nvGrpSpPr>
        <p:grpSpPr>
          <a:xfrm>
            <a:off x="10242042" y="390759"/>
            <a:ext cx="1541628" cy="262784"/>
            <a:chOff x="858380" y="3171155"/>
            <a:chExt cx="4884170" cy="832550"/>
          </a:xfrm>
          <a:solidFill>
            <a:schemeClr val="bg1"/>
          </a:solidFill>
        </p:grpSpPr>
        <p:sp>
          <p:nvSpPr>
            <p:cNvPr id="6" name="Forma libre: forma 5">
              <a:extLst>
                <a:ext uri="{FF2B5EF4-FFF2-40B4-BE49-F238E27FC236}">
                  <a16:creationId xmlns:a16="http://schemas.microsoft.com/office/drawing/2014/main" id="{5EC2C39D-E754-FF69-E7D1-1E2AF3CF610E}"/>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grpFill/>
            <a:ln w="333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82BE47A7-8EBF-7ADE-71CE-0B37AC0DD59E}"/>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grpFill/>
            <a:ln w="333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BB195ED6-C75A-87AD-F26E-1E0B54C0AC70}"/>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grpFill/>
            <a:ln w="3333" cap="flat">
              <a:noFill/>
              <a:prstDash val="solid"/>
              <a:miter/>
            </a:ln>
          </p:spPr>
          <p:txBody>
            <a:bodyPr rtlCol="0" anchor="ctr"/>
            <a:lstStyle/>
            <a:p>
              <a:endParaRPr lang="es-ES"/>
            </a:p>
          </p:txBody>
        </p:sp>
        <p:sp>
          <p:nvSpPr>
            <p:cNvPr id="9" name="Forma libre: forma 8">
              <a:extLst>
                <a:ext uri="{FF2B5EF4-FFF2-40B4-BE49-F238E27FC236}">
                  <a16:creationId xmlns:a16="http://schemas.microsoft.com/office/drawing/2014/main" id="{352060C7-7825-08A2-810A-ACC59FB5DEE3}"/>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grpFill/>
            <a:ln w="3333" cap="flat">
              <a:noFill/>
              <a:prstDash val="solid"/>
              <a:miter/>
            </a:ln>
          </p:spPr>
          <p:txBody>
            <a:bodyPr rtlCol="0" anchor="ctr"/>
            <a:lstStyle/>
            <a:p>
              <a:endParaRPr lang="es-ES"/>
            </a:p>
          </p:txBody>
        </p:sp>
        <p:sp>
          <p:nvSpPr>
            <p:cNvPr id="10" name="Forma libre: forma 9">
              <a:extLst>
                <a:ext uri="{FF2B5EF4-FFF2-40B4-BE49-F238E27FC236}">
                  <a16:creationId xmlns:a16="http://schemas.microsoft.com/office/drawing/2014/main" id="{6450FA2F-D9D8-1D11-FA1E-A0003A1EE89D}"/>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grpFill/>
            <a:ln w="3333" cap="flat">
              <a:noFill/>
              <a:prstDash val="solid"/>
              <a:miter/>
            </a:ln>
          </p:spPr>
          <p:txBody>
            <a:bodyPr rtlCol="0" anchor="ctr"/>
            <a:lstStyle/>
            <a:p>
              <a:endParaRPr lang="es-ES"/>
            </a:p>
          </p:txBody>
        </p:sp>
        <p:sp>
          <p:nvSpPr>
            <p:cNvPr id="11" name="Forma libre: forma 10">
              <a:extLst>
                <a:ext uri="{FF2B5EF4-FFF2-40B4-BE49-F238E27FC236}">
                  <a16:creationId xmlns:a16="http://schemas.microsoft.com/office/drawing/2014/main" id="{8FD2E28B-6E7E-8C42-D285-64B70E063992}"/>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grpFill/>
            <a:ln w="3333" cap="flat">
              <a:noFill/>
              <a:prstDash val="solid"/>
              <a:miter/>
            </a:ln>
          </p:spPr>
          <p:txBody>
            <a:bodyPr rtlCol="0" anchor="ctr"/>
            <a:lstStyle/>
            <a:p>
              <a:endParaRPr lang="es-ES"/>
            </a:p>
          </p:txBody>
        </p:sp>
        <p:sp>
          <p:nvSpPr>
            <p:cNvPr id="12" name="Forma libre: forma 11">
              <a:extLst>
                <a:ext uri="{FF2B5EF4-FFF2-40B4-BE49-F238E27FC236}">
                  <a16:creationId xmlns:a16="http://schemas.microsoft.com/office/drawing/2014/main" id="{79B57A7D-E913-73D4-7F3D-A4D171218904}"/>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grp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274BF173-5972-47A8-126D-DD3AAA8A03A9}"/>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grpFill/>
            <a:ln w="3333" cap="flat">
              <a:noFill/>
              <a:prstDash val="solid"/>
              <a:miter/>
            </a:ln>
          </p:spPr>
          <p:txBody>
            <a:bodyPr rtlCol="0" anchor="ctr"/>
            <a:lstStyle/>
            <a:p>
              <a:endParaRPr lang="es-ES"/>
            </a:p>
          </p:txBody>
        </p:sp>
        <p:sp>
          <p:nvSpPr>
            <p:cNvPr id="29" name="Forma libre: forma 28">
              <a:extLst>
                <a:ext uri="{FF2B5EF4-FFF2-40B4-BE49-F238E27FC236}">
                  <a16:creationId xmlns:a16="http://schemas.microsoft.com/office/drawing/2014/main" id="{54F258A8-ABA7-74E8-BED1-0419EDB9574B}"/>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grpFill/>
            <a:ln w="3333" cap="flat">
              <a:noFill/>
              <a:prstDash val="solid"/>
              <a:miter/>
            </a:ln>
          </p:spPr>
          <p:txBody>
            <a:bodyPr rtlCol="0" anchor="ctr"/>
            <a:lstStyle/>
            <a:p>
              <a:endParaRPr lang="es-ES"/>
            </a:p>
          </p:txBody>
        </p:sp>
        <p:sp>
          <p:nvSpPr>
            <p:cNvPr id="30" name="Forma libre: forma 29">
              <a:extLst>
                <a:ext uri="{FF2B5EF4-FFF2-40B4-BE49-F238E27FC236}">
                  <a16:creationId xmlns:a16="http://schemas.microsoft.com/office/drawing/2014/main" id="{B51432C2-D44B-477C-D8EC-7F239B588F86}"/>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grpFill/>
            <a:ln w="3333" cap="flat">
              <a:noFill/>
              <a:prstDash val="solid"/>
              <a:miter/>
            </a:ln>
          </p:spPr>
          <p:txBody>
            <a:bodyPr rtlCol="0" anchor="ctr"/>
            <a:lstStyle/>
            <a:p>
              <a:endParaRPr lang="es-ES"/>
            </a:p>
          </p:txBody>
        </p:sp>
        <p:sp>
          <p:nvSpPr>
            <p:cNvPr id="31" name="Forma libre: forma 30">
              <a:extLst>
                <a:ext uri="{FF2B5EF4-FFF2-40B4-BE49-F238E27FC236}">
                  <a16:creationId xmlns:a16="http://schemas.microsoft.com/office/drawing/2014/main" id="{63C366F0-5A08-59F7-E0FF-E9DB51CAAF04}"/>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grpFill/>
            <a:ln w="3333" cap="flat">
              <a:noFill/>
              <a:prstDash val="solid"/>
              <a:miter/>
            </a:ln>
          </p:spPr>
          <p:txBody>
            <a:bodyPr rtlCol="0" anchor="ctr"/>
            <a:lstStyle/>
            <a:p>
              <a:endParaRPr lang="es-ES"/>
            </a:p>
          </p:txBody>
        </p:sp>
        <p:sp>
          <p:nvSpPr>
            <p:cNvPr id="32" name="Forma libre: forma 31">
              <a:extLst>
                <a:ext uri="{FF2B5EF4-FFF2-40B4-BE49-F238E27FC236}">
                  <a16:creationId xmlns:a16="http://schemas.microsoft.com/office/drawing/2014/main" id="{D3CEACE0-42BF-1072-4080-926D29C4D0EC}"/>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grpFill/>
            <a:ln w="3333" cap="flat">
              <a:noFill/>
              <a:prstDash val="solid"/>
              <a:miter/>
            </a:ln>
          </p:spPr>
          <p:txBody>
            <a:bodyPr rtlCol="0" anchor="ctr"/>
            <a:lstStyle/>
            <a:p>
              <a:endParaRPr lang="es-ES"/>
            </a:p>
          </p:txBody>
        </p:sp>
        <p:sp>
          <p:nvSpPr>
            <p:cNvPr id="33" name="Forma libre: forma 32">
              <a:extLst>
                <a:ext uri="{FF2B5EF4-FFF2-40B4-BE49-F238E27FC236}">
                  <a16:creationId xmlns:a16="http://schemas.microsoft.com/office/drawing/2014/main" id="{7484FBCD-56FE-082A-6A9A-749998F3C699}"/>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grpFill/>
            <a:ln w="3333" cap="flat">
              <a:noFill/>
              <a:prstDash val="solid"/>
              <a:miter/>
            </a:ln>
          </p:spPr>
          <p:txBody>
            <a:bodyPr rtlCol="0" anchor="ctr"/>
            <a:lstStyle/>
            <a:p>
              <a:endParaRPr lang="es-ES"/>
            </a:p>
          </p:txBody>
        </p:sp>
        <p:sp>
          <p:nvSpPr>
            <p:cNvPr id="34" name="Forma libre: forma 33">
              <a:extLst>
                <a:ext uri="{FF2B5EF4-FFF2-40B4-BE49-F238E27FC236}">
                  <a16:creationId xmlns:a16="http://schemas.microsoft.com/office/drawing/2014/main" id="{3389CADF-BB19-C80B-C3BA-9319A88AF45C}"/>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grpFill/>
            <a:ln w="3333" cap="flat">
              <a:noFill/>
              <a:prstDash val="solid"/>
              <a:miter/>
            </a:ln>
          </p:spPr>
          <p:txBody>
            <a:bodyPr rtlCol="0" anchor="ctr"/>
            <a:lstStyle/>
            <a:p>
              <a:endParaRPr lang="es-ES"/>
            </a:p>
          </p:txBody>
        </p:sp>
        <p:sp>
          <p:nvSpPr>
            <p:cNvPr id="35" name="Forma libre: forma 34">
              <a:extLst>
                <a:ext uri="{FF2B5EF4-FFF2-40B4-BE49-F238E27FC236}">
                  <a16:creationId xmlns:a16="http://schemas.microsoft.com/office/drawing/2014/main" id="{4D89A4E5-BDC4-D889-3678-C9EC7B8724D6}"/>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grpFill/>
            <a:ln w="3333" cap="flat">
              <a:noFill/>
              <a:prstDash val="solid"/>
              <a:miter/>
            </a:ln>
          </p:spPr>
          <p:txBody>
            <a:bodyPr rtlCol="0" anchor="ctr"/>
            <a:lstStyle/>
            <a:p>
              <a:endParaRPr lang="es-ES"/>
            </a:p>
          </p:txBody>
        </p:sp>
        <p:sp>
          <p:nvSpPr>
            <p:cNvPr id="36" name="Forma libre: forma 35">
              <a:extLst>
                <a:ext uri="{FF2B5EF4-FFF2-40B4-BE49-F238E27FC236}">
                  <a16:creationId xmlns:a16="http://schemas.microsoft.com/office/drawing/2014/main" id="{AC2D272B-42DD-E5D4-1558-8871DDBCD9A3}"/>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grpFill/>
            <a:ln w="3333" cap="flat">
              <a:noFill/>
              <a:prstDash val="solid"/>
              <a:miter/>
            </a:ln>
          </p:spPr>
          <p:txBody>
            <a:bodyPr rtlCol="0" anchor="ctr"/>
            <a:lstStyle/>
            <a:p>
              <a:endParaRPr lang="es-ES"/>
            </a:p>
          </p:txBody>
        </p:sp>
      </p:grpSp>
    </p:spTree>
    <p:extLst>
      <p:ext uri="{BB962C8B-B14F-4D97-AF65-F5344CB8AC3E}">
        <p14:creationId xmlns:p14="http://schemas.microsoft.com/office/powerpoint/2010/main" val="3598170412"/>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6EEFAF6B-A0FB-BD2E-00A2-46A4531BF606}"/>
              </a:ext>
            </a:extLst>
          </p:cNvPr>
          <p:cNvSpPr>
            <a:spLocks noGrp="1"/>
          </p:cNvSpPr>
          <p:nvPr>
            <p:ph type="title" hasCustomPrompt="1"/>
          </p:nvPr>
        </p:nvSpPr>
        <p:spPr>
          <a:xfrm>
            <a:off x="406799" y="265346"/>
            <a:ext cx="9965366" cy="505294"/>
          </a:xfrm>
        </p:spPr>
        <p:txBody>
          <a:bodyPr anchor="ctr" anchorCtr="0"/>
          <a:lstStyle/>
          <a:p>
            <a:r>
              <a:rPr lang="en-GB"/>
              <a:t>Click to edit Master title style</a:t>
            </a:r>
            <a:endParaRPr lang="en-US"/>
          </a:p>
        </p:txBody>
      </p:sp>
      <p:cxnSp>
        <p:nvCxnSpPr>
          <p:cNvPr id="2" name="Conector recto 17">
            <a:extLst>
              <a:ext uri="{FF2B5EF4-FFF2-40B4-BE49-F238E27FC236}">
                <a16:creationId xmlns:a16="http://schemas.microsoft.com/office/drawing/2014/main" id="{2FBBA3D1-3855-C760-66B1-FA1F3C0E6F57}"/>
              </a:ext>
            </a:extLst>
          </p:cNvPr>
          <p:cNvCxnSpPr>
            <a:cxnSpLocks/>
          </p:cNvCxnSpPr>
          <p:nvPr userDrawn="1"/>
        </p:nvCxnSpPr>
        <p:spPr>
          <a:xfrm>
            <a:off x="395847" y="770640"/>
            <a:ext cx="11388934"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F32F2203-A5DB-3FF2-8846-2532CC12707D}"/>
              </a:ext>
            </a:extLst>
          </p:cNvPr>
          <p:cNvSpPr>
            <a:spLocks noGrp="1"/>
          </p:cNvSpPr>
          <p:nvPr>
            <p:ph type="body" sz="quarter" idx="20" hasCustomPrompt="1"/>
          </p:nvPr>
        </p:nvSpPr>
        <p:spPr>
          <a:xfrm>
            <a:off x="407221" y="1138518"/>
            <a:ext cx="3006126" cy="5171003"/>
          </a:xfrm>
          <a:prstGeom prst="rect">
            <a:avLst/>
          </a:prstGeom>
        </p:spPr>
        <p:txBody>
          <a:bodyPr lIns="0" tIns="0" rIns="0" bIns="0"/>
          <a:lstStyle>
            <a:lvl1pPr>
              <a:defRPr sz="1100">
                <a:solidFill>
                  <a:schemeClr val="tx1">
                    <a:lumMod val="75000"/>
                    <a:lumOff val="25000"/>
                  </a:schemeClr>
                </a:solidFill>
                <a:latin typeface="+mn-lt"/>
              </a:defRPr>
            </a:lvl1pPr>
            <a:lvl2pPr>
              <a:defRPr sz="1100">
                <a:solidFill>
                  <a:schemeClr val="tx1">
                    <a:lumMod val="75000"/>
                    <a:lumOff val="25000"/>
                  </a:schemeClr>
                </a:solidFill>
                <a:latin typeface="+mn-lt"/>
              </a:defRPr>
            </a:lvl2pPr>
            <a:lvl3pPr>
              <a:defRPr sz="1100">
                <a:solidFill>
                  <a:schemeClr val="tx1">
                    <a:lumMod val="75000"/>
                    <a:lumOff val="25000"/>
                  </a:schemeClr>
                </a:solidFill>
                <a:latin typeface="+mn-lt"/>
              </a:defRPr>
            </a:lvl3pPr>
            <a:lvl4pPr>
              <a:defRPr sz="1100">
                <a:solidFill>
                  <a:schemeClr val="tx1">
                    <a:lumMod val="75000"/>
                    <a:lumOff val="25000"/>
                  </a:schemeClr>
                </a:solidFill>
                <a:latin typeface="+mn-lt"/>
              </a:defRPr>
            </a:lvl4pPr>
            <a:lvl5pPr>
              <a:defRPr sz="1100">
                <a:solidFill>
                  <a:schemeClr val="tx1">
                    <a:lumMod val="75000"/>
                    <a:lumOff val="25000"/>
                  </a:schemeClr>
                </a:solidFill>
                <a:latin typeface="+mn-lt"/>
              </a:defRPr>
            </a:lvl5pPr>
          </a:lstStyle>
          <a:p>
            <a:pPr lvl="0"/>
            <a:r>
              <a:rPr lang="en-US" noProof="0"/>
              <a:t>Click to modify the pattern title style</a:t>
            </a:r>
          </a:p>
          <a:p>
            <a:pPr lvl="1"/>
            <a:r>
              <a:rPr lang="en-US" noProof="0"/>
              <a:t>Second Level</a:t>
            </a:r>
          </a:p>
          <a:p>
            <a:pPr lvl="2"/>
            <a:r>
              <a:rPr lang="en-US"/>
              <a:t>Third</a:t>
            </a:r>
            <a:r>
              <a:rPr lang="en-US" noProof="0"/>
              <a:t> Level</a:t>
            </a:r>
          </a:p>
          <a:p>
            <a:pPr lvl="3"/>
            <a:r>
              <a:rPr lang="en-US"/>
              <a:t>Fourth</a:t>
            </a:r>
            <a:r>
              <a:rPr lang="en-US" noProof="0"/>
              <a:t> Level</a:t>
            </a:r>
          </a:p>
          <a:p>
            <a:pPr lvl="4"/>
            <a:r>
              <a:rPr lang="en-US"/>
              <a:t>Fifth</a:t>
            </a:r>
            <a:r>
              <a:rPr lang="en-US" noProof="0"/>
              <a:t> Level</a:t>
            </a:r>
          </a:p>
        </p:txBody>
      </p:sp>
      <p:sp>
        <p:nvSpPr>
          <p:cNvPr id="5" name="Slide Number Placeholder 7">
            <a:extLst>
              <a:ext uri="{FF2B5EF4-FFF2-40B4-BE49-F238E27FC236}">
                <a16:creationId xmlns:a16="http://schemas.microsoft.com/office/drawing/2014/main" id="{C6C83B9E-F677-D71A-768B-EA5EFC1C9A67}"/>
              </a:ext>
            </a:extLst>
          </p:cNvPr>
          <p:cNvSpPr txBox="1">
            <a:spLocks/>
          </p:cNvSpPr>
          <p:nvPr userDrawn="1"/>
        </p:nvSpPr>
        <p:spPr>
          <a:xfrm>
            <a:off x="10777112" y="6185100"/>
            <a:ext cx="1007667" cy="482400"/>
          </a:xfrm>
          <a:prstGeom prst="rect">
            <a:avLst/>
          </a:prstGeom>
        </p:spPr>
        <p:txBody>
          <a:bodyPr vert="horz" lIns="0" tIns="0" rIns="0" bIns="0" rtlCol="0" anchor="b" anchorCtr="0"/>
          <a:lstStyle>
            <a:defPPr>
              <a:defRPr lang="es-ES"/>
            </a:defPPr>
            <a:lvl1pPr algn="r" rtl="0" eaLnBrk="0" fontAlgn="base" hangingPunct="0">
              <a:spcBef>
                <a:spcPct val="0"/>
              </a:spcBef>
              <a:spcAft>
                <a:spcPct val="0"/>
              </a:spcAft>
              <a:defRPr sz="1200" b="0" i="0" kern="1200">
                <a:solidFill>
                  <a:schemeClr val="tx2"/>
                </a:solidFill>
                <a:latin typeface="IberPangea Text Light" panose="020B0404000000000000" pitchFamily="34" charset="0"/>
                <a:ea typeface="+mn-ea"/>
                <a:cs typeface="+mn-cs"/>
              </a:defRPr>
            </a:lvl1pPr>
            <a:lvl2pPr marL="457200" algn="l" rtl="0" eaLnBrk="0" fontAlgn="base" hangingPunct="0">
              <a:spcBef>
                <a:spcPct val="0"/>
              </a:spcBef>
              <a:spcAft>
                <a:spcPct val="0"/>
              </a:spcAft>
              <a:defRPr kern="1200">
                <a:solidFill>
                  <a:schemeClr val="tx1"/>
                </a:solidFill>
                <a:latin typeface="Arial" pitchFamily="2" charset="77"/>
                <a:ea typeface="+mn-ea"/>
                <a:cs typeface="+mn-cs"/>
              </a:defRPr>
            </a:lvl2pPr>
            <a:lvl3pPr marL="914400" algn="l" rtl="0" eaLnBrk="0" fontAlgn="base" hangingPunct="0">
              <a:spcBef>
                <a:spcPct val="0"/>
              </a:spcBef>
              <a:spcAft>
                <a:spcPct val="0"/>
              </a:spcAft>
              <a:defRPr kern="1200">
                <a:solidFill>
                  <a:schemeClr val="tx1"/>
                </a:solidFill>
                <a:latin typeface="Arial" pitchFamily="2" charset="77"/>
                <a:ea typeface="+mn-ea"/>
                <a:cs typeface="+mn-cs"/>
              </a:defRPr>
            </a:lvl3pPr>
            <a:lvl4pPr marL="1371600" algn="l" rtl="0" eaLnBrk="0" fontAlgn="base" hangingPunct="0">
              <a:spcBef>
                <a:spcPct val="0"/>
              </a:spcBef>
              <a:spcAft>
                <a:spcPct val="0"/>
              </a:spcAft>
              <a:defRPr kern="1200">
                <a:solidFill>
                  <a:schemeClr val="tx1"/>
                </a:solidFill>
                <a:latin typeface="Arial" pitchFamily="2" charset="77"/>
                <a:ea typeface="+mn-ea"/>
                <a:cs typeface="+mn-cs"/>
              </a:defRPr>
            </a:lvl4pPr>
            <a:lvl5pPr marL="1828800" algn="l" rtl="0" eaLnBrk="0" fontAlgn="base" hangingPunct="0">
              <a:spcBef>
                <a:spcPct val="0"/>
              </a:spcBef>
              <a:spcAft>
                <a:spcPct val="0"/>
              </a:spcAft>
              <a:defRPr kern="1200">
                <a:solidFill>
                  <a:schemeClr val="tx1"/>
                </a:solidFill>
                <a:latin typeface="Arial" pitchFamily="2" charset="77"/>
                <a:ea typeface="+mn-ea"/>
                <a:cs typeface="+mn-cs"/>
              </a:defRPr>
            </a:lvl5pPr>
            <a:lvl6pPr marL="2286000" algn="l" defTabSz="914400" rtl="0" eaLnBrk="1" latinLnBrk="0" hangingPunct="1">
              <a:defRPr kern="1200">
                <a:solidFill>
                  <a:schemeClr val="tx1"/>
                </a:solidFill>
                <a:latin typeface="Arial" pitchFamily="2" charset="77"/>
                <a:ea typeface="+mn-ea"/>
                <a:cs typeface="+mn-cs"/>
              </a:defRPr>
            </a:lvl6pPr>
            <a:lvl7pPr marL="2743200" algn="l" defTabSz="914400" rtl="0" eaLnBrk="1" latinLnBrk="0" hangingPunct="1">
              <a:defRPr kern="1200">
                <a:solidFill>
                  <a:schemeClr val="tx1"/>
                </a:solidFill>
                <a:latin typeface="Arial" pitchFamily="2" charset="77"/>
                <a:ea typeface="+mn-ea"/>
                <a:cs typeface="+mn-cs"/>
              </a:defRPr>
            </a:lvl7pPr>
            <a:lvl8pPr marL="3200400" algn="l" defTabSz="914400" rtl="0" eaLnBrk="1" latinLnBrk="0" hangingPunct="1">
              <a:defRPr kern="1200">
                <a:solidFill>
                  <a:schemeClr val="tx1"/>
                </a:solidFill>
                <a:latin typeface="Arial" pitchFamily="2" charset="77"/>
                <a:ea typeface="+mn-ea"/>
                <a:cs typeface="+mn-cs"/>
              </a:defRPr>
            </a:lvl8pPr>
            <a:lvl9pPr marL="3657600" algn="l" defTabSz="914400" rtl="0" eaLnBrk="1" latinLnBrk="0" hangingPunct="1">
              <a:defRPr kern="1200">
                <a:solidFill>
                  <a:schemeClr val="tx1"/>
                </a:solidFill>
                <a:latin typeface="Arial" pitchFamily="2" charset="77"/>
                <a:ea typeface="+mn-ea"/>
                <a:cs typeface="+mn-cs"/>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2DC5D688-96F7-414C-8780-75AFE2D1D27C}" type="slidenum">
              <a:rPr kumimoji="0" lang="en-US" sz="1050" b="0" i="0" u="none" strike="noStrike" kern="1200" cap="none" spc="0" normalizeH="0" baseline="0" noProof="0" smtClean="0">
                <a:ln>
                  <a:noFill/>
                </a:ln>
                <a:solidFill>
                  <a:srgbClr val="00A443"/>
                </a:solidFill>
                <a:effectLst/>
                <a:uLnTx/>
                <a:uFillTx/>
                <a:latin typeface="IberPangea Text Light" panose="020B0404000000000000"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sz="1050" b="0" i="0" u="none" strike="noStrike" kern="1200" cap="none" spc="0" normalizeH="0" baseline="0" noProof="0">
              <a:ln>
                <a:noFill/>
              </a:ln>
              <a:solidFill>
                <a:srgbClr val="00A443"/>
              </a:solidFill>
              <a:effectLst/>
              <a:uLnTx/>
              <a:uFillTx/>
              <a:latin typeface="IberPangea Text Light" panose="020B0404000000000000" pitchFamily="34" charset="0"/>
              <a:ea typeface="+mn-ea"/>
              <a:cs typeface="+mn-cs"/>
            </a:endParaRPr>
          </a:p>
        </p:txBody>
      </p:sp>
    </p:spTree>
    <p:extLst>
      <p:ext uri="{BB962C8B-B14F-4D97-AF65-F5344CB8AC3E}">
        <p14:creationId xmlns:p14="http://schemas.microsoft.com/office/powerpoint/2010/main" val="12465932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MSIPCMContentMarking" descr="{&quot;HashCode&quot;:1231056682,&quot;Placement&quot;:&quot;Footer&quot;,&quot;Top&quot;:1056.65161,&quot;Left&quot;:917.7575,&quot;SlideWidth&quot;:1919,&quot;SlideHeight&quot;:1080}">
            <a:extLst>
              <a:ext uri="{FF2B5EF4-FFF2-40B4-BE49-F238E27FC236}">
                <a16:creationId xmlns:a16="http://schemas.microsoft.com/office/drawing/2014/main" id="{A01BC064-CB30-4AC1-0C33-599B9E9BB19F}"/>
              </a:ext>
            </a:extLst>
          </p:cNvPr>
          <p:cNvSpPr txBox="1"/>
          <p:nvPr userDrawn="1"/>
        </p:nvSpPr>
        <p:spPr>
          <a:xfrm>
            <a:off x="5828139" y="6709738"/>
            <a:ext cx="535722" cy="148263"/>
          </a:xfrm>
          <a:prstGeom prst="rect">
            <a:avLst/>
          </a:prstGeom>
          <a:noFill/>
        </p:spPr>
        <p:txBody>
          <a:bodyPr vert="horz" wrap="square" lIns="0" tIns="0" rIns="0" bIns="0" rtlCol="0" anchor="ctr" anchorCtr="1">
            <a:noAutofit/>
          </a:bodyPr>
          <a:lstStyle/>
          <a:p>
            <a:pPr algn="ctr">
              <a:spcBef>
                <a:spcPct val="0"/>
              </a:spcBef>
              <a:spcAft>
                <a:spcPct val="0"/>
              </a:spcAft>
            </a:pPr>
            <a:r>
              <a:rPr lang="es-ES" sz="600">
                <a:solidFill>
                  <a:srgbClr val="008000"/>
                </a:solidFill>
                <a:latin typeface="Calibri" panose="020F0502020204030204" pitchFamily="34" charset="0"/>
                <a:ea typeface="IberPangea Text Light" panose="020B0404000000000000" pitchFamily="34" charset="0"/>
                <a:cs typeface="IberPangea Text Light" panose="020B0404000000000000" pitchFamily="34" charset="0"/>
              </a:rPr>
              <a:t>Internal Use</a:t>
            </a:r>
            <a:endParaRPr lang="es-ES" sz="600" err="1">
              <a:solidFill>
                <a:srgbClr val="008000"/>
              </a:solidFill>
              <a:latin typeface="Calibri" panose="020F0502020204030204" pitchFamily="34" charset="0"/>
              <a:ea typeface="IberPangea Text Light" panose="020B0404000000000000" pitchFamily="34" charset="0"/>
              <a:cs typeface="IberPangea Text Light" panose="020B0404000000000000" pitchFamily="34" charset="0"/>
            </a:endParaRPr>
          </a:p>
        </p:txBody>
      </p:sp>
      <p:sp>
        <p:nvSpPr>
          <p:cNvPr id="3" name="Marcador de número de diapositiva 2">
            <a:extLst>
              <a:ext uri="{FF2B5EF4-FFF2-40B4-BE49-F238E27FC236}">
                <a16:creationId xmlns:a16="http://schemas.microsoft.com/office/drawing/2014/main" id="{F861F1F5-FFD7-126E-797D-DC9E3AC36C1F}"/>
              </a:ext>
            </a:extLst>
          </p:cNvPr>
          <p:cNvSpPr>
            <a:spLocks noGrp="1"/>
          </p:cNvSpPr>
          <p:nvPr>
            <p:ph type="sldNum" sz="quarter" idx="4"/>
          </p:nvPr>
        </p:nvSpPr>
        <p:spPr>
          <a:xfrm>
            <a:off x="11164831" y="6453336"/>
            <a:ext cx="619949" cy="240553"/>
          </a:xfrm>
          <a:prstGeom prst="rect">
            <a:avLst/>
          </a:prstGeom>
        </p:spPr>
        <p:txBody>
          <a:bodyPr/>
          <a:lstStyle>
            <a:lvl1pPr algn="r">
              <a:defRPr>
                <a:latin typeface="+mn-lt"/>
              </a:defRPr>
            </a:lvl1pPr>
          </a:lstStyle>
          <a:p>
            <a:fld id="{92A49E42-579D-0A4D-A382-D64C66A04E33}" type="slidenum">
              <a:rPr lang="es-ES" smtClean="0"/>
              <a:pPr/>
              <a:t>‹#›</a:t>
            </a:fld>
            <a:endParaRPr lang="es-ES"/>
          </a:p>
        </p:txBody>
      </p:sp>
    </p:spTree>
    <p:extLst>
      <p:ext uri="{BB962C8B-B14F-4D97-AF65-F5344CB8AC3E}">
        <p14:creationId xmlns:p14="http://schemas.microsoft.com/office/powerpoint/2010/main" val="2916312326"/>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Lst>
  <p:hf sldNum="0" hdr="0" dt="0"/>
  <p:txStyles>
    <p:titleStyle>
      <a:lvl1pPr algn="l" rtl="0" eaLnBrk="1" fontAlgn="base" hangingPunct="1">
        <a:lnSpc>
          <a:spcPts val="2430"/>
        </a:lnSpc>
        <a:spcBef>
          <a:spcPct val="0"/>
        </a:spcBef>
        <a:spcAft>
          <a:spcPct val="0"/>
        </a:spcAft>
        <a:defRPr sz="2400" b="1" i="0" kern="1200">
          <a:solidFill>
            <a:schemeClr val="tx1"/>
          </a:solidFill>
          <a:latin typeface="IberPangea Text" panose="020B0404000000000000" pitchFamily="34" charset="0"/>
          <a:ea typeface="IberPangea Text" panose="020B0404000000000000" pitchFamily="34" charset="0"/>
          <a:cs typeface="IberPangea Text" panose="020B0404000000000000" pitchFamily="34" charset="0"/>
        </a:defRPr>
      </a:lvl1pPr>
      <a:lvl2pPr algn="l" rtl="0" eaLnBrk="1" fontAlgn="base" hangingPunct="1">
        <a:lnSpc>
          <a:spcPct val="90000"/>
        </a:lnSpc>
        <a:spcBef>
          <a:spcPct val="0"/>
        </a:spcBef>
        <a:spcAft>
          <a:spcPct val="0"/>
        </a:spcAft>
        <a:defRPr sz="8800">
          <a:solidFill>
            <a:schemeClr val="tx1"/>
          </a:solidFill>
          <a:latin typeface="Arial" pitchFamily="2" charset="77"/>
        </a:defRPr>
      </a:lvl2pPr>
      <a:lvl3pPr algn="l" rtl="0" eaLnBrk="1" fontAlgn="base" hangingPunct="1">
        <a:lnSpc>
          <a:spcPct val="90000"/>
        </a:lnSpc>
        <a:spcBef>
          <a:spcPct val="0"/>
        </a:spcBef>
        <a:spcAft>
          <a:spcPct val="0"/>
        </a:spcAft>
        <a:defRPr sz="8800">
          <a:solidFill>
            <a:schemeClr val="tx1"/>
          </a:solidFill>
          <a:latin typeface="Arial" pitchFamily="2" charset="77"/>
        </a:defRPr>
      </a:lvl3pPr>
      <a:lvl4pPr algn="l" rtl="0" eaLnBrk="1" fontAlgn="base" hangingPunct="1">
        <a:lnSpc>
          <a:spcPct val="90000"/>
        </a:lnSpc>
        <a:spcBef>
          <a:spcPct val="0"/>
        </a:spcBef>
        <a:spcAft>
          <a:spcPct val="0"/>
        </a:spcAft>
        <a:defRPr sz="8800">
          <a:solidFill>
            <a:schemeClr val="tx1"/>
          </a:solidFill>
          <a:latin typeface="Arial" pitchFamily="2" charset="77"/>
        </a:defRPr>
      </a:lvl4pPr>
      <a:lvl5pPr algn="l" rtl="0" eaLnBrk="1" fontAlgn="base" hangingPunct="1">
        <a:lnSpc>
          <a:spcPct val="90000"/>
        </a:lnSpc>
        <a:spcBef>
          <a:spcPct val="0"/>
        </a:spcBef>
        <a:spcAft>
          <a:spcPct val="0"/>
        </a:spcAft>
        <a:defRPr sz="8800">
          <a:solidFill>
            <a:schemeClr val="tx1"/>
          </a:solidFill>
          <a:latin typeface="Arial" pitchFamily="2" charset="77"/>
        </a:defRPr>
      </a:lvl5pPr>
      <a:lvl6pPr marL="914354" algn="l" rtl="0" eaLnBrk="1" fontAlgn="base" hangingPunct="1">
        <a:lnSpc>
          <a:spcPct val="90000"/>
        </a:lnSpc>
        <a:spcBef>
          <a:spcPct val="0"/>
        </a:spcBef>
        <a:spcAft>
          <a:spcPct val="0"/>
        </a:spcAft>
        <a:defRPr sz="8800">
          <a:solidFill>
            <a:schemeClr val="tx1"/>
          </a:solidFill>
          <a:latin typeface="Arial" pitchFamily="2" charset="77"/>
        </a:defRPr>
      </a:lvl6pPr>
      <a:lvl7pPr marL="1828709" algn="l" rtl="0" eaLnBrk="1" fontAlgn="base" hangingPunct="1">
        <a:lnSpc>
          <a:spcPct val="90000"/>
        </a:lnSpc>
        <a:spcBef>
          <a:spcPct val="0"/>
        </a:spcBef>
        <a:spcAft>
          <a:spcPct val="0"/>
        </a:spcAft>
        <a:defRPr sz="8800">
          <a:solidFill>
            <a:schemeClr val="tx1"/>
          </a:solidFill>
          <a:latin typeface="Arial" pitchFamily="2" charset="77"/>
        </a:defRPr>
      </a:lvl7pPr>
      <a:lvl8pPr marL="2743063" algn="l" rtl="0" eaLnBrk="1" fontAlgn="base" hangingPunct="1">
        <a:lnSpc>
          <a:spcPct val="90000"/>
        </a:lnSpc>
        <a:spcBef>
          <a:spcPct val="0"/>
        </a:spcBef>
        <a:spcAft>
          <a:spcPct val="0"/>
        </a:spcAft>
        <a:defRPr sz="8800">
          <a:solidFill>
            <a:schemeClr val="tx1"/>
          </a:solidFill>
          <a:latin typeface="Arial" pitchFamily="2" charset="77"/>
        </a:defRPr>
      </a:lvl8pPr>
      <a:lvl9pPr marL="3657417" algn="l" rtl="0" eaLnBrk="1" fontAlgn="base" hangingPunct="1">
        <a:lnSpc>
          <a:spcPct val="90000"/>
        </a:lnSpc>
        <a:spcBef>
          <a:spcPct val="0"/>
        </a:spcBef>
        <a:spcAft>
          <a:spcPct val="0"/>
        </a:spcAft>
        <a:defRPr sz="8800">
          <a:solidFill>
            <a:schemeClr val="tx1"/>
          </a:solidFill>
          <a:latin typeface="Arial" pitchFamily="2" charset="77"/>
        </a:defRPr>
      </a:lvl9pPr>
    </p:titleStyle>
    <p:bodyStyle>
      <a:lvl1pPr marL="0" indent="0" algn="l" defTabSz="331200" rtl="0" eaLnBrk="1" fontAlgn="base" hangingPunct="1">
        <a:lnSpc>
          <a:spcPct val="120000"/>
        </a:lnSpc>
        <a:spcBef>
          <a:spcPts val="600"/>
        </a:spcBef>
        <a:spcAft>
          <a:spcPct val="0"/>
        </a:spcAft>
        <a:buClr>
          <a:schemeClr val="accent4"/>
        </a:buClr>
        <a:buFontTx/>
        <a:buNone/>
        <a:defRPr sz="1000" b="0" i="0" kern="1200">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defRPr>
      </a:lvl1pPr>
      <a:lvl2pPr marL="135732" indent="-123825" algn="l" defTabSz="331200" rtl="0" eaLnBrk="1" fontAlgn="base" hangingPunct="1">
        <a:lnSpc>
          <a:spcPct val="120000"/>
        </a:lnSpc>
        <a:spcBef>
          <a:spcPts val="600"/>
        </a:spcBef>
        <a:spcAft>
          <a:spcPct val="0"/>
        </a:spcAft>
        <a:buClr>
          <a:schemeClr val="accent4"/>
        </a:buClr>
        <a:buFont typeface="Arial"/>
        <a:buChar char="–"/>
        <a:tabLst/>
        <a:defRPr sz="1000" b="0" i="0" kern="1200">
          <a:solidFill>
            <a:schemeClr val="accent4"/>
          </a:solidFill>
          <a:latin typeface="IberPangea Text Light" panose="020B0404000000000000" pitchFamily="34" charset="0"/>
          <a:ea typeface="IberPangea Text SmBold" panose="020B0504000000000000" pitchFamily="34" charset="0"/>
          <a:cs typeface="IberPangea Text SmBold" panose="020B0504000000000000" pitchFamily="34" charset="0"/>
        </a:defRPr>
      </a:lvl2pPr>
      <a:lvl3pPr marL="268288" indent="-109538" algn="l" defTabSz="331200" rtl="0" eaLnBrk="1" fontAlgn="base" hangingPunct="1">
        <a:lnSpc>
          <a:spcPct val="120000"/>
        </a:lnSpc>
        <a:spcBef>
          <a:spcPts val="600"/>
        </a:spcBef>
        <a:spcAft>
          <a:spcPct val="0"/>
        </a:spcAft>
        <a:buClr>
          <a:schemeClr val="accent4"/>
        </a:buClr>
        <a:buFont typeface="Arial"/>
        <a:buChar char="–"/>
        <a:tabLst/>
        <a:defRPr sz="1000" b="0" i="0" kern="1200">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400050" indent="-109538" algn="l" rtl="0" eaLnBrk="1" fontAlgn="base" hangingPunct="1">
        <a:lnSpc>
          <a:spcPct val="120000"/>
        </a:lnSpc>
        <a:spcBef>
          <a:spcPts val="600"/>
        </a:spcBef>
        <a:spcAft>
          <a:spcPct val="0"/>
        </a:spcAft>
        <a:buClr>
          <a:schemeClr val="accent4"/>
        </a:buClr>
        <a:buFont typeface="Arial"/>
        <a:buChar char="–"/>
        <a:tabLst/>
        <a:defRPr sz="1000" b="0" i="0" kern="1200">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536575" indent="-113507" algn="l" rtl="0" eaLnBrk="1" fontAlgn="base" hangingPunct="1">
        <a:lnSpc>
          <a:spcPct val="120000"/>
        </a:lnSpc>
        <a:spcBef>
          <a:spcPts val="600"/>
        </a:spcBef>
        <a:spcAft>
          <a:spcPct val="0"/>
        </a:spcAft>
        <a:buClr>
          <a:schemeClr val="accent4"/>
        </a:buClr>
        <a:buFont typeface="Arial"/>
        <a:buChar char="–"/>
        <a:tabLst/>
        <a:defRPr sz="1000" b="0" i="0" kern="1200">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defRPr>
      </a:lvl5pPr>
      <a:lvl6pPr marL="154782" indent="-142875" algn="l" defTabSz="1828709" rtl="0" eaLnBrk="1" latinLnBrk="0" hangingPunct="1">
        <a:lnSpc>
          <a:spcPct val="100000"/>
        </a:lnSpc>
        <a:spcBef>
          <a:spcPts val="1000"/>
        </a:spcBef>
        <a:buClr>
          <a:schemeClr val="tx2"/>
        </a:buClr>
        <a:buSzPct val="100000"/>
        <a:buFont typeface="Arial" panose="020B0604020202020204" pitchFamily="34" charset="0"/>
        <a:buChar char="•"/>
        <a:tabLst/>
        <a:defRPr sz="1000" b="0" i="0" kern="1200">
          <a:solidFill>
            <a:schemeClr val="accent4"/>
          </a:solidFill>
          <a:latin typeface="IberPangea Text" panose="020B0504000000000000" pitchFamily="34" charset="0"/>
          <a:ea typeface="IberPangea Text" panose="020B0504000000000000" pitchFamily="34" charset="0"/>
          <a:cs typeface="IberPangea Text" panose="020B0504000000000000" pitchFamily="34" charset="0"/>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s-E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10">
          <p15:clr>
            <a:srgbClr val="F26B43"/>
          </p15:clr>
        </p15:guide>
        <p15:guide id="2" pos="513">
          <p15:clr>
            <a:srgbClr val="F26B43"/>
          </p15:clr>
        </p15:guide>
        <p15:guide id="3" pos="14846">
          <p15:clr>
            <a:srgbClr val="F26B43"/>
          </p15:clr>
        </p15:guide>
        <p15:guide id="5" orient="horz" pos="8130">
          <p15:clr>
            <a:srgbClr val="F26B43"/>
          </p15:clr>
        </p15:guide>
        <p15:guide id="6" pos="7679">
          <p15:clr>
            <a:srgbClr val="F26B43"/>
          </p15:clr>
        </p15:guide>
        <p15:guide id="7" pos="4686">
          <p15:clr>
            <a:srgbClr val="F26B43"/>
          </p15:clr>
        </p15:guide>
        <p15:guide id="8" pos="4300">
          <p15:clr>
            <a:srgbClr val="F26B43"/>
          </p15:clr>
        </p15:guide>
        <p15:guide id="9" orient="horz" pos="4320">
          <p15:clr>
            <a:srgbClr val="F26B43"/>
          </p15:clr>
        </p15:guide>
        <p15:guide id="10" orient="horz" pos="7949">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9.xml"/><Relationship Id="rId4" Type="http://schemas.openxmlformats.org/officeDocument/2006/relationships/image" Target="../media/image24.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colorTemperature colorTemp="6501"/>
                    </a14:imgEffect>
                    <a14:imgEffect>
                      <a14:brightnessContrast bright="-40000" contrast="17000"/>
                    </a14:imgEffect>
                  </a14:imgLayer>
                </a14:imgProps>
              </a:ext>
            </a:extLst>
          </a:blip>
          <a:srcRect/>
          <a:stretch>
            <a:fillRect t="-9000" b="-9000"/>
          </a:stretch>
        </a:blipFill>
        <a:effectLst/>
      </p:bgPr>
    </p:bg>
    <p:spTree>
      <p:nvGrpSpPr>
        <p:cNvPr id="1" name="">
          <a:extLst>
            <a:ext uri="{FF2B5EF4-FFF2-40B4-BE49-F238E27FC236}">
              <a16:creationId xmlns:a16="http://schemas.microsoft.com/office/drawing/2014/main" id="{68E68F92-540A-BCCD-0C38-A7682D7AF92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D537F0D-54E3-8B85-B7C6-99435C634902}"/>
              </a:ext>
            </a:extLst>
          </p:cNvPr>
          <p:cNvSpPr>
            <a:spLocks noGrp="1" noRot="1" noMove="1" noResize="1" noEditPoints="1" noAdjustHandles="1" noChangeArrowheads="1" noChangeShapeType="1"/>
          </p:cNvSpPr>
          <p:nvPr/>
        </p:nvSpPr>
        <p:spPr>
          <a:xfrm>
            <a:off x="0" y="984366"/>
            <a:ext cx="12191999" cy="5878398"/>
          </a:xfrm>
          <a:prstGeom prst="roundRect">
            <a:avLst>
              <a:gd name="adj" fmla="val 0"/>
            </a:avLst>
          </a:prstGeom>
          <a:solidFill>
            <a:srgbClr val="040C08">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87950588-9922-4CF7-6104-F06AA57C53AE}"/>
              </a:ext>
            </a:extLst>
          </p:cNvPr>
          <p:cNvSpPr txBox="1"/>
          <p:nvPr/>
        </p:nvSpPr>
        <p:spPr>
          <a:xfrm>
            <a:off x="419393" y="2066833"/>
            <a:ext cx="8942254" cy="1057275"/>
          </a:xfrm>
          <a:prstGeom prst="rect">
            <a:avLst/>
          </a:prstGeom>
          <a:noFill/>
        </p:spPr>
        <p:txBody>
          <a:bodyPr wrap="square" lIns="0" tIns="0" rIns="0" bIns="0" rtlCol="0">
            <a:noAutofit/>
          </a:bodyPr>
          <a:lstStyle/>
          <a:p>
            <a:r>
              <a:rPr lang="en-US" sz="7200" b="1">
                <a:solidFill>
                  <a:schemeClr val="bg1"/>
                </a:solidFill>
                <a:latin typeface="IberPangea SmBold" pitchFamily="34" charset="0"/>
                <a:ea typeface="Arial" pitchFamily="34" charset="-122"/>
                <a:cs typeface="Arial" pitchFamily="34" charset="-120"/>
              </a:rPr>
              <a:t>Cyber Awareness</a:t>
            </a:r>
            <a:endParaRPr lang="en-US" sz="7200">
              <a:solidFill>
                <a:schemeClr val="bg1"/>
              </a:solidFill>
            </a:endParaRPr>
          </a:p>
        </p:txBody>
      </p:sp>
      <p:sp>
        <p:nvSpPr>
          <p:cNvPr id="16" name="TextBox 15">
            <a:extLst>
              <a:ext uri="{FF2B5EF4-FFF2-40B4-BE49-F238E27FC236}">
                <a16:creationId xmlns:a16="http://schemas.microsoft.com/office/drawing/2014/main" id="{45BE64D2-C1BE-E4B1-C0A7-AD5968CB26D6}"/>
              </a:ext>
            </a:extLst>
          </p:cNvPr>
          <p:cNvSpPr txBox="1"/>
          <p:nvPr/>
        </p:nvSpPr>
        <p:spPr>
          <a:xfrm>
            <a:off x="419393" y="3293127"/>
            <a:ext cx="11667832" cy="1260876"/>
          </a:xfrm>
          <a:prstGeom prst="rect">
            <a:avLst/>
          </a:prstGeom>
          <a:noFill/>
        </p:spPr>
        <p:txBody>
          <a:bodyPr wrap="square" lIns="0" tIns="0" rIns="0" bIns="0" rtlCol="0">
            <a:noAutofit/>
          </a:bodyPr>
          <a:lstStyle/>
          <a:p>
            <a:r>
              <a:rPr lang="en-US" sz="4400" b="1">
                <a:solidFill>
                  <a:schemeClr val="tx2"/>
                </a:solidFill>
                <a:latin typeface="IberPangea SmBold" pitchFamily="34" charset="0"/>
                <a:ea typeface="Arial" pitchFamily="34" charset="-122"/>
                <a:cs typeface="Arial" pitchFamily="34" charset="-120"/>
              </a:rPr>
              <a:t>Build a digital game that raises cyber security awareness in our business teams</a:t>
            </a:r>
            <a:endParaRPr lang="en-US" sz="4400">
              <a:solidFill>
                <a:schemeClr val="tx2"/>
              </a:solidFill>
            </a:endParaRPr>
          </a:p>
        </p:txBody>
      </p:sp>
      <p:sp>
        <p:nvSpPr>
          <p:cNvPr id="20" name="Rectangle: Rounded Corners 19">
            <a:extLst>
              <a:ext uri="{FF2B5EF4-FFF2-40B4-BE49-F238E27FC236}">
                <a16:creationId xmlns:a16="http://schemas.microsoft.com/office/drawing/2014/main" id="{EAC7D9B6-5C80-C424-FCFC-B9C5F7D932BA}"/>
              </a:ext>
            </a:extLst>
          </p:cNvPr>
          <p:cNvSpPr/>
          <p:nvPr/>
        </p:nvSpPr>
        <p:spPr>
          <a:xfrm>
            <a:off x="9734550" y="6224589"/>
            <a:ext cx="2352675" cy="638175"/>
          </a:xfrm>
          <a:prstGeom prst="roundRect">
            <a:avLst/>
          </a:prstGeom>
          <a:solidFill>
            <a:srgbClr val="040C08">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B6CB30AC-7500-52BA-4E0C-0ACE106F46B4}"/>
              </a:ext>
            </a:extLst>
          </p:cNvPr>
          <p:cNvSpPr txBox="1"/>
          <p:nvPr/>
        </p:nvSpPr>
        <p:spPr>
          <a:xfrm>
            <a:off x="9734550" y="6334130"/>
            <a:ext cx="2285880" cy="419095"/>
          </a:xfrm>
          <a:prstGeom prst="rect">
            <a:avLst/>
          </a:prstGeom>
          <a:noFill/>
        </p:spPr>
        <p:txBody>
          <a:bodyPr wrap="square" lIns="0" tIns="0" rIns="0" bIns="0" rtlCol="0">
            <a:noAutofit/>
          </a:bodyPr>
          <a:lstStyle/>
          <a:p>
            <a:pPr algn="r"/>
            <a:r>
              <a:rPr lang="en-US" sz="2800" b="1">
                <a:solidFill>
                  <a:schemeClr val="bg1"/>
                </a:solidFill>
                <a:latin typeface="IberPangea SmBold" pitchFamily="34" charset="0"/>
                <a:ea typeface="Arial" pitchFamily="34" charset="-122"/>
                <a:cs typeface="Arial" pitchFamily="34" charset="-120"/>
              </a:rPr>
              <a:t>StrathHack26</a:t>
            </a:r>
            <a:endParaRPr lang="en-US" sz="2800">
              <a:solidFill>
                <a:schemeClr val="bg1"/>
              </a:solidFill>
            </a:endParaRPr>
          </a:p>
        </p:txBody>
      </p:sp>
      <p:sp>
        <p:nvSpPr>
          <p:cNvPr id="22" name="Rectangle: Rounded Corners 21">
            <a:extLst>
              <a:ext uri="{FF2B5EF4-FFF2-40B4-BE49-F238E27FC236}">
                <a16:creationId xmlns:a16="http://schemas.microsoft.com/office/drawing/2014/main" id="{04D0C34F-5DBC-83F7-66E8-F06C0148BFBF}"/>
              </a:ext>
            </a:extLst>
          </p:cNvPr>
          <p:cNvSpPr>
            <a:spLocks noGrp="1" noRot="1" noMove="1" noResize="1" noEditPoints="1" noAdjustHandles="1" noChangeArrowheads="1" noChangeShapeType="1"/>
          </p:cNvSpPr>
          <p:nvPr/>
        </p:nvSpPr>
        <p:spPr>
          <a:xfrm>
            <a:off x="120870" y="15279"/>
            <a:ext cx="7499130" cy="969087"/>
          </a:xfrm>
          <a:prstGeom prst="roundRect">
            <a:avLst>
              <a:gd name="adj" fmla="val 0"/>
            </a:avLst>
          </a:prstGeom>
          <a:solidFill>
            <a:srgbClr val="040C08">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05226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DCC66C2-8B4F-09C0-DE27-2ED53BC2414C}"/>
              </a:ext>
            </a:extLst>
          </p:cNvPr>
          <p:cNvSpPr>
            <a:spLocks noGrp="1"/>
          </p:cNvSpPr>
          <p:nvPr>
            <p:ph type="body" sz="quarter" idx="20"/>
          </p:nvPr>
        </p:nvSpPr>
        <p:spPr>
          <a:xfrm>
            <a:off x="608076" y="489930"/>
            <a:ext cx="9289414" cy="543464"/>
          </a:xfrm>
        </p:spPr>
        <p:txBody>
          <a:bodyPr>
            <a:normAutofit/>
          </a:bodyPr>
          <a:lstStyle/>
          <a:p>
            <a:r>
              <a:rPr lang="en-GB" sz="2300">
                <a:latin typeface="+mj-lt"/>
              </a:rPr>
              <a:t>Powering a cleaner, smarter future</a:t>
            </a:r>
          </a:p>
        </p:txBody>
      </p:sp>
      <p:sp>
        <p:nvSpPr>
          <p:cNvPr id="14" name="TextBox 13">
            <a:extLst>
              <a:ext uri="{FF2B5EF4-FFF2-40B4-BE49-F238E27FC236}">
                <a16:creationId xmlns:a16="http://schemas.microsoft.com/office/drawing/2014/main" id="{DBF0497E-2937-EC18-A62A-3779C821E780}"/>
              </a:ext>
            </a:extLst>
          </p:cNvPr>
          <p:cNvSpPr txBox="1"/>
          <p:nvPr/>
        </p:nvSpPr>
        <p:spPr>
          <a:xfrm>
            <a:off x="4425696" y="2953512"/>
            <a:ext cx="3291840" cy="1700784"/>
          </a:xfrm>
          <a:prstGeom prst="rect">
            <a:avLst/>
          </a:prstGeom>
          <a:noFill/>
        </p:spPr>
        <p:txBody>
          <a:bodyPr wrap="square" lIns="0" tIns="0" rIns="0" bIns="0" rtlCol="0" anchor="t">
            <a:noAutofit/>
          </a:bodyPr>
          <a:lstStyle/>
          <a:p>
            <a:pPr algn="l">
              <a:lnSpc>
                <a:spcPct val="103000"/>
              </a:lnSpc>
              <a:spcBef>
                <a:spcPts val="0"/>
              </a:spcBef>
              <a:spcAft>
                <a:spcPts val="1400"/>
              </a:spcAft>
            </a:pPr>
            <a:r>
              <a:rPr lang="en-GB" sz="1700" b="1">
                <a:solidFill>
                  <a:srgbClr val="FF9C1A"/>
                </a:solidFill>
                <a:latin typeface="IberPangea SmBold"/>
              </a:rPr>
              <a:t>CONNECT</a:t>
            </a:r>
          </a:p>
          <a:p>
            <a:pPr algn="l">
              <a:lnSpc>
                <a:spcPct val="108000"/>
              </a:lnSpc>
              <a:spcBef>
                <a:spcPts val="0"/>
              </a:spcBef>
              <a:spcAft>
                <a:spcPts val="0"/>
              </a:spcAft>
            </a:pPr>
            <a:r>
              <a:rPr lang="en-GB" sz="1900" b="0">
                <a:solidFill>
                  <a:srgbClr val="FFFFFF"/>
                </a:solidFill>
                <a:latin typeface="IberPangea Text Light"/>
              </a:rPr>
              <a:t>Electricity networks connecting homes, businesses and communities.</a:t>
            </a:r>
          </a:p>
        </p:txBody>
      </p:sp>
      <p:sp>
        <p:nvSpPr>
          <p:cNvPr id="18" name="TextBox 17">
            <a:extLst>
              <a:ext uri="{FF2B5EF4-FFF2-40B4-BE49-F238E27FC236}">
                <a16:creationId xmlns:a16="http://schemas.microsoft.com/office/drawing/2014/main" id="{D8228D78-7E9B-50CC-0107-3B84FDA8BFBE}"/>
              </a:ext>
            </a:extLst>
          </p:cNvPr>
          <p:cNvSpPr txBox="1"/>
          <p:nvPr/>
        </p:nvSpPr>
        <p:spPr>
          <a:xfrm>
            <a:off x="749808" y="1371600"/>
            <a:ext cx="10744200" cy="1167243"/>
          </a:xfrm>
          <a:prstGeom prst="rect">
            <a:avLst/>
          </a:prstGeom>
          <a:noFill/>
        </p:spPr>
        <p:txBody>
          <a:bodyPr wrap="square" lIns="0" tIns="0" rIns="0" bIns="0" anchor="t">
            <a:spAutoFit/>
          </a:bodyPr>
          <a:lstStyle/>
          <a:p>
            <a:pPr algn="l">
              <a:lnSpc>
                <a:spcPct val="103000"/>
              </a:lnSpc>
              <a:spcBef>
                <a:spcPts val="0"/>
              </a:spcBef>
              <a:spcAft>
                <a:spcPts val="1000"/>
              </a:spcAft>
            </a:pPr>
            <a:r>
              <a:rPr lang="en-GB" sz="2700" b="1">
                <a:solidFill>
                  <a:srgbClr val="FFFFFF"/>
                </a:solidFill>
                <a:latin typeface="IberPangea SmBold"/>
              </a:rPr>
              <a:t>We’re ScottishPower, part of the Iberdrola Group.</a:t>
            </a:r>
          </a:p>
          <a:p>
            <a:pPr algn="l">
              <a:lnSpc>
                <a:spcPct val="102000"/>
              </a:lnSpc>
              <a:spcBef>
                <a:spcPts val="0"/>
              </a:spcBef>
              <a:spcAft>
                <a:spcPts val="0"/>
              </a:spcAft>
            </a:pPr>
            <a:r>
              <a:rPr lang="en-GB" sz="2000" b="0">
                <a:solidFill>
                  <a:srgbClr val="FFFFFF"/>
                </a:solidFill>
                <a:latin typeface="IberPangea Text Light"/>
              </a:rPr>
              <a:t>We help build a cleaner electric future through renewable energy, smarter networks and digital tools for customers.</a:t>
            </a:r>
          </a:p>
        </p:txBody>
      </p:sp>
      <p:cxnSp>
        <p:nvCxnSpPr>
          <p:cNvPr id="20" name="Straight Connector 19">
            <a:extLst>
              <a:ext uri="{FF2B5EF4-FFF2-40B4-BE49-F238E27FC236}">
                <a16:creationId xmlns:a16="http://schemas.microsoft.com/office/drawing/2014/main" id="{A2075966-D531-FF0B-752C-BA82E7515337}"/>
              </a:ext>
            </a:extLst>
          </p:cNvPr>
          <p:cNvCxnSpPr>
            <a:cxnSpLocks/>
          </p:cNvCxnSpPr>
          <p:nvPr/>
        </p:nvCxnSpPr>
        <p:spPr>
          <a:xfrm>
            <a:off x="598810" y="883703"/>
            <a:ext cx="11388419" cy="1478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ScottishPower orange accent"/>
          <p:cNvSpPr/>
          <p:nvPr/>
        </p:nvSpPr>
        <p:spPr>
          <a:xfrm>
            <a:off x="576072" y="1399032"/>
            <a:ext cx="64008" cy="804672"/>
          </a:xfrm>
          <a:prstGeom prst="rect">
            <a:avLst/>
          </a:prstGeom>
          <a:solidFill>
            <a:srgbClr val="FF9C1A"/>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lstStyle/>
          <a:p>
            <a:pPr algn="ctr"/>
            <a:endParaRPr/>
          </a:p>
        </p:txBody>
      </p:sp>
      <p:sp>
        <p:nvSpPr>
          <p:cNvPr id="22" name="TextBox 21"/>
          <p:cNvSpPr txBox="1"/>
          <p:nvPr/>
        </p:nvSpPr>
        <p:spPr>
          <a:xfrm>
            <a:off x="749808" y="2953512"/>
            <a:ext cx="3291840" cy="1700784"/>
          </a:xfrm>
          <a:prstGeom prst="rect">
            <a:avLst/>
          </a:prstGeom>
          <a:noFill/>
        </p:spPr>
        <p:txBody>
          <a:bodyPr wrap="square" lIns="0" tIns="0" rIns="0" bIns="0" anchor="t">
            <a:spAutoFit/>
          </a:bodyPr>
          <a:lstStyle/>
          <a:p>
            <a:pPr algn="l">
              <a:lnSpc>
                <a:spcPct val="103000"/>
              </a:lnSpc>
              <a:spcBef>
                <a:spcPts val="0"/>
              </a:spcBef>
              <a:spcAft>
                <a:spcPts val="1400"/>
              </a:spcAft>
            </a:pPr>
            <a:r>
              <a:rPr sz="1700" b="1">
                <a:solidFill>
                  <a:srgbClr val="FF9C1A"/>
                </a:solidFill>
                <a:latin typeface="IberPangea SmBold"/>
              </a:rPr>
              <a:t>GENERATE</a:t>
            </a:r>
          </a:p>
          <a:p>
            <a:pPr algn="l">
              <a:lnSpc>
                <a:spcPct val="108000"/>
              </a:lnSpc>
              <a:spcBef>
                <a:spcPts val="0"/>
              </a:spcBef>
              <a:spcAft>
                <a:spcPts val="0"/>
              </a:spcAft>
            </a:pPr>
            <a:r>
              <a:rPr sz="1900" b="0">
                <a:solidFill>
                  <a:srgbClr val="FFFFFF"/>
                </a:solidFill>
                <a:latin typeface="IberPangea Text Light"/>
              </a:rPr>
              <a:t>Renewable energy from onshore and offshore wind.</a:t>
            </a:r>
          </a:p>
        </p:txBody>
      </p:sp>
      <p:sp>
        <p:nvSpPr>
          <p:cNvPr id="23" name="TextBox 22"/>
          <p:cNvSpPr txBox="1"/>
          <p:nvPr/>
        </p:nvSpPr>
        <p:spPr>
          <a:xfrm>
            <a:off x="8101583" y="2953512"/>
            <a:ext cx="3300984" cy="1700784"/>
          </a:xfrm>
          <a:prstGeom prst="rect">
            <a:avLst/>
          </a:prstGeom>
          <a:noFill/>
        </p:spPr>
        <p:txBody>
          <a:bodyPr wrap="square" lIns="0" tIns="0" rIns="0" bIns="0" anchor="t">
            <a:spAutoFit/>
          </a:bodyPr>
          <a:lstStyle/>
          <a:p>
            <a:pPr algn="l">
              <a:lnSpc>
                <a:spcPct val="103000"/>
              </a:lnSpc>
              <a:spcBef>
                <a:spcPts val="0"/>
              </a:spcBef>
              <a:spcAft>
                <a:spcPts val="1400"/>
              </a:spcAft>
            </a:pPr>
            <a:r>
              <a:rPr sz="1700" b="1">
                <a:solidFill>
                  <a:srgbClr val="FF9C1A"/>
                </a:solidFill>
                <a:latin typeface="IberPangea SmBold"/>
              </a:rPr>
              <a:t>SUPPORT</a:t>
            </a:r>
          </a:p>
          <a:p>
            <a:pPr algn="l">
              <a:lnSpc>
                <a:spcPct val="108000"/>
              </a:lnSpc>
              <a:spcBef>
                <a:spcPts val="0"/>
              </a:spcBef>
              <a:spcAft>
                <a:spcPts val="0"/>
              </a:spcAft>
            </a:pPr>
            <a:r>
              <a:rPr sz="1900" b="0">
                <a:solidFill>
                  <a:srgbClr val="FFFFFF"/>
                </a:solidFill>
                <a:latin typeface="IberPangea Text Light"/>
              </a:rPr>
              <a:t>Energy services and digital tools that help customers take control.</a:t>
            </a:r>
          </a:p>
        </p:txBody>
      </p:sp>
      <p:sp>
        <p:nvSpPr>
          <p:cNvPr id="24" name="TextBox 23"/>
          <p:cNvSpPr txBox="1"/>
          <p:nvPr/>
        </p:nvSpPr>
        <p:spPr>
          <a:xfrm>
            <a:off x="749808" y="4837176"/>
            <a:ext cx="10607040" cy="411480"/>
          </a:xfrm>
          <a:prstGeom prst="rect">
            <a:avLst/>
          </a:prstGeom>
          <a:noFill/>
        </p:spPr>
        <p:txBody>
          <a:bodyPr wrap="square" lIns="0" tIns="0" rIns="0" bIns="0" anchor="t">
            <a:spAutoFit/>
          </a:bodyPr>
          <a:lstStyle/>
          <a:p>
            <a:pPr algn="l">
              <a:lnSpc>
                <a:spcPct val="103000"/>
              </a:lnSpc>
              <a:spcBef>
                <a:spcPts val="0"/>
              </a:spcBef>
              <a:spcAft>
                <a:spcPts val="0"/>
              </a:spcAft>
            </a:pPr>
            <a:r>
              <a:rPr sz="2200" b="1">
                <a:solidFill>
                  <a:srgbClr val="FF9C1A"/>
                </a:solidFill>
                <a:latin typeface="IberPangea SmBold"/>
              </a:rPr>
              <a:t>465</a:t>
            </a:r>
            <a:r>
              <a:rPr sz="2000" b="0">
                <a:solidFill>
                  <a:srgbClr val="FFFFFF"/>
                </a:solidFill>
                <a:latin typeface="IberPangea Text Light"/>
              </a:rPr>
              <a:t> people joined our early-career routes in 2026</a:t>
            </a:r>
          </a:p>
        </p:txBody>
      </p:sp>
      <p:sp>
        <p:nvSpPr>
          <p:cNvPr id="25" name="Rectangle 24"/>
          <p:cNvSpPr/>
          <p:nvPr/>
        </p:nvSpPr>
        <p:spPr>
          <a:xfrm>
            <a:off x="0" y="5532120"/>
            <a:ext cx="12191969" cy="1325880"/>
          </a:xfrm>
          <a:prstGeom prst="rect">
            <a:avLst/>
          </a:prstGeom>
          <a:solidFill>
            <a:srgbClr val="00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9808" y="5733288"/>
            <a:ext cx="10789920" cy="777240"/>
          </a:xfrm>
          <a:prstGeom prst="rect">
            <a:avLst/>
          </a:prstGeom>
          <a:noFill/>
        </p:spPr>
        <p:txBody>
          <a:bodyPr wrap="square" lIns="0" tIns="0" rIns="0" bIns="0" anchor="t">
            <a:spAutoFit/>
          </a:bodyPr>
          <a:lstStyle/>
          <a:p>
            <a:pPr algn="l">
              <a:lnSpc>
                <a:spcPct val="103000"/>
              </a:lnSpc>
              <a:spcBef>
                <a:spcPts val="0"/>
              </a:spcBef>
              <a:spcAft>
                <a:spcPts val="700"/>
              </a:spcAft>
            </a:pPr>
            <a:r>
              <a:rPr sz="2300" b="1">
                <a:solidFill>
                  <a:srgbClr val="FFFFFF"/>
                </a:solidFill>
                <a:latin typeface="IberPangea SmBold"/>
              </a:rPr>
              <a:t>This weekend: your code. Our cyber challenge.</a:t>
            </a:r>
          </a:p>
          <a:p>
            <a:pPr algn="l">
              <a:lnSpc>
                <a:spcPct val="103000"/>
              </a:lnSpc>
              <a:spcBef>
                <a:spcPts val="0"/>
              </a:spcBef>
              <a:spcAft>
                <a:spcPts val="0"/>
              </a:spcAft>
            </a:pPr>
            <a:r>
              <a:rPr sz="1800" b="0">
                <a:solidFill>
                  <a:srgbClr val="FFFFFF"/>
                </a:solidFill>
                <a:latin typeface="IberPangea Text Light"/>
              </a:rPr>
              <a:t>Build a digital game that helps our colleagues understand cyber security.</a:t>
            </a:r>
          </a:p>
        </p:txBody>
      </p:sp>
      <p:sp>
        <p:nvSpPr>
          <p:cNvPr id="3" name="Slide Number Placeholder 2">
            <a:extLst>
              <a:ext uri="{FF2B5EF4-FFF2-40B4-BE49-F238E27FC236}">
                <a16:creationId xmlns:a16="http://schemas.microsoft.com/office/drawing/2014/main" id="{19B5005E-3BBE-7E42-E747-DE33C7CB5FE5}"/>
              </a:ext>
            </a:extLst>
          </p:cNvPr>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92A49E42-579D-0A4D-A382-D64C66A04E33}" type="slidenum">
              <a:rPr kumimoji="0" lang="es-ES" sz="1800" b="0" i="0" u="none" strike="noStrike" kern="1200" cap="none" spc="0" normalizeH="0" baseline="0" noProof="0" smtClean="0">
                <a:ln>
                  <a:noFill/>
                </a:ln>
                <a:solidFill>
                  <a:srgbClr val="FFFFFF"/>
                </a:solidFill>
                <a:effectLst/>
                <a:uLnTx/>
                <a:uFillTx/>
                <a:latin typeface="IberPangea Text"/>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a:t>
            </a:fld>
            <a:endParaRPr kumimoji="0" lang="es-ES" sz="1800" b="0" i="0" u="none" strike="noStrike" kern="1200" cap="none" spc="0" normalizeH="0" baseline="0" noProof="0">
              <a:ln>
                <a:noFill/>
              </a:ln>
              <a:solidFill>
                <a:srgbClr val="FFFFFF"/>
              </a:solidFill>
              <a:effectLst/>
              <a:uLnTx/>
              <a:uFillTx/>
              <a:latin typeface="IberPangea Text"/>
              <a:ea typeface="+mn-ea"/>
              <a:cs typeface="+mn-cs"/>
            </a:endParaRPr>
          </a:p>
        </p:txBody>
      </p:sp>
    </p:spTree>
    <p:extLst>
      <p:ext uri="{BB962C8B-B14F-4D97-AF65-F5344CB8AC3E}">
        <p14:creationId xmlns:p14="http://schemas.microsoft.com/office/powerpoint/2010/main" val="2033242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98E6E7B-E54A-BC63-4CC5-EE3614157E3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Picture 1" descr="/mnt/data/88c0326fe9.png">
            <a:extLst>
              <a:ext uri="{FF2B5EF4-FFF2-40B4-BE49-F238E27FC236}">
                <a16:creationId xmlns:a16="http://schemas.microsoft.com/office/drawing/2014/main" id="{E02B2E08-3F9A-A2EF-D1E2-8C3972CC77EC}"/>
              </a:ext>
            </a:extLst>
          </p:cNvPr>
          <p:cNvPicPr>
            <a:picLocks noChangeAspect="1"/>
          </p:cNvPicPr>
          <p:nvPr/>
        </p:nvPicPr>
        <p:blipFill>
          <a:blip r:embed="rId2"/>
          <a:srcRect l="27000" r="17231"/>
          <a:stretch>
            <a:fillRect/>
          </a:stretch>
        </p:blipFill>
        <p:spPr>
          <a:xfrm>
            <a:off x="6449474" y="-1"/>
            <a:ext cx="5742526" cy="6857999"/>
          </a:xfrm>
          <a:prstGeom prst="rect">
            <a:avLst/>
          </a:prstGeom>
        </p:spPr>
      </p:pic>
      <p:cxnSp>
        <p:nvCxnSpPr>
          <p:cNvPr id="5" name="Straight Connector 4">
            <a:extLst>
              <a:ext uri="{FF2B5EF4-FFF2-40B4-BE49-F238E27FC236}">
                <a16:creationId xmlns:a16="http://schemas.microsoft.com/office/drawing/2014/main" id="{308C9827-0FCF-A607-587C-C07E5DE40DE2}"/>
              </a:ext>
            </a:extLst>
          </p:cNvPr>
          <p:cNvCxnSpPr>
            <a:cxnSpLocks/>
          </p:cNvCxnSpPr>
          <p:nvPr/>
        </p:nvCxnSpPr>
        <p:spPr>
          <a:xfrm>
            <a:off x="578104" y="968249"/>
            <a:ext cx="1142796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68714D8-764F-E1BD-9BB8-B8A0B1CF8551}"/>
              </a:ext>
            </a:extLst>
          </p:cNvPr>
          <p:cNvSpPr txBox="1"/>
          <p:nvPr/>
        </p:nvSpPr>
        <p:spPr>
          <a:xfrm>
            <a:off x="626391" y="396854"/>
            <a:ext cx="5756656" cy="521208"/>
          </a:xfrm>
          <a:prstGeom prst="rect">
            <a:avLst/>
          </a:prstGeom>
          <a:noFill/>
        </p:spPr>
        <p:txBody>
          <a:bodyPr wrap="square" lIns="0" tIns="0" rIns="0" bIns="0" rtlCol="0">
            <a:noAutofit/>
          </a:bodyPr>
          <a:lstStyle/>
          <a:p>
            <a:pPr algn="l"/>
            <a:r>
              <a:rPr lang="en-GB" sz="2300" b="1">
                <a:solidFill>
                  <a:schemeClr val="bg1"/>
                </a:solidFill>
                <a:latin typeface="IberPangea (Headings)"/>
                <a:ea typeface="IberPangea Text Light" panose="020B0404000000000000" pitchFamily="34" charset="0"/>
                <a:cs typeface="IberPangea Text Light" panose="020B0404000000000000" pitchFamily="34" charset="0"/>
              </a:rPr>
              <a:t>The Challenge</a:t>
            </a:r>
          </a:p>
        </p:txBody>
      </p:sp>
      <p:sp>
        <p:nvSpPr>
          <p:cNvPr id="8" name="TextBox 7">
            <a:extLst>
              <a:ext uri="{FF2B5EF4-FFF2-40B4-BE49-F238E27FC236}">
                <a16:creationId xmlns:a16="http://schemas.microsoft.com/office/drawing/2014/main" id="{1F1FD1FB-AD9F-4FBF-04A1-ED1938CCE9D2}"/>
              </a:ext>
            </a:extLst>
          </p:cNvPr>
          <p:cNvSpPr txBox="1"/>
          <p:nvPr/>
        </p:nvSpPr>
        <p:spPr>
          <a:xfrm>
            <a:off x="574545" y="1043877"/>
            <a:ext cx="5792493" cy="4932275"/>
          </a:xfrm>
          <a:prstGeom prst="rect">
            <a:avLst/>
          </a:prstGeom>
          <a:noFill/>
        </p:spPr>
        <p:txBody>
          <a:bodyPr wrap="square" lIns="0" tIns="0" rIns="0" bIns="0" rtlCol="0" anchor="t">
            <a:noAutofit/>
          </a:bodyPr>
          <a:lstStyle/>
          <a:p>
            <a:r>
              <a:rPr lang="en-US" sz="2000" b="1">
                <a:solidFill>
                  <a:schemeClr val="tx2"/>
                </a:solidFill>
              </a:rPr>
              <a:t>We have a proven tabletop game that is used at graduate onboarding events and in some team training sessions. </a:t>
            </a:r>
          </a:p>
          <a:p>
            <a:endParaRPr lang="en-US" sz="2000" b="1">
              <a:solidFill>
                <a:schemeClr val="tx2"/>
              </a:solidFill>
            </a:endParaRPr>
          </a:p>
          <a:p>
            <a:r>
              <a:rPr lang="en-US" sz="2000" b="1">
                <a:solidFill>
                  <a:schemeClr val="tx2"/>
                </a:solidFill>
              </a:rPr>
              <a:t>We believe there’s a much bigger digital opportunity.</a:t>
            </a:r>
          </a:p>
          <a:p>
            <a:endParaRPr lang="en-US" b="1">
              <a:solidFill>
                <a:schemeClr val="tx2"/>
              </a:solidFill>
            </a:endParaRPr>
          </a:p>
          <a:p>
            <a:r>
              <a:rPr lang="en-US">
                <a:solidFill>
                  <a:schemeClr val="bg1"/>
                </a:solidFill>
              </a:rPr>
              <a:t>The list of cyber </a:t>
            </a:r>
            <a:r>
              <a:rPr lang="en-US" err="1">
                <a:solidFill>
                  <a:schemeClr val="bg1"/>
                </a:solidFill>
              </a:rPr>
              <a:t>defences</a:t>
            </a:r>
            <a:r>
              <a:rPr lang="en-US">
                <a:solidFill>
                  <a:schemeClr val="bg1"/>
                </a:solidFill>
              </a:rPr>
              <a:t>, rules, decisions and scoring are already in place. The challenge is to turn the physical experience into a game that is engaging, accessible and ready to scale.</a:t>
            </a:r>
            <a:r>
              <a:rPr lang="en-GB">
                <a:solidFill>
                  <a:schemeClr val="bg1"/>
                </a:solidFill>
              </a:rPr>
              <a:t>​​ </a:t>
            </a:r>
          </a:p>
          <a:p>
            <a:endParaRPr lang="en-GB">
              <a:solidFill>
                <a:schemeClr val="bg1"/>
              </a:solidFill>
            </a:endParaRPr>
          </a:p>
          <a:p>
            <a:r>
              <a:rPr lang="en-GB">
                <a:solidFill>
                  <a:schemeClr val="bg1"/>
                </a:solidFill>
              </a:rPr>
              <a:t>We’d also love you to find a way to fold a set of cyber security behavioural questions, which currently form a separate quiz, into the game as a core element.</a:t>
            </a:r>
          </a:p>
          <a:p>
            <a:r>
              <a:rPr lang="en-GB" sz="1600">
                <a:solidFill>
                  <a:schemeClr val="bg1"/>
                </a:solidFill>
              </a:rPr>
              <a:t>​</a:t>
            </a:r>
            <a:endParaRPr lang="en-GB" sz="1600">
              <a:solidFill>
                <a:schemeClr val="bg1"/>
              </a:solidFill>
              <a:latin typeface="IberPangea Text Light" panose="020B0404000000000000" pitchFamily="34" charset="0"/>
              <a:ea typeface="IberPangea Text Light" panose="020B0404000000000000" pitchFamily="34" charset="0"/>
              <a:cs typeface="IberPangea Text Light" panose="020B0404000000000000" pitchFamily="34" charset="0"/>
            </a:endParaRPr>
          </a:p>
        </p:txBody>
      </p:sp>
      <p:grpSp>
        <p:nvGrpSpPr>
          <p:cNvPr id="4" name="Group 3">
            <a:extLst>
              <a:ext uri="{FF2B5EF4-FFF2-40B4-BE49-F238E27FC236}">
                <a16:creationId xmlns:a16="http://schemas.microsoft.com/office/drawing/2014/main" id="{8CF2B54E-57B3-4534-0C02-2519311CC9B4}"/>
              </a:ext>
            </a:extLst>
          </p:cNvPr>
          <p:cNvGrpSpPr/>
          <p:nvPr/>
        </p:nvGrpSpPr>
        <p:grpSpPr>
          <a:xfrm>
            <a:off x="7745052" y="206115"/>
            <a:ext cx="3989628" cy="733648"/>
            <a:chOff x="7745052" y="206115"/>
            <a:chExt cx="3989628" cy="733648"/>
          </a:xfrm>
        </p:grpSpPr>
        <p:grpSp>
          <p:nvGrpSpPr>
            <p:cNvPr id="6" name="Grupo 27">
              <a:extLst>
                <a:ext uri="{FF2B5EF4-FFF2-40B4-BE49-F238E27FC236}">
                  <a16:creationId xmlns:a16="http://schemas.microsoft.com/office/drawing/2014/main" id="{95AB5928-4DF3-B19E-07B9-FD68619DAC82}"/>
                </a:ext>
              </a:extLst>
            </p:cNvPr>
            <p:cNvGrpSpPr/>
            <p:nvPr userDrawn="1"/>
          </p:nvGrpSpPr>
          <p:grpSpPr>
            <a:xfrm>
              <a:off x="7745052" y="326847"/>
              <a:ext cx="2061401" cy="436991"/>
              <a:chOff x="7838666" y="-1328018"/>
              <a:chExt cx="2061401" cy="436991"/>
            </a:xfrm>
          </p:grpSpPr>
          <p:grpSp>
            <p:nvGrpSpPr>
              <p:cNvPr id="14" name="Grupo 29">
                <a:extLst>
                  <a:ext uri="{FF2B5EF4-FFF2-40B4-BE49-F238E27FC236}">
                    <a16:creationId xmlns:a16="http://schemas.microsoft.com/office/drawing/2014/main" id="{3A2FB9B2-ED73-D427-2131-4AFD6335E3C1}"/>
                  </a:ext>
                </a:extLst>
              </p:cNvPr>
              <p:cNvGrpSpPr/>
              <p:nvPr/>
            </p:nvGrpSpPr>
            <p:grpSpPr>
              <a:xfrm>
                <a:off x="7838666" y="-1247950"/>
                <a:ext cx="1843200" cy="309600"/>
                <a:chOff x="858380" y="3171155"/>
                <a:chExt cx="4884170" cy="832550"/>
              </a:xfrm>
              <a:solidFill>
                <a:schemeClr val="bg1"/>
              </a:solidFill>
            </p:grpSpPr>
            <p:sp>
              <p:nvSpPr>
                <p:cNvPr id="16" name="Forma libre: forma 15">
                  <a:extLst>
                    <a:ext uri="{FF2B5EF4-FFF2-40B4-BE49-F238E27FC236}">
                      <a16:creationId xmlns:a16="http://schemas.microsoft.com/office/drawing/2014/main" id="{5E19079B-66B9-1820-FF90-EE249EB31114}"/>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grpFill/>
                <a:ln w="3333" cap="flat">
                  <a:noFill/>
                  <a:prstDash val="solid"/>
                  <a:miter/>
                </a:ln>
              </p:spPr>
              <p:txBody>
                <a:bodyPr rtlCol="0" anchor="ctr"/>
                <a:lstStyle/>
                <a:p>
                  <a:endParaRPr lang="es-ES"/>
                </a:p>
              </p:txBody>
            </p:sp>
            <p:sp>
              <p:nvSpPr>
                <p:cNvPr id="17" name="Forma libre: forma 16">
                  <a:extLst>
                    <a:ext uri="{FF2B5EF4-FFF2-40B4-BE49-F238E27FC236}">
                      <a16:creationId xmlns:a16="http://schemas.microsoft.com/office/drawing/2014/main" id="{2A41CC5B-428B-9BCE-FA54-11599D3EED21}"/>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grpFill/>
                <a:ln w="3333" cap="flat">
                  <a:noFill/>
                  <a:prstDash val="solid"/>
                  <a:miter/>
                </a:ln>
              </p:spPr>
              <p:txBody>
                <a:bodyPr rtlCol="0" anchor="ctr"/>
                <a:lstStyle/>
                <a:p>
                  <a:endParaRPr lang="es-ES"/>
                </a:p>
              </p:txBody>
            </p:sp>
            <p:sp>
              <p:nvSpPr>
                <p:cNvPr id="18" name="Forma libre: forma 17">
                  <a:extLst>
                    <a:ext uri="{FF2B5EF4-FFF2-40B4-BE49-F238E27FC236}">
                      <a16:creationId xmlns:a16="http://schemas.microsoft.com/office/drawing/2014/main" id="{FED48BFB-3793-C3B7-E813-8696782A4761}"/>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grpFill/>
                <a:ln w="3333" cap="flat">
                  <a:noFill/>
                  <a:prstDash val="solid"/>
                  <a:miter/>
                </a:ln>
              </p:spPr>
              <p:txBody>
                <a:bodyPr rtlCol="0" anchor="ctr"/>
                <a:lstStyle/>
                <a:p>
                  <a:endParaRPr lang="es-ES"/>
                </a:p>
              </p:txBody>
            </p:sp>
            <p:sp>
              <p:nvSpPr>
                <p:cNvPr id="19" name="Forma libre: forma 18">
                  <a:extLst>
                    <a:ext uri="{FF2B5EF4-FFF2-40B4-BE49-F238E27FC236}">
                      <a16:creationId xmlns:a16="http://schemas.microsoft.com/office/drawing/2014/main" id="{E2535A0B-E71F-7837-B924-0D9103D0B266}"/>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grpFill/>
                <a:ln w="333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3CA0885C-1E0B-32B5-B3BB-B42404B1DA41}"/>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grpFill/>
                <a:ln w="333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D48E6CBA-387C-1DA2-8F1E-AB14D08CBD22}"/>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grpFill/>
                <a:ln w="3333" cap="flat">
                  <a:noFill/>
                  <a:prstDash val="solid"/>
                  <a:miter/>
                </a:ln>
              </p:spPr>
              <p:txBody>
                <a:bodyPr rtlCol="0" anchor="ctr"/>
                <a:lstStyle/>
                <a:p>
                  <a:endParaRPr lang="es-ES"/>
                </a:p>
              </p:txBody>
            </p:sp>
            <p:sp>
              <p:nvSpPr>
                <p:cNvPr id="22" name="Forma libre: forma 21">
                  <a:extLst>
                    <a:ext uri="{FF2B5EF4-FFF2-40B4-BE49-F238E27FC236}">
                      <a16:creationId xmlns:a16="http://schemas.microsoft.com/office/drawing/2014/main" id="{4FE876D1-FF87-CA01-9CC3-22A781198C55}"/>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grpFill/>
                <a:ln w="3333" cap="flat">
                  <a:noFill/>
                  <a:prstDash val="solid"/>
                  <a:miter/>
                </a:ln>
              </p:spPr>
              <p:txBody>
                <a:bodyPr rtlCol="0" anchor="ctr"/>
                <a:lstStyle/>
                <a:p>
                  <a:endParaRPr lang="es-ES"/>
                </a:p>
              </p:txBody>
            </p:sp>
            <p:sp>
              <p:nvSpPr>
                <p:cNvPr id="23" name="Forma libre: forma 22">
                  <a:extLst>
                    <a:ext uri="{FF2B5EF4-FFF2-40B4-BE49-F238E27FC236}">
                      <a16:creationId xmlns:a16="http://schemas.microsoft.com/office/drawing/2014/main" id="{0D8A2B91-E957-9990-5020-FEE9A05192BC}"/>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grpFill/>
                <a:ln w="3333" cap="flat">
                  <a:noFill/>
                  <a:prstDash val="solid"/>
                  <a:miter/>
                </a:ln>
              </p:spPr>
              <p:txBody>
                <a:bodyPr rtlCol="0" anchor="ctr"/>
                <a:lstStyle/>
                <a:p>
                  <a:endParaRPr lang="es-ES"/>
                </a:p>
              </p:txBody>
            </p:sp>
            <p:sp>
              <p:nvSpPr>
                <p:cNvPr id="24" name="Forma libre: forma 23">
                  <a:extLst>
                    <a:ext uri="{FF2B5EF4-FFF2-40B4-BE49-F238E27FC236}">
                      <a16:creationId xmlns:a16="http://schemas.microsoft.com/office/drawing/2014/main" id="{FFA2CE0A-1EAC-2DB9-B0C6-5DA71CA9C326}"/>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grpFill/>
                <a:ln w="3333" cap="flat">
                  <a:noFill/>
                  <a:prstDash val="solid"/>
                  <a:miter/>
                </a:ln>
              </p:spPr>
              <p:txBody>
                <a:bodyPr rtlCol="0" anchor="ctr"/>
                <a:lstStyle/>
                <a:p>
                  <a:endParaRPr lang="es-ES"/>
                </a:p>
              </p:txBody>
            </p:sp>
            <p:sp>
              <p:nvSpPr>
                <p:cNvPr id="25" name="Forma libre: forma 24">
                  <a:extLst>
                    <a:ext uri="{FF2B5EF4-FFF2-40B4-BE49-F238E27FC236}">
                      <a16:creationId xmlns:a16="http://schemas.microsoft.com/office/drawing/2014/main" id="{0DA85077-060E-4212-EBC0-37707CA3CE90}"/>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grpFill/>
                <a:ln w="3333" cap="flat">
                  <a:noFill/>
                  <a:prstDash val="solid"/>
                  <a:miter/>
                </a:ln>
              </p:spPr>
              <p:txBody>
                <a:bodyPr rtlCol="0" anchor="ctr"/>
                <a:lstStyle/>
                <a:p>
                  <a:endParaRPr lang="es-ES"/>
                </a:p>
              </p:txBody>
            </p:sp>
            <p:sp>
              <p:nvSpPr>
                <p:cNvPr id="26" name="Forma libre: forma 25">
                  <a:extLst>
                    <a:ext uri="{FF2B5EF4-FFF2-40B4-BE49-F238E27FC236}">
                      <a16:creationId xmlns:a16="http://schemas.microsoft.com/office/drawing/2014/main" id="{E39D0C0C-B292-244A-6F5E-7CE6F66F8D6E}"/>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grpFill/>
                <a:ln w="3333" cap="flat">
                  <a:noFill/>
                  <a:prstDash val="solid"/>
                  <a:miter/>
                </a:ln>
              </p:spPr>
              <p:txBody>
                <a:bodyPr rtlCol="0" anchor="ctr"/>
                <a:lstStyle/>
                <a:p>
                  <a:endParaRPr lang="es-ES"/>
                </a:p>
              </p:txBody>
            </p:sp>
            <p:sp>
              <p:nvSpPr>
                <p:cNvPr id="27" name="Forma libre: forma 26">
                  <a:extLst>
                    <a:ext uri="{FF2B5EF4-FFF2-40B4-BE49-F238E27FC236}">
                      <a16:creationId xmlns:a16="http://schemas.microsoft.com/office/drawing/2014/main" id="{F6DE30B6-6F95-9389-EC2A-15F494F5D7BF}"/>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grpFill/>
                <a:ln w="3333" cap="flat">
                  <a:noFill/>
                  <a:prstDash val="solid"/>
                  <a:miter/>
                </a:ln>
              </p:spPr>
              <p:txBody>
                <a:bodyPr rtlCol="0" anchor="ctr"/>
                <a:lstStyle/>
                <a:p>
                  <a:endParaRPr lang="es-ES"/>
                </a:p>
              </p:txBody>
            </p:sp>
            <p:sp>
              <p:nvSpPr>
                <p:cNvPr id="28" name="Forma libre: forma 27">
                  <a:extLst>
                    <a:ext uri="{FF2B5EF4-FFF2-40B4-BE49-F238E27FC236}">
                      <a16:creationId xmlns:a16="http://schemas.microsoft.com/office/drawing/2014/main" id="{B143EE8D-597C-8D2C-47B5-5B6A5E988321}"/>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grpFill/>
                <a:ln w="3333" cap="flat">
                  <a:noFill/>
                  <a:prstDash val="solid"/>
                  <a:miter/>
                </a:ln>
              </p:spPr>
              <p:txBody>
                <a:bodyPr rtlCol="0" anchor="ctr"/>
                <a:lstStyle/>
                <a:p>
                  <a:endParaRPr lang="es-ES"/>
                </a:p>
              </p:txBody>
            </p:sp>
            <p:sp>
              <p:nvSpPr>
                <p:cNvPr id="29" name="Forma libre: forma 28">
                  <a:extLst>
                    <a:ext uri="{FF2B5EF4-FFF2-40B4-BE49-F238E27FC236}">
                      <a16:creationId xmlns:a16="http://schemas.microsoft.com/office/drawing/2014/main" id="{807D676F-8C4E-07C1-7CC5-2C6DDB67916D}"/>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grpFill/>
                <a:ln w="3333" cap="flat">
                  <a:noFill/>
                  <a:prstDash val="solid"/>
                  <a:miter/>
                </a:ln>
              </p:spPr>
              <p:txBody>
                <a:bodyPr rtlCol="0" anchor="ctr"/>
                <a:lstStyle/>
                <a:p>
                  <a:endParaRPr lang="es-ES"/>
                </a:p>
              </p:txBody>
            </p:sp>
            <p:sp>
              <p:nvSpPr>
                <p:cNvPr id="30" name="Forma libre: forma 29">
                  <a:extLst>
                    <a:ext uri="{FF2B5EF4-FFF2-40B4-BE49-F238E27FC236}">
                      <a16:creationId xmlns:a16="http://schemas.microsoft.com/office/drawing/2014/main" id="{505C7498-9DEF-0CF8-4CDF-322074BD2828}"/>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grpFill/>
                <a:ln w="3333" cap="flat">
                  <a:noFill/>
                  <a:prstDash val="solid"/>
                  <a:miter/>
                </a:ln>
              </p:spPr>
              <p:txBody>
                <a:bodyPr rtlCol="0" anchor="ctr"/>
                <a:lstStyle/>
                <a:p>
                  <a:endParaRPr lang="es-ES"/>
                </a:p>
              </p:txBody>
            </p:sp>
            <p:sp>
              <p:nvSpPr>
                <p:cNvPr id="31" name="Forma libre: forma 30">
                  <a:extLst>
                    <a:ext uri="{FF2B5EF4-FFF2-40B4-BE49-F238E27FC236}">
                      <a16:creationId xmlns:a16="http://schemas.microsoft.com/office/drawing/2014/main" id="{CBAB8091-1346-36B0-D9BE-E59626774DDE}"/>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grpFill/>
                <a:ln w="3333" cap="flat">
                  <a:noFill/>
                  <a:prstDash val="solid"/>
                  <a:miter/>
                </a:ln>
              </p:spPr>
              <p:txBody>
                <a:bodyPr rtlCol="0" anchor="ctr"/>
                <a:lstStyle/>
                <a:p>
                  <a:endParaRPr lang="es-ES"/>
                </a:p>
              </p:txBody>
            </p:sp>
          </p:grpSp>
          <p:cxnSp>
            <p:nvCxnSpPr>
              <p:cNvPr id="15" name="Conector recto 25">
                <a:extLst>
                  <a:ext uri="{FF2B5EF4-FFF2-40B4-BE49-F238E27FC236}">
                    <a16:creationId xmlns:a16="http://schemas.microsoft.com/office/drawing/2014/main" id="{F5180A53-C023-0650-5953-91E1888126A1}"/>
                  </a:ext>
                </a:extLst>
              </p:cNvPr>
              <p:cNvCxnSpPr>
                <a:cxnSpLocks/>
              </p:cNvCxnSpPr>
              <p:nvPr userDrawn="1"/>
            </p:nvCxnSpPr>
            <p:spPr>
              <a:xfrm>
                <a:off x="9900067" y="-1328018"/>
                <a:ext cx="0" cy="436991"/>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85D989DE-4D46-A53E-6FCB-D9B22D2FD26F}"/>
                </a:ext>
              </a:extLst>
            </p:cNvPr>
            <p:cNvGrpSpPr/>
            <p:nvPr userDrawn="1"/>
          </p:nvGrpSpPr>
          <p:grpSpPr>
            <a:xfrm>
              <a:off x="9783830" y="206115"/>
              <a:ext cx="1950850" cy="733648"/>
              <a:chOff x="9783830" y="206115"/>
              <a:chExt cx="1950850" cy="733648"/>
            </a:xfrm>
          </p:grpSpPr>
          <p:pic>
            <p:nvPicPr>
              <p:cNvPr id="11" name="Picture 10" descr="previous_7.png">
                <a:extLst>
                  <a:ext uri="{FF2B5EF4-FFF2-40B4-BE49-F238E27FC236}">
                    <a16:creationId xmlns:a16="http://schemas.microsoft.com/office/drawing/2014/main" id="{3C11AC7D-F825-6C15-BE8E-4D7EE4744B85}"/>
                  </a:ext>
                </a:extLst>
              </p:cNvPr>
              <p:cNvPicPr>
                <a:picLocks noChangeAspect="1"/>
              </p:cNvPicPr>
              <p:nvPr userDrawn="1"/>
            </p:nvPicPr>
            <p:blipFill>
              <a:blip r:embed="rId3" cstate="hqprint">
                <a:extLst>
                  <a:ext uri="{28A0092B-C50C-407E-A947-70E740481C1C}">
                    <a14:useLocalDpi xmlns:a14="http://schemas.microsoft.com/office/drawing/2010/main"/>
                  </a:ext>
                </a:extLst>
              </a:blip>
              <a:srcRect r="66139"/>
              <a:stretch>
                <a:fillRect/>
              </a:stretch>
            </p:blipFill>
            <p:spPr>
              <a:xfrm>
                <a:off x="9783830" y="206115"/>
                <a:ext cx="510813" cy="733648"/>
              </a:xfrm>
              <a:prstGeom prst="rect">
                <a:avLst/>
              </a:prstGeom>
            </p:spPr>
          </p:pic>
          <p:sp>
            <p:nvSpPr>
              <p:cNvPr id="12" name="TextBox 11">
                <a:extLst>
                  <a:ext uri="{FF2B5EF4-FFF2-40B4-BE49-F238E27FC236}">
                    <a16:creationId xmlns:a16="http://schemas.microsoft.com/office/drawing/2014/main" id="{ACC35B32-6F00-955C-A629-0A25D2195B08}"/>
                  </a:ext>
                </a:extLst>
              </p:cNvPr>
              <p:cNvSpPr txBox="1"/>
              <p:nvPr userDrawn="1"/>
            </p:nvSpPr>
            <p:spPr>
              <a:xfrm>
                <a:off x="10406194" y="388515"/>
                <a:ext cx="1328486" cy="378067"/>
              </a:xfrm>
              <a:prstGeom prst="rect">
                <a:avLst/>
              </a:prstGeom>
              <a:noFill/>
            </p:spPr>
            <p:txBody>
              <a:bodyPr wrap="square" lIns="0" tIns="0" rIns="0" bIns="0" rtlCol="0">
                <a:noAutofit/>
              </a:bodyPr>
              <a:lstStyle/>
              <a:p>
                <a:pPr algn="l"/>
                <a:r>
                  <a:rPr lang="en-GB" sz="1200" b="0">
                    <a:solidFill>
                      <a:schemeClr val="bg1"/>
                    </a:solidFill>
                    <a:latin typeface="IberPangea Text Medium" panose="020B0604000000000000" pitchFamily="34" charset="0"/>
                    <a:ea typeface="IberPangea Text Medium" panose="020B0604000000000000" pitchFamily="34" charset="0"/>
                    <a:cs typeface="IberPangea Text Medium" panose="020B0604000000000000" pitchFamily="34" charset="0"/>
                  </a:rPr>
                  <a:t>Digital Innovation &amp; Culture</a:t>
                </a:r>
              </a:p>
            </p:txBody>
          </p:sp>
        </p:grpSp>
      </p:grpSp>
    </p:spTree>
    <p:extLst>
      <p:ext uri="{BB962C8B-B14F-4D97-AF65-F5344CB8AC3E}">
        <p14:creationId xmlns:p14="http://schemas.microsoft.com/office/powerpoint/2010/main" val="593387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B6537-EFEA-9338-9130-4A648D1B85E9}"/>
            </a:ext>
          </a:extLst>
        </p:cNvPr>
        <p:cNvGrpSpPr/>
        <p:nvPr/>
      </p:nvGrpSpPr>
      <p:grpSpPr>
        <a:xfrm>
          <a:off x="0" y="0"/>
          <a:ext cx="0" cy="0"/>
          <a:chOff x="0" y="0"/>
          <a:chExt cx="0" cy="0"/>
        </a:xfrm>
      </p:grpSpPr>
      <p:sp>
        <p:nvSpPr>
          <p:cNvPr id="11" name="Text 2">
            <a:extLst>
              <a:ext uri="{FF2B5EF4-FFF2-40B4-BE49-F238E27FC236}">
                <a16:creationId xmlns:a16="http://schemas.microsoft.com/office/drawing/2014/main" id="{86213CCA-DE70-2A1C-4DFA-D224E6566B10}"/>
              </a:ext>
            </a:extLst>
          </p:cNvPr>
          <p:cNvSpPr txBox="1"/>
          <p:nvPr/>
        </p:nvSpPr>
        <p:spPr>
          <a:xfrm>
            <a:off x="6239115" y="2645693"/>
            <a:ext cx="2721864" cy="2941319"/>
          </a:xfrm>
          <a:prstGeom prst="roundRect">
            <a:avLst>
              <a:gd name="adj" fmla="val 5430"/>
            </a:avLst>
          </a:prstGeom>
          <a:noFill/>
          <a:ln w="38100">
            <a:solidFill>
              <a:schemeClr val="accent2"/>
            </a:solidFill>
          </a:ln>
        </p:spPr>
        <p:txBody>
          <a:bodyPr wrap="square" lIns="152400" tIns="108000" rIns="152400" bIns="108000" rtlCol="0" anchor="t"/>
          <a:lstStyle/>
          <a:p>
            <a:pPr marL="0" indent="0" algn="ctr">
              <a:buNone/>
            </a:pPr>
            <a:r>
              <a:rPr lang="en-US" b="1">
                <a:solidFill>
                  <a:srgbClr val="FFFFFF"/>
                </a:solidFill>
                <a:latin typeface="IberPangea SmBold" pitchFamily="34" charset="0"/>
                <a:cs typeface="Arial" pitchFamily="34" charset="-120"/>
              </a:rPr>
              <a:t>Level Up Gameplay</a:t>
            </a:r>
            <a:endParaRPr lang="en-US"/>
          </a:p>
        </p:txBody>
      </p:sp>
      <p:sp>
        <p:nvSpPr>
          <p:cNvPr id="2" name="Text Placeholder 1">
            <a:extLst>
              <a:ext uri="{FF2B5EF4-FFF2-40B4-BE49-F238E27FC236}">
                <a16:creationId xmlns:a16="http://schemas.microsoft.com/office/drawing/2014/main" id="{0E91AF35-EEAD-8CCB-2BF8-BBB72C21AD78}"/>
              </a:ext>
            </a:extLst>
          </p:cNvPr>
          <p:cNvSpPr>
            <a:spLocks noGrp="1"/>
          </p:cNvSpPr>
          <p:nvPr>
            <p:ph type="body" sz="quarter" idx="20"/>
          </p:nvPr>
        </p:nvSpPr>
        <p:spPr>
          <a:xfrm>
            <a:off x="598810" y="330442"/>
            <a:ext cx="7205488" cy="543464"/>
          </a:xfrm>
        </p:spPr>
        <p:txBody>
          <a:bodyPr>
            <a:normAutofit/>
          </a:bodyPr>
          <a:lstStyle/>
          <a:p>
            <a:r>
              <a:rPr lang="en-US" sz="2300">
                <a:latin typeface="IberPangea (Headings)"/>
                <a:ea typeface="Arial" pitchFamily="34" charset="-122"/>
                <a:cs typeface="Arial" pitchFamily="34" charset="-120"/>
              </a:rPr>
              <a:t>Cyber Security Knowledge Not Required</a:t>
            </a:r>
            <a:endParaRPr lang="en-US" sz="2300">
              <a:latin typeface="IberPangea (Headings)"/>
            </a:endParaRPr>
          </a:p>
        </p:txBody>
      </p:sp>
      <p:sp>
        <p:nvSpPr>
          <p:cNvPr id="3" name="Slide Number Placeholder 2">
            <a:extLst>
              <a:ext uri="{FF2B5EF4-FFF2-40B4-BE49-F238E27FC236}">
                <a16:creationId xmlns:a16="http://schemas.microsoft.com/office/drawing/2014/main" id="{21CE1A43-4451-F2A4-3D4A-993566B977AF}"/>
              </a:ext>
            </a:extLst>
          </p:cNvPr>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92A49E42-579D-0A4D-A382-D64C66A04E33}" type="slidenum">
              <a:rPr kumimoji="0" lang="es-ES" sz="1800" b="0" i="0" u="none" strike="noStrike" kern="1200" cap="none" spc="0" normalizeH="0" baseline="0" noProof="0" smtClean="0">
                <a:ln>
                  <a:noFill/>
                </a:ln>
                <a:solidFill>
                  <a:srgbClr val="FFFFFF"/>
                </a:solidFill>
                <a:effectLst/>
                <a:uLnTx/>
                <a:uFillTx/>
                <a:latin typeface="IberPangea Text"/>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a:t>
            </a:fld>
            <a:endParaRPr kumimoji="0" lang="es-ES" sz="1800" b="0" i="0" u="none" strike="noStrike" kern="1200" cap="none" spc="0" normalizeH="0" baseline="0" noProof="0">
              <a:ln>
                <a:noFill/>
              </a:ln>
              <a:solidFill>
                <a:srgbClr val="FFFFFF"/>
              </a:solidFill>
              <a:effectLst/>
              <a:uLnTx/>
              <a:uFillTx/>
              <a:latin typeface="IberPangea Text"/>
              <a:ea typeface="+mn-ea"/>
              <a:cs typeface="+mn-cs"/>
            </a:endParaRPr>
          </a:p>
        </p:txBody>
      </p:sp>
      <p:cxnSp>
        <p:nvCxnSpPr>
          <p:cNvPr id="20" name="Straight Connector 19">
            <a:extLst>
              <a:ext uri="{FF2B5EF4-FFF2-40B4-BE49-F238E27FC236}">
                <a16:creationId xmlns:a16="http://schemas.microsoft.com/office/drawing/2014/main" id="{1AF587F9-2C55-78BB-34D3-755CE87A408B}"/>
              </a:ext>
            </a:extLst>
          </p:cNvPr>
          <p:cNvCxnSpPr>
            <a:cxnSpLocks/>
          </p:cNvCxnSpPr>
          <p:nvPr/>
        </p:nvCxnSpPr>
        <p:spPr>
          <a:xfrm>
            <a:off x="598810" y="883703"/>
            <a:ext cx="11388419" cy="1478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 name="Text 1">
            <a:extLst>
              <a:ext uri="{FF2B5EF4-FFF2-40B4-BE49-F238E27FC236}">
                <a16:creationId xmlns:a16="http://schemas.microsoft.com/office/drawing/2014/main" id="{79D82A8A-FC00-DD4C-2E9B-18E53FBEB813}"/>
              </a:ext>
            </a:extLst>
          </p:cNvPr>
          <p:cNvSpPr txBox="1"/>
          <p:nvPr/>
        </p:nvSpPr>
        <p:spPr>
          <a:xfrm>
            <a:off x="573724" y="982041"/>
            <a:ext cx="11438589" cy="457200"/>
          </a:xfrm>
          <a:prstGeom prst="rect">
            <a:avLst/>
          </a:prstGeom>
          <a:noFill/>
          <a:ln/>
        </p:spPr>
        <p:txBody>
          <a:bodyPr wrap="square" lIns="0" tIns="0" rIns="0" bIns="0" rtlCol="0" anchor="t"/>
          <a:lstStyle/>
          <a:p>
            <a:pPr marL="0" indent="0">
              <a:buNone/>
            </a:pPr>
            <a:r>
              <a:rPr lang="en-US" sz="2000">
                <a:solidFill>
                  <a:schemeClr val="bg1"/>
                </a:solidFill>
                <a:latin typeface="IberPangea" pitchFamily="34" charset="0"/>
                <a:ea typeface="Arial" pitchFamily="34" charset="-122"/>
                <a:cs typeface="Arial" pitchFamily="34" charset="-120"/>
              </a:rPr>
              <a:t>No Cyber knowledge is needed for this challenge. </a:t>
            </a:r>
          </a:p>
          <a:p>
            <a:pPr marL="0" indent="0">
              <a:buNone/>
            </a:pPr>
            <a:endParaRPr lang="en-US" sz="2000">
              <a:solidFill>
                <a:schemeClr val="bg1"/>
              </a:solidFill>
              <a:latin typeface="IberPangea" pitchFamily="34" charset="0"/>
              <a:ea typeface="Arial" pitchFamily="34" charset="-122"/>
              <a:cs typeface="Arial" pitchFamily="34" charset="-120"/>
            </a:endParaRPr>
          </a:p>
          <a:p>
            <a:pPr marL="0" indent="0">
              <a:buNone/>
            </a:pPr>
            <a:r>
              <a:rPr lang="en-US" sz="2000">
                <a:solidFill>
                  <a:schemeClr val="bg1"/>
                </a:solidFill>
                <a:latin typeface="IberPangea" pitchFamily="34" charset="0"/>
                <a:ea typeface="Arial" pitchFamily="34" charset="-122"/>
                <a:cs typeface="Arial" pitchFamily="34" charset="-120"/>
              </a:rPr>
              <a:t>All the content is written by our Cyber team. You bring the software and game design</a:t>
            </a:r>
            <a:r>
              <a:rPr lang="en-US" sz="2000">
                <a:solidFill>
                  <a:srgbClr val="3A3735"/>
                </a:solidFill>
                <a:latin typeface="IberPangea" pitchFamily="34" charset="0"/>
                <a:ea typeface="Arial" pitchFamily="34" charset="-122"/>
                <a:cs typeface="Arial" pitchFamily="34" charset="-120"/>
              </a:rPr>
              <a:t>. </a:t>
            </a:r>
            <a:r>
              <a:rPr lang="en-US" sz="2000">
                <a:solidFill>
                  <a:schemeClr val="bg1"/>
                </a:solidFill>
                <a:latin typeface="IberPangea" pitchFamily="34" charset="0"/>
                <a:ea typeface="Arial" pitchFamily="34" charset="-122"/>
                <a:cs typeface="Arial" pitchFamily="34" charset="-120"/>
              </a:rPr>
              <a:t>Build the core game or stretch your ambition and take on some of the extra elements below </a:t>
            </a:r>
            <a:endParaRPr lang="en-US" sz="2000">
              <a:solidFill>
                <a:schemeClr val="bg1"/>
              </a:solidFill>
            </a:endParaRPr>
          </a:p>
        </p:txBody>
      </p:sp>
      <p:sp>
        <p:nvSpPr>
          <p:cNvPr id="10" name="Text 2">
            <a:extLst>
              <a:ext uri="{FF2B5EF4-FFF2-40B4-BE49-F238E27FC236}">
                <a16:creationId xmlns:a16="http://schemas.microsoft.com/office/drawing/2014/main" id="{D16D971A-333B-79C0-0935-DA7E881F33DC}"/>
              </a:ext>
            </a:extLst>
          </p:cNvPr>
          <p:cNvSpPr txBox="1"/>
          <p:nvPr/>
        </p:nvSpPr>
        <p:spPr>
          <a:xfrm>
            <a:off x="931410" y="3100886"/>
            <a:ext cx="2020824" cy="2331720"/>
          </a:xfrm>
          <a:prstGeom prst="roundRect">
            <a:avLst>
              <a:gd name="adj" fmla="val 5430"/>
            </a:avLst>
          </a:prstGeom>
          <a:solidFill>
            <a:srgbClr val="00402A"/>
          </a:solidFill>
          <a:ln>
            <a:solidFill>
              <a:srgbClr val="00402A"/>
            </a:solidFill>
          </a:ln>
        </p:spPr>
        <p:txBody>
          <a:bodyPr wrap="square" lIns="152400" tIns="431800" rIns="152400" bIns="127000" rtlCol="0" anchor="t"/>
          <a:lstStyle/>
          <a:p>
            <a:pPr marL="0" indent="0" algn="ctr">
              <a:buNone/>
            </a:pPr>
            <a:r>
              <a:rPr lang="en-US" sz="6000" b="1">
                <a:solidFill>
                  <a:srgbClr val="FFFFFF"/>
                </a:solidFill>
                <a:latin typeface="IberPangea SmBold" pitchFamily="34" charset="0"/>
                <a:ea typeface="Arial" pitchFamily="34" charset="-122"/>
                <a:cs typeface="Arial" pitchFamily="34" charset="-120"/>
              </a:rPr>
              <a:t>18</a:t>
            </a:r>
            <a:endParaRPr lang="en-US" sz="6000"/>
          </a:p>
          <a:p>
            <a:pPr marL="0" indent="0" algn="ctr">
              <a:buNone/>
            </a:pPr>
            <a:r>
              <a:rPr lang="en-US" sz="1500">
                <a:solidFill>
                  <a:srgbClr val="FFFFFF"/>
                </a:solidFill>
                <a:latin typeface="IberPangea" pitchFamily="34" charset="0"/>
                <a:ea typeface="Arial" pitchFamily="34" charset="-122"/>
                <a:cs typeface="Arial" pitchFamily="34" charset="-120"/>
              </a:rPr>
              <a:t>controls, costed and scored</a:t>
            </a:r>
            <a:endParaRPr lang="en-US" sz="6000"/>
          </a:p>
        </p:txBody>
      </p:sp>
      <p:sp>
        <p:nvSpPr>
          <p:cNvPr id="15" name="Text 3">
            <a:extLst>
              <a:ext uri="{FF2B5EF4-FFF2-40B4-BE49-F238E27FC236}">
                <a16:creationId xmlns:a16="http://schemas.microsoft.com/office/drawing/2014/main" id="{555383D6-9A3C-C916-367D-985BDF63FC5A}"/>
              </a:ext>
            </a:extLst>
          </p:cNvPr>
          <p:cNvSpPr txBox="1"/>
          <p:nvPr/>
        </p:nvSpPr>
        <p:spPr>
          <a:xfrm>
            <a:off x="3767217" y="3100886"/>
            <a:ext cx="2020824" cy="2331720"/>
          </a:xfrm>
          <a:prstGeom prst="roundRect">
            <a:avLst>
              <a:gd name="adj" fmla="val 5430"/>
            </a:avLst>
          </a:prstGeom>
          <a:solidFill>
            <a:schemeClr val="accent1"/>
          </a:solidFill>
          <a:ln>
            <a:solidFill>
              <a:srgbClr val="008C39"/>
            </a:solidFill>
          </a:ln>
        </p:spPr>
        <p:txBody>
          <a:bodyPr wrap="square" lIns="152400" tIns="431800" rIns="152400" bIns="127000" rtlCol="0" anchor="t"/>
          <a:lstStyle/>
          <a:p>
            <a:pPr marL="0" indent="0" algn="ctr">
              <a:buNone/>
            </a:pPr>
            <a:r>
              <a:rPr lang="en-US" sz="6000" b="1">
                <a:solidFill>
                  <a:srgbClr val="FFFFFF"/>
                </a:solidFill>
                <a:latin typeface="IberPangea SmBold" pitchFamily="34" charset="0"/>
                <a:ea typeface="Arial" pitchFamily="34" charset="-122"/>
                <a:cs typeface="Arial" pitchFamily="34" charset="-120"/>
              </a:rPr>
              <a:t>40</a:t>
            </a:r>
            <a:endParaRPr lang="en-US" sz="6000"/>
          </a:p>
          <a:p>
            <a:pPr marL="0" indent="0" algn="ctr">
              <a:buNone/>
            </a:pPr>
            <a:r>
              <a:rPr lang="en-US" sz="1500">
                <a:solidFill>
                  <a:srgbClr val="FFFFFF"/>
                </a:solidFill>
                <a:latin typeface="IberPangea" pitchFamily="34" charset="0"/>
                <a:ea typeface="Arial" pitchFamily="34" charset="-122"/>
                <a:cs typeface="Arial" pitchFamily="34" charset="-120"/>
              </a:rPr>
              <a:t>Cyber behavioural questions</a:t>
            </a:r>
            <a:endParaRPr lang="en-US" sz="6000"/>
          </a:p>
        </p:txBody>
      </p:sp>
      <p:sp>
        <p:nvSpPr>
          <p:cNvPr id="17" name="Text 4">
            <a:extLst>
              <a:ext uri="{FF2B5EF4-FFF2-40B4-BE49-F238E27FC236}">
                <a16:creationId xmlns:a16="http://schemas.microsoft.com/office/drawing/2014/main" id="{8886A613-63E4-1E15-BAA0-DCC67BDAD270}"/>
              </a:ext>
            </a:extLst>
          </p:cNvPr>
          <p:cNvSpPr txBox="1"/>
          <p:nvPr/>
        </p:nvSpPr>
        <p:spPr>
          <a:xfrm>
            <a:off x="6606044" y="3090111"/>
            <a:ext cx="2020824" cy="2331720"/>
          </a:xfrm>
          <a:prstGeom prst="roundRect">
            <a:avLst>
              <a:gd name="adj" fmla="val 5430"/>
            </a:avLst>
          </a:prstGeom>
          <a:solidFill>
            <a:schemeClr val="accent2"/>
          </a:solidFill>
          <a:ln>
            <a:solidFill>
              <a:srgbClr val="26BF64"/>
            </a:solidFill>
          </a:ln>
        </p:spPr>
        <p:txBody>
          <a:bodyPr wrap="square" lIns="152400" tIns="431800" rIns="152400" bIns="127000" rtlCol="0" anchor="t"/>
          <a:lstStyle/>
          <a:p>
            <a:pPr marL="0" indent="0" algn="ctr">
              <a:buNone/>
            </a:pPr>
            <a:r>
              <a:rPr lang="en-US" sz="6000" b="1">
                <a:solidFill>
                  <a:srgbClr val="00402A"/>
                </a:solidFill>
                <a:latin typeface="IberPangea SmBold" pitchFamily="34" charset="0"/>
                <a:ea typeface="Arial" pitchFamily="34" charset="-122"/>
                <a:cs typeface="Arial" pitchFamily="34" charset="-120"/>
              </a:rPr>
              <a:t>3</a:t>
            </a:r>
          </a:p>
          <a:p>
            <a:pPr algn="ctr"/>
            <a:r>
              <a:rPr lang="en-US" sz="1500">
                <a:solidFill>
                  <a:srgbClr val="040C08"/>
                </a:solidFill>
                <a:latin typeface="+mj-lt"/>
                <a:cs typeface="Arial" pitchFamily="34" charset="-120"/>
              </a:rPr>
              <a:t>Ready-made game themes with assets</a:t>
            </a:r>
            <a:endParaRPr lang="en-US" sz="1500">
              <a:solidFill>
                <a:srgbClr val="040C08"/>
              </a:solidFill>
              <a:latin typeface="+mj-lt"/>
            </a:endParaRPr>
          </a:p>
          <a:p>
            <a:pPr marL="0" indent="0" algn="ctr">
              <a:buNone/>
            </a:pPr>
            <a:endParaRPr lang="en-US" sz="6000" b="1">
              <a:solidFill>
                <a:srgbClr val="00402A"/>
              </a:solidFill>
              <a:latin typeface="IberPangea SmBold" pitchFamily="34" charset="0"/>
              <a:ea typeface="Arial" pitchFamily="34" charset="-122"/>
              <a:cs typeface="Arial" pitchFamily="34" charset="-120"/>
            </a:endParaRPr>
          </a:p>
          <a:p>
            <a:pPr marL="0" indent="0" algn="ctr">
              <a:buNone/>
            </a:pPr>
            <a:endParaRPr lang="en-US" sz="6000"/>
          </a:p>
        </p:txBody>
      </p:sp>
      <p:sp>
        <p:nvSpPr>
          <p:cNvPr id="5" name="Text 2">
            <a:extLst>
              <a:ext uri="{FF2B5EF4-FFF2-40B4-BE49-F238E27FC236}">
                <a16:creationId xmlns:a16="http://schemas.microsoft.com/office/drawing/2014/main" id="{BF150D0F-66E3-36B0-FF8E-40638CF1B3D7}"/>
              </a:ext>
            </a:extLst>
          </p:cNvPr>
          <p:cNvSpPr txBox="1"/>
          <p:nvPr/>
        </p:nvSpPr>
        <p:spPr>
          <a:xfrm>
            <a:off x="588428" y="2640018"/>
            <a:ext cx="5507571" cy="2941319"/>
          </a:xfrm>
          <a:prstGeom prst="roundRect">
            <a:avLst>
              <a:gd name="adj" fmla="val 5430"/>
            </a:avLst>
          </a:prstGeom>
          <a:noFill/>
          <a:ln w="38100">
            <a:solidFill>
              <a:schemeClr val="bg1"/>
            </a:solidFill>
          </a:ln>
        </p:spPr>
        <p:txBody>
          <a:bodyPr wrap="square" lIns="152400" tIns="108000" rIns="152400" bIns="108000" rtlCol="0" anchor="t"/>
          <a:lstStyle/>
          <a:p>
            <a:pPr marL="0" indent="0" algn="ctr">
              <a:buNone/>
            </a:pPr>
            <a:r>
              <a:rPr lang="en-US" b="1">
                <a:solidFill>
                  <a:srgbClr val="FFFFFF"/>
                </a:solidFill>
                <a:latin typeface="IberPangea SmBold" pitchFamily="34" charset="0"/>
                <a:ea typeface="Arial" pitchFamily="34" charset="-122"/>
                <a:cs typeface="Arial" pitchFamily="34" charset="-120"/>
              </a:rPr>
              <a:t>The Current Core + Minimum Required Addition</a:t>
            </a:r>
            <a:endParaRPr lang="en-US"/>
          </a:p>
        </p:txBody>
      </p:sp>
      <p:sp>
        <p:nvSpPr>
          <p:cNvPr id="13" name="Text 2">
            <a:extLst>
              <a:ext uri="{FF2B5EF4-FFF2-40B4-BE49-F238E27FC236}">
                <a16:creationId xmlns:a16="http://schemas.microsoft.com/office/drawing/2014/main" id="{7E3DC566-6504-BD40-6509-EB6D18F7F3FA}"/>
              </a:ext>
            </a:extLst>
          </p:cNvPr>
          <p:cNvSpPr txBox="1"/>
          <p:nvPr/>
        </p:nvSpPr>
        <p:spPr>
          <a:xfrm>
            <a:off x="9065733" y="2640018"/>
            <a:ext cx="2721864" cy="2941319"/>
          </a:xfrm>
          <a:prstGeom prst="roundRect">
            <a:avLst>
              <a:gd name="adj" fmla="val 5430"/>
            </a:avLst>
          </a:prstGeom>
          <a:noFill/>
          <a:ln w="38100">
            <a:solidFill>
              <a:schemeClr val="tx1"/>
            </a:solidFill>
          </a:ln>
        </p:spPr>
        <p:txBody>
          <a:bodyPr wrap="square" lIns="152400" tIns="108000" rIns="152400" bIns="108000" rtlCol="0" anchor="t"/>
          <a:lstStyle/>
          <a:p>
            <a:pPr marL="0" indent="0" algn="ctr">
              <a:buNone/>
            </a:pPr>
            <a:r>
              <a:rPr lang="en-US" b="1">
                <a:solidFill>
                  <a:srgbClr val="FFFFFF"/>
                </a:solidFill>
                <a:latin typeface="IberPangea SmBold" pitchFamily="34" charset="0"/>
                <a:cs typeface="Arial" pitchFamily="34" charset="-120"/>
              </a:rPr>
              <a:t>Increase Capability</a:t>
            </a:r>
            <a:endParaRPr lang="en-US"/>
          </a:p>
        </p:txBody>
      </p:sp>
      <p:sp>
        <p:nvSpPr>
          <p:cNvPr id="16" name="Text 4">
            <a:extLst>
              <a:ext uri="{FF2B5EF4-FFF2-40B4-BE49-F238E27FC236}">
                <a16:creationId xmlns:a16="http://schemas.microsoft.com/office/drawing/2014/main" id="{F51E5D8B-73BD-DC48-46D3-FE9518B78428}"/>
              </a:ext>
            </a:extLst>
          </p:cNvPr>
          <p:cNvSpPr txBox="1"/>
          <p:nvPr/>
        </p:nvSpPr>
        <p:spPr>
          <a:xfrm>
            <a:off x="9432662" y="3084436"/>
            <a:ext cx="2020824" cy="2331720"/>
          </a:xfrm>
          <a:prstGeom prst="roundRect">
            <a:avLst>
              <a:gd name="adj" fmla="val 5430"/>
            </a:avLst>
          </a:prstGeom>
          <a:solidFill>
            <a:schemeClr val="bg1"/>
          </a:solidFill>
          <a:ln>
            <a:solidFill>
              <a:srgbClr val="26BF64"/>
            </a:solidFill>
          </a:ln>
        </p:spPr>
        <p:txBody>
          <a:bodyPr wrap="square" lIns="152400" tIns="431800" rIns="152400" bIns="127000" rtlCol="0" anchor="t"/>
          <a:lstStyle/>
          <a:p>
            <a:pPr marL="0" indent="0" algn="ctr">
              <a:buNone/>
            </a:pPr>
            <a:r>
              <a:rPr lang="en-US" sz="6000" b="1">
                <a:latin typeface="+mj-lt"/>
                <a:ea typeface="Arial" pitchFamily="34" charset="-122"/>
                <a:cs typeface="Arial" pitchFamily="34" charset="-120"/>
              </a:rPr>
              <a:t>4</a:t>
            </a:r>
          </a:p>
          <a:p>
            <a:pPr algn="ctr"/>
            <a:r>
              <a:rPr lang="en-US" sz="1500">
                <a:latin typeface="+mj-lt"/>
                <a:cs typeface="Arial" pitchFamily="34" charset="-120"/>
              </a:rPr>
              <a:t>Optional stretch capabilities </a:t>
            </a:r>
            <a:endParaRPr lang="en-US" sz="1500">
              <a:latin typeface="+mj-lt"/>
            </a:endParaRPr>
          </a:p>
          <a:p>
            <a:pPr marL="0" indent="0" algn="ctr">
              <a:buNone/>
            </a:pPr>
            <a:endParaRPr lang="en-US" sz="6000" b="1">
              <a:solidFill>
                <a:srgbClr val="00402A"/>
              </a:solidFill>
              <a:latin typeface="IberPangea SmBold" pitchFamily="34" charset="0"/>
              <a:ea typeface="Arial" pitchFamily="34" charset="-122"/>
              <a:cs typeface="Arial" pitchFamily="34" charset="-120"/>
            </a:endParaRPr>
          </a:p>
          <a:p>
            <a:pPr marL="0" indent="0" algn="ctr">
              <a:buNone/>
            </a:pPr>
            <a:endParaRPr lang="en-US" sz="6000"/>
          </a:p>
        </p:txBody>
      </p:sp>
      <p:sp>
        <p:nvSpPr>
          <p:cNvPr id="7" name="TextBox 6">
            <a:extLst>
              <a:ext uri="{FF2B5EF4-FFF2-40B4-BE49-F238E27FC236}">
                <a16:creationId xmlns:a16="http://schemas.microsoft.com/office/drawing/2014/main" id="{E64D4CF4-B208-97AE-0872-BA95FDDFDA3B}"/>
              </a:ext>
            </a:extLst>
          </p:cNvPr>
          <p:cNvSpPr txBox="1"/>
          <p:nvPr/>
        </p:nvSpPr>
        <p:spPr>
          <a:xfrm>
            <a:off x="3000560" y="3467570"/>
            <a:ext cx="718331" cy="1015663"/>
          </a:xfrm>
          <a:prstGeom prst="rect">
            <a:avLst/>
          </a:prstGeom>
          <a:noFill/>
        </p:spPr>
        <p:txBody>
          <a:bodyPr wrap="square">
            <a:spAutoFit/>
          </a:bodyPr>
          <a:lstStyle/>
          <a:p>
            <a:pPr marL="0" indent="0" algn="ctr">
              <a:buNone/>
            </a:pPr>
            <a:r>
              <a:rPr lang="en-US" sz="6000" b="1">
                <a:solidFill>
                  <a:schemeClr val="bg1"/>
                </a:solidFill>
                <a:latin typeface="IberPangea SmBold" pitchFamily="34" charset="0"/>
                <a:ea typeface="Arial" pitchFamily="34" charset="-122"/>
                <a:cs typeface="Arial" pitchFamily="34" charset="-120"/>
              </a:rPr>
              <a:t>+</a:t>
            </a:r>
          </a:p>
        </p:txBody>
      </p:sp>
    </p:spTree>
    <p:extLst>
      <p:ext uri="{BB962C8B-B14F-4D97-AF65-F5344CB8AC3E}">
        <p14:creationId xmlns:p14="http://schemas.microsoft.com/office/powerpoint/2010/main" val="1910344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8424" y="247173"/>
            <a:ext cx="7071055" cy="787400"/>
          </a:xfrm>
          <a:prstGeom prst="rect">
            <a:avLst/>
          </a:prstGeom>
          <a:noFill/>
          <a:ln/>
        </p:spPr>
        <p:txBody>
          <a:bodyPr wrap="square" lIns="0" tIns="0" rIns="0" bIns="0" rtlCol="0" anchor="ctr"/>
          <a:lstStyle/>
          <a:p>
            <a:pPr marL="0" indent="0">
              <a:buNone/>
            </a:pPr>
            <a:r>
              <a:rPr lang="en-US" sz="2300" b="1">
                <a:solidFill>
                  <a:srgbClr val="008C39"/>
                </a:solidFill>
                <a:latin typeface="IberPangea" panose="020B0504000000000000" pitchFamily="34" charset="0"/>
                <a:ea typeface="IberPangea" panose="020B0504000000000000" pitchFamily="34" charset="0"/>
                <a:cs typeface="IberPangea" panose="020B0504000000000000" pitchFamily="34" charset="0"/>
              </a:rPr>
              <a:t>Foundation: Digitise the current table-top game</a:t>
            </a:r>
            <a:endParaRPr lang="en-US" sz="2300">
              <a:latin typeface="IberPangea" panose="020B0504000000000000" pitchFamily="34" charset="0"/>
              <a:ea typeface="IberPangea" panose="020B0504000000000000" pitchFamily="34" charset="0"/>
              <a:cs typeface="IberPangea" panose="020B0504000000000000" pitchFamily="34" charset="0"/>
            </a:endParaRPr>
          </a:p>
        </p:txBody>
      </p:sp>
      <p:sp>
        <p:nvSpPr>
          <p:cNvPr id="3" name="Text 1"/>
          <p:cNvSpPr txBox="1"/>
          <p:nvPr/>
        </p:nvSpPr>
        <p:spPr>
          <a:xfrm>
            <a:off x="597560" y="1060065"/>
            <a:ext cx="11094415" cy="787399"/>
          </a:xfrm>
          <a:prstGeom prst="rect">
            <a:avLst/>
          </a:prstGeom>
          <a:noFill/>
          <a:ln/>
        </p:spPr>
        <p:txBody>
          <a:bodyPr wrap="square" lIns="0" tIns="0" rIns="0" bIns="0" rtlCol="0" anchor="t"/>
          <a:lstStyle/>
          <a:p>
            <a:r>
              <a:rPr lang="en-GB" sz="1600" dirty="0">
                <a:latin typeface="IberPangea" panose="020B0504000000000000" pitchFamily="34" charset="0"/>
                <a:ea typeface="IberPangea" panose="020B0504000000000000" pitchFamily="34" charset="0"/>
                <a:cs typeface="IberPangea" panose="020B0504000000000000" pitchFamily="34" charset="0"/>
              </a:rPr>
              <a:t>The game is set in a fictional energy business (feel free to be creative with the name). Players get a budget of £3 million to spend on cyber defences, all chosen before the attack starts. A realistic cyber attack then plays out across 4 phases, revealing which defence solutions score the most in each phase.</a:t>
            </a:r>
            <a:endParaRPr lang="en-US" sz="1600" dirty="0">
              <a:latin typeface="IberPangea" panose="020B0504000000000000" pitchFamily="34" charset="0"/>
              <a:ea typeface="IberPangea" panose="020B0504000000000000" pitchFamily="34" charset="0"/>
              <a:cs typeface="IberPangea" panose="020B0504000000000000" pitchFamily="34" charset="0"/>
            </a:endParaRPr>
          </a:p>
        </p:txBody>
      </p:sp>
      <p:sp>
        <p:nvSpPr>
          <p:cNvPr id="4" name="Text 2"/>
          <p:cNvSpPr txBox="1"/>
          <p:nvPr/>
        </p:nvSpPr>
        <p:spPr>
          <a:xfrm>
            <a:off x="597560" y="4457043"/>
            <a:ext cx="2487168" cy="2148840"/>
          </a:xfrm>
          <a:prstGeom prst="roundRect">
            <a:avLst>
              <a:gd name="adj" fmla="val 5106"/>
            </a:avLst>
          </a:prstGeom>
          <a:solidFill>
            <a:schemeClr val="accent2"/>
          </a:solidFill>
          <a:ln>
            <a:solidFill>
              <a:srgbClr val="5BD38C"/>
            </a:solidFill>
          </a:ln>
        </p:spPr>
        <p:txBody>
          <a:bodyPr wrap="square" lIns="203200" tIns="177800" rIns="203200" bIns="177800" rtlCol="0" anchor="t"/>
          <a:lstStyle/>
          <a:p>
            <a:pPr marL="0" indent="0" algn="l">
              <a:buNone/>
            </a:pPr>
            <a:r>
              <a:rPr lang="en-US" sz="1400" b="1">
                <a:solidFill>
                  <a:srgbClr val="00402A"/>
                </a:solidFill>
                <a:latin typeface="IberPangea SmBold" pitchFamily="34" charset="0"/>
                <a:ea typeface="Arial" pitchFamily="34" charset="-122"/>
                <a:cs typeface="Arial" pitchFamily="34" charset="-120"/>
              </a:rPr>
              <a:t>Phase 1</a:t>
            </a:r>
            <a:endParaRPr lang="en-US" sz="1400"/>
          </a:p>
          <a:p>
            <a:pPr marL="0" indent="0" algn="l">
              <a:buNone/>
            </a:pPr>
            <a:r>
              <a:rPr lang="en-US" sz="2000" b="1">
                <a:solidFill>
                  <a:srgbClr val="00402A"/>
                </a:solidFill>
                <a:latin typeface="IberPangea SmBold" pitchFamily="34" charset="0"/>
                <a:ea typeface="Arial" pitchFamily="34" charset="-122"/>
                <a:cs typeface="Arial" pitchFamily="34" charset="-120"/>
              </a:rPr>
              <a:t>Delivery</a:t>
            </a:r>
            <a:endParaRPr lang="en-US" sz="1400"/>
          </a:p>
          <a:p>
            <a:pPr marL="0" indent="0" algn="l">
              <a:buNone/>
            </a:pPr>
            <a:r>
              <a:rPr lang="en-US" sz="800">
                <a:solidFill>
                  <a:srgbClr val="3A3735"/>
                </a:solidFill>
                <a:latin typeface="IberPangea" pitchFamily="34" charset="0"/>
                <a:ea typeface="Arial" pitchFamily="34" charset="-122"/>
                <a:cs typeface="Arial" pitchFamily="34" charset="-120"/>
              </a:rPr>
              <a:t> </a:t>
            </a:r>
            <a:endParaRPr lang="en-US" sz="1400"/>
          </a:p>
          <a:p>
            <a:pPr marL="0" indent="0" algn="l">
              <a:buNone/>
            </a:pPr>
            <a:r>
              <a:rPr lang="en-US" sz="1500">
                <a:solidFill>
                  <a:srgbClr val="00402A"/>
                </a:solidFill>
                <a:latin typeface="IberPangea" pitchFamily="34" charset="0"/>
                <a:ea typeface="Arial" pitchFamily="34" charset="-122"/>
                <a:cs typeface="Arial" pitchFamily="34" charset="-120"/>
              </a:rPr>
              <a:t>A convincing email. Someone clicks.</a:t>
            </a:r>
            <a:endParaRPr lang="en-US" sz="1400"/>
          </a:p>
        </p:txBody>
      </p:sp>
      <p:sp>
        <p:nvSpPr>
          <p:cNvPr id="5" name="Shape 3"/>
          <p:cNvSpPr/>
          <p:nvPr/>
        </p:nvSpPr>
        <p:spPr>
          <a:xfrm>
            <a:off x="3203537" y="5371443"/>
            <a:ext cx="228600" cy="310896"/>
          </a:xfrm>
          <a:prstGeom prst="rightArrow">
            <a:avLst/>
          </a:prstGeom>
          <a:solidFill>
            <a:srgbClr val="E3850D"/>
          </a:solidFill>
          <a:ln w="12700">
            <a:solidFill>
              <a:srgbClr val="E3850D"/>
            </a:solidFill>
            <a:prstDash val="solid"/>
          </a:ln>
        </p:spPr>
        <p:txBody>
          <a:bodyPr/>
          <a:lstStyle/>
          <a:p>
            <a:endParaRPr lang="en-GB"/>
          </a:p>
        </p:txBody>
      </p:sp>
      <p:sp>
        <p:nvSpPr>
          <p:cNvPr id="6" name="Text 4"/>
          <p:cNvSpPr txBox="1"/>
          <p:nvPr/>
        </p:nvSpPr>
        <p:spPr>
          <a:xfrm>
            <a:off x="3550946" y="4457043"/>
            <a:ext cx="2487168" cy="2148840"/>
          </a:xfrm>
          <a:prstGeom prst="roundRect">
            <a:avLst>
              <a:gd name="adj" fmla="val 5106"/>
            </a:avLst>
          </a:prstGeom>
          <a:solidFill>
            <a:srgbClr val="0DA9FF"/>
          </a:solidFill>
          <a:ln>
            <a:solidFill>
              <a:srgbClr val="26BF64"/>
            </a:solidFill>
          </a:ln>
        </p:spPr>
        <p:txBody>
          <a:bodyPr wrap="square" lIns="203200" tIns="177800" rIns="203200" bIns="177800" rtlCol="0" anchor="t"/>
          <a:lstStyle/>
          <a:p>
            <a:pPr marL="0" indent="0" algn="l">
              <a:buNone/>
            </a:pPr>
            <a:r>
              <a:rPr lang="en-US" sz="1400" b="1">
                <a:solidFill>
                  <a:srgbClr val="00402A"/>
                </a:solidFill>
                <a:latin typeface="IberPangea SmBold" pitchFamily="34" charset="0"/>
                <a:ea typeface="Arial" pitchFamily="34" charset="-122"/>
                <a:cs typeface="Arial" pitchFamily="34" charset="-120"/>
              </a:rPr>
              <a:t>Phase 2</a:t>
            </a:r>
            <a:endParaRPr lang="en-US" sz="1400"/>
          </a:p>
          <a:p>
            <a:pPr marL="0" indent="0" algn="l">
              <a:buNone/>
            </a:pPr>
            <a:r>
              <a:rPr lang="en-US" sz="2000" b="1">
                <a:solidFill>
                  <a:srgbClr val="00402A"/>
                </a:solidFill>
                <a:latin typeface="IberPangea SmBold" pitchFamily="34" charset="0"/>
                <a:ea typeface="Arial" pitchFamily="34" charset="-122"/>
                <a:cs typeface="Arial" pitchFamily="34" charset="-120"/>
              </a:rPr>
              <a:t>Discovery</a:t>
            </a:r>
            <a:endParaRPr lang="en-US" sz="1400"/>
          </a:p>
          <a:p>
            <a:pPr marL="0" indent="0" algn="l">
              <a:buNone/>
            </a:pPr>
            <a:r>
              <a:rPr lang="en-US" sz="800">
                <a:solidFill>
                  <a:srgbClr val="3A3735"/>
                </a:solidFill>
                <a:latin typeface="IberPangea" pitchFamily="34" charset="0"/>
                <a:ea typeface="Arial" pitchFamily="34" charset="-122"/>
                <a:cs typeface="Arial" pitchFamily="34" charset="-120"/>
              </a:rPr>
              <a:t> </a:t>
            </a:r>
            <a:endParaRPr lang="en-US" sz="1400"/>
          </a:p>
          <a:p>
            <a:pPr marL="0" indent="0" algn="l">
              <a:buNone/>
            </a:pPr>
            <a:r>
              <a:rPr lang="en-US" sz="1500">
                <a:solidFill>
                  <a:srgbClr val="00402A"/>
                </a:solidFill>
                <a:latin typeface="IberPangea" pitchFamily="34" charset="0"/>
                <a:ea typeface="Arial" pitchFamily="34" charset="-122"/>
                <a:cs typeface="Arial" pitchFamily="34" charset="-120"/>
              </a:rPr>
              <a:t>The attacker explores while almost nobody is watching.</a:t>
            </a:r>
            <a:endParaRPr lang="en-US" sz="1400"/>
          </a:p>
        </p:txBody>
      </p:sp>
      <p:sp>
        <p:nvSpPr>
          <p:cNvPr id="7" name="Shape 5"/>
          <p:cNvSpPr/>
          <p:nvPr/>
        </p:nvSpPr>
        <p:spPr>
          <a:xfrm>
            <a:off x="6156923" y="5371443"/>
            <a:ext cx="228600" cy="310896"/>
          </a:xfrm>
          <a:prstGeom prst="rightArrow">
            <a:avLst/>
          </a:prstGeom>
          <a:solidFill>
            <a:srgbClr val="E3850D"/>
          </a:solidFill>
          <a:ln w="12700">
            <a:solidFill>
              <a:srgbClr val="E3850D"/>
            </a:solidFill>
            <a:prstDash val="solid"/>
          </a:ln>
        </p:spPr>
        <p:txBody>
          <a:bodyPr/>
          <a:lstStyle/>
          <a:p>
            <a:endParaRPr lang="en-GB"/>
          </a:p>
        </p:txBody>
      </p:sp>
      <p:sp>
        <p:nvSpPr>
          <p:cNvPr id="8" name="Text 6"/>
          <p:cNvSpPr txBox="1"/>
          <p:nvPr/>
        </p:nvSpPr>
        <p:spPr>
          <a:xfrm>
            <a:off x="6504332" y="4457043"/>
            <a:ext cx="2487168" cy="2148840"/>
          </a:xfrm>
          <a:prstGeom prst="roundRect">
            <a:avLst>
              <a:gd name="adj" fmla="val 5106"/>
            </a:avLst>
          </a:prstGeom>
          <a:solidFill>
            <a:srgbClr val="008C39"/>
          </a:solidFill>
          <a:ln>
            <a:solidFill>
              <a:srgbClr val="008C39"/>
            </a:solidFill>
          </a:ln>
        </p:spPr>
        <p:txBody>
          <a:bodyPr wrap="square" lIns="203200" tIns="177800" rIns="203200" bIns="177800" rtlCol="0" anchor="t"/>
          <a:lstStyle/>
          <a:p>
            <a:pPr marL="0" indent="0" algn="l">
              <a:buNone/>
            </a:pPr>
            <a:r>
              <a:rPr lang="en-US" sz="1400" b="1">
                <a:solidFill>
                  <a:srgbClr val="FFFFFF"/>
                </a:solidFill>
                <a:latin typeface="IberPangea SmBold" pitchFamily="34" charset="0"/>
                <a:ea typeface="Arial" pitchFamily="34" charset="-122"/>
                <a:cs typeface="Arial" pitchFamily="34" charset="-120"/>
              </a:rPr>
              <a:t>Phase 3</a:t>
            </a:r>
            <a:endParaRPr lang="en-US" sz="1400"/>
          </a:p>
          <a:p>
            <a:pPr marL="0" indent="0" algn="l">
              <a:buNone/>
            </a:pPr>
            <a:r>
              <a:rPr lang="en-US" sz="2000" b="1">
                <a:solidFill>
                  <a:srgbClr val="FFFFFF"/>
                </a:solidFill>
                <a:latin typeface="IberPangea SmBold" pitchFamily="34" charset="0"/>
                <a:ea typeface="Arial" pitchFamily="34" charset="-122"/>
                <a:cs typeface="Arial" pitchFamily="34" charset="-120"/>
              </a:rPr>
              <a:t>Command and control</a:t>
            </a:r>
            <a:endParaRPr lang="en-US" sz="1400"/>
          </a:p>
          <a:p>
            <a:pPr marL="0" indent="0" algn="l">
              <a:buNone/>
            </a:pPr>
            <a:r>
              <a:rPr lang="en-US" sz="800">
                <a:solidFill>
                  <a:srgbClr val="3A3735"/>
                </a:solidFill>
                <a:latin typeface="IberPangea" pitchFamily="34" charset="0"/>
                <a:ea typeface="Arial" pitchFamily="34" charset="-122"/>
                <a:cs typeface="Arial" pitchFamily="34" charset="-120"/>
              </a:rPr>
              <a:t> </a:t>
            </a:r>
            <a:endParaRPr lang="en-US" sz="1400"/>
          </a:p>
          <a:p>
            <a:pPr marL="0" indent="0" algn="l">
              <a:buNone/>
            </a:pPr>
            <a:r>
              <a:rPr lang="en-US" sz="1500">
                <a:solidFill>
                  <a:srgbClr val="FFFFFF"/>
                </a:solidFill>
                <a:latin typeface="IberPangea" pitchFamily="34" charset="0"/>
                <a:ea typeface="Arial" pitchFamily="34" charset="-122"/>
                <a:cs typeface="Arial" pitchFamily="34" charset="-120"/>
              </a:rPr>
              <a:t>A call from "IT" asks the night desk for an MFA code.</a:t>
            </a:r>
            <a:endParaRPr lang="en-US" sz="1400"/>
          </a:p>
        </p:txBody>
      </p:sp>
      <p:sp>
        <p:nvSpPr>
          <p:cNvPr id="9" name="Shape 7"/>
          <p:cNvSpPr/>
          <p:nvPr/>
        </p:nvSpPr>
        <p:spPr>
          <a:xfrm>
            <a:off x="9110309" y="5371443"/>
            <a:ext cx="228600" cy="310896"/>
          </a:xfrm>
          <a:prstGeom prst="rightArrow">
            <a:avLst/>
          </a:prstGeom>
          <a:solidFill>
            <a:srgbClr val="E3850D"/>
          </a:solidFill>
          <a:ln w="12700">
            <a:solidFill>
              <a:srgbClr val="E3850D"/>
            </a:solidFill>
            <a:prstDash val="solid"/>
          </a:ln>
        </p:spPr>
        <p:txBody>
          <a:bodyPr/>
          <a:lstStyle/>
          <a:p>
            <a:endParaRPr lang="en-GB"/>
          </a:p>
        </p:txBody>
      </p:sp>
      <p:sp>
        <p:nvSpPr>
          <p:cNvPr id="10" name="Text 8"/>
          <p:cNvSpPr txBox="1"/>
          <p:nvPr/>
        </p:nvSpPr>
        <p:spPr>
          <a:xfrm>
            <a:off x="9457720" y="4457043"/>
            <a:ext cx="2487168" cy="2148840"/>
          </a:xfrm>
          <a:prstGeom prst="roundRect">
            <a:avLst>
              <a:gd name="adj" fmla="val 5106"/>
            </a:avLst>
          </a:prstGeom>
          <a:solidFill>
            <a:srgbClr val="00402A"/>
          </a:solidFill>
          <a:ln>
            <a:solidFill>
              <a:srgbClr val="00402A"/>
            </a:solidFill>
          </a:ln>
        </p:spPr>
        <p:txBody>
          <a:bodyPr wrap="square" lIns="203200" tIns="177800" rIns="203200" bIns="177800" rtlCol="0" anchor="t"/>
          <a:lstStyle/>
          <a:p>
            <a:pPr marL="0" indent="0" algn="l">
              <a:buNone/>
            </a:pPr>
            <a:r>
              <a:rPr lang="en-US" sz="1400" b="1">
                <a:solidFill>
                  <a:srgbClr val="FFFFFF"/>
                </a:solidFill>
                <a:latin typeface="IberPangea SmBold" pitchFamily="34" charset="0"/>
                <a:ea typeface="Arial" pitchFamily="34" charset="-122"/>
                <a:cs typeface="Arial" pitchFamily="34" charset="-120"/>
              </a:rPr>
              <a:t>Phase 4</a:t>
            </a:r>
            <a:endParaRPr lang="en-US" sz="1400"/>
          </a:p>
          <a:p>
            <a:pPr marL="0" indent="0" algn="l">
              <a:buNone/>
            </a:pPr>
            <a:r>
              <a:rPr lang="en-US" sz="2000" b="1">
                <a:solidFill>
                  <a:srgbClr val="FFFFFF"/>
                </a:solidFill>
                <a:latin typeface="IberPangea SmBold" pitchFamily="34" charset="0"/>
                <a:ea typeface="Arial" pitchFamily="34" charset="-122"/>
                <a:cs typeface="Arial" pitchFamily="34" charset="-120"/>
              </a:rPr>
              <a:t>Encryption and ransom</a:t>
            </a:r>
            <a:endParaRPr lang="en-US" sz="1400"/>
          </a:p>
          <a:p>
            <a:pPr marL="0" indent="0" algn="l">
              <a:buNone/>
            </a:pPr>
            <a:r>
              <a:rPr lang="en-US" sz="800">
                <a:solidFill>
                  <a:srgbClr val="3A3735"/>
                </a:solidFill>
                <a:latin typeface="IberPangea" pitchFamily="34" charset="0"/>
                <a:ea typeface="Arial" pitchFamily="34" charset="-122"/>
                <a:cs typeface="Arial" pitchFamily="34" charset="-120"/>
              </a:rPr>
              <a:t> </a:t>
            </a:r>
            <a:endParaRPr lang="en-US" sz="1400"/>
          </a:p>
          <a:p>
            <a:pPr marL="0" indent="0" algn="l">
              <a:buNone/>
            </a:pPr>
            <a:r>
              <a:rPr lang="en-US" sz="1500">
                <a:solidFill>
                  <a:srgbClr val="FFFFFF"/>
                </a:solidFill>
                <a:latin typeface="IberPangea" pitchFamily="34" charset="0"/>
                <a:ea typeface="Arial" pitchFamily="34" charset="-122"/>
                <a:cs typeface="Arial" pitchFamily="34" charset="-120"/>
              </a:rPr>
              <a:t>Files are locked just before the day shift.</a:t>
            </a:r>
            <a:endParaRPr lang="en-US" sz="1400"/>
          </a:p>
        </p:txBody>
      </p:sp>
      <p:cxnSp>
        <p:nvCxnSpPr>
          <p:cNvPr id="13" name="Straight Connector 12">
            <a:extLst>
              <a:ext uri="{FF2B5EF4-FFF2-40B4-BE49-F238E27FC236}">
                <a16:creationId xmlns:a16="http://schemas.microsoft.com/office/drawing/2014/main" id="{54CB9C86-2EA6-241F-E8CC-5C16478862F9}"/>
              </a:ext>
            </a:extLst>
          </p:cNvPr>
          <p:cNvCxnSpPr>
            <a:cxnSpLocks/>
          </p:cNvCxnSpPr>
          <p:nvPr/>
        </p:nvCxnSpPr>
        <p:spPr>
          <a:xfrm>
            <a:off x="578104" y="968249"/>
            <a:ext cx="114279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96113DF1-9007-167C-59CB-FFB2CC8DD84C}"/>
              </a:ext>
            </a:extLst>
          </p:cNvPr>
          <p:cNvPicPr>
            <a:picLocks noChangeAspect="1"/>
          </p:cNvPicPr>
          <p:nvPr/>
        </p:nvPicPr>
        <p:blipFill>
          <a:blip r:embed="rId3">
            <a:extLst>
              <a:ext uri="{28A0092B-C50C-407E-A947-70E740481C1C}">
                <a14:useLocalDpi xmlns:a14="http://schemas.microsoft.com/office/drawing/2010/main" val="0"/>
              </a:ext>
            </a:extLst>
          </a:blip>
          <a:srcRect r="70081"/>
          <a:stretch>
            <a:fillRect/>
          </a:stretch>
        </p:blipFill>
        <p:spPr>
          <a:xfrm>
            <a:off x="9820484" y="43166"/>
            <a:ext cx="447218" cy="996499"/>
          </a:xfrm>
          <a:prstGeom prst="rect">
            <a:avLst/>
          </a:prstGeom>
        </p:spPr>
      </p:pic>
      <p:sp>
        <p:nvSpPr>
          <p:cNvPr id="19" name="TextBox 18">
            <a:extLst>
              <a:ext uri="{FF2B5EF4-FFF2-40B4-BE49-F238E27FC236}">
                <a16:creationId xmlns:a16="http://schemas.microsoft.com/office/drawing/2014/main" id="{7D12103A-677A-5EBA-F313-9AF45FBFFE72}"/>
              </a:ext>
            </a:extLst>
          </p:cNvPr>
          <p:cNvSpPr txBox="1"/>
          <p:nvPr/>
        </p:nvSpPr>
        <p:spPr>
          <a:xfrm>
            <a:off x="10415072" y="388515"/>
            <a:ext cx="1328486" cy="378067"/>
          </a:xfrm>
          <a:prstGeom prst="rect">
            <a:avLst/>
          </a:prstGeom>
          <a:noFill/>
        </p:spPr>
        <p:txBody>
          <a:bodyPr wrap="square" lIns="0" tIns="0" rIns="0" bIns="0" rtlCol="0">
            <a:noAutofit/>
          </a:bodyPr>
          <a:lstStyle/>
          <a:p>
            <a:r>
              <a:rPr lang="en-GB" sz="12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Digital Innovation &amp; Culture</a:t>
            </a:r>
          </a:p>
        </p:txBody>
      </p:sp>
      <p:grpSp>
        <p:nvGrpSpPr>
          <p:cNvPr id="20" name="Grupo 2">
            <a:extLst>
              <a:ext uri="{FF2B5EF4-FFF2-40B4-BE49-F238E27FC236}">
                <a16:creationId xmlns:a16="http://schemas.microsoft.com/office/drawing/2014/main" id="{D29E3A6A-4490-5499-B30C-A3F76F966ADD}"/>
              </a:ext>
            </a:extLst>
          </p:cNvPr>
          <p:cNvGrpSpPr/>
          <p:nvPr/>
        </p:nvGrpSpPr>
        <p:grpSpPr>
          <a:xfrm>
            <a:off x="7748843" y="331479"/>
            <a:ext cx="2069820" cy="436991"/>
            <a:chOff x="7642518" y="280679"/>
            <a:chExt cx="2069820" cy="436991"/>
          </a:xfrm>
        </p:grpSpPr>
        <p:cxnSp>
          <p:nvCxnSpPr>
            <p:cNvPr id="21" name="Conector recto 25">
              <a:extLst>
                <a:ext uri="{FF2B5EF4-FFF2-40B4-BE49-F238E27FC236}">
                  <a16:creationId xmlns:a16="http://schemas.microsoft.com/office/drawing/2014/main" id="{8FB4E4E7-8DA1-A8DF-BA9B-3E2871208B20}"/>
                </a:ext>
              </a:extLst>
            </p:cNvPr>
            <p:cNvCxnSpPr>
              <a:cxnSpLocks/>
            </p:cNvCxnSpPr>
            <p:nvPr userDrawn="1"/>
          </p:nvCxnSpPr>
          <p:spPr>
            <a:xfrm>
              <a:off x="9712338" y="280679"/>
              <a:ext cx="0" cy="436991"/>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22" name="Grupo 12">
              <a:extLst>
                <a:ext uri="{FF2B5EF4-FFF2-40B4-BE49-F238E27FC236}">
                  <a16:creationId xmlns:a16="http://schemas.microsoft.com/office/drawing/2014/main" id="{164F87C1-1C82-6221-39C5-8A84EC3E8A74}"/>
                </a:ext>
              </a:extLst>
            </p:cNvPr>
            <p:cNvGrpSpPr/>
            <p:nvPr userDrawn="1"/>
          </p:nvGrpSpPr>
          <p:grpSpPr>
            <a:xfrm>
              <a:off x="7642518" y="355149"/>
              <a:ext cx="1844178" cy="312857"/>
              <a:chOff x="858380" y="3171155"/>
              <a:chExt cx="4884170" cy="832550"/>
            </a:xfrm>
          </p:grpSpPr>
          <p:sp>
            <p:nvSpPr>
              <p:cNvPr id="23" name="Forma libre: forma 36">
                <a:extLst>
                  <a:ext uri="{FF2B5EF4-FFF2-40B4-BE49-F238E27FC236}">
                    <a16:creationId xmlns:a16="http://schemas.microsoft.com/office/drawing/2014/main" id="{5FBF58E8-C130-C4E3-AD7C-2B63872917CB}"/>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24" name="Forma libre: forma 37">
                <a:extLst>
                  <a:ext uri="{FF2B5EF4-FFF2-40B4-BE49-F238E27FC236}">
                    <a16:creationId xmlns:a16="http://schemas.microsoft.com/office/drawing/2014/main" id="{EE4F19C3-217A-551E-1A82-D31476E61F69}"/>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25" name="Forma libre: forma 38">
                <a:extLst>
                  <a:ext uri="{FF2B5EF4-FFF2-40B4-BE49-F238E27FC236}">
                    <a16:creationId xmlns:a16="http://schemas.microsoft.com/office/drawing/2014/main" id="{373ED170-4765-1047-8FCE-4262C54C9BE1}"/>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26" name="Forma libre: forma 39">
                <a:extLst>
                  <a:ext uri="{FF2B5EF4-FFF2-40B4-BE49-F238E27FC236}">
                    <a16:creationId xmlns:a16="http://schemas.microsoft.com/office/drawing/2014/main" id="{3BD6B94F-EF07-4D2A-FAA5-E7F4643FC1F3}"/>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27" name="Forma libre: forma 40">
                <a:extLst>
                  <a:ext uri="{FF2B5EF4-FFF2-40B4-BE49-F238E27FC236}">
                    <a16:creationId xmlns:a16="http://schemas.microsoft.com/office/drawing/2014/main" id="{06A619C5-218B-0EB2-A900-8968E96E7DAA}"/>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28" name="Forma libre: forma 41">
                <a:extLst>
                  <a:ext uri="{FF2B5EF4-FFF2-40B4-BE49-F238E27FC236}">
                    <a16:creationId xmlns:a16="http://schemas.microsoft.com/office/drawing/2014/main" id="{B8058F9D-1FB2-C1EE-1E01-4D8DBD8E1C46}"/>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29" name="Forma libre: forma 42">
                <a:extLst>
                  <a:ext uri="{FF2B5EF4-FFF2-40B4-BE49-F238E27FC236}">
                    <a16:creationId xmlns:a16="http://schemas.microsoft.com/office/drawing/2014/main" id="{63D8CACD-CDAD-80A7-C3E0-62F1B4D0AA8A}"/>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30" name="Forma libre: forma 43">
                <a:extLst>
                  <a:ext uri="{FF2B5EF4-FFF2-40B4-BE49-F238E27FC236}">
                    <a16:creationId xmlns:a16="http://schemas.microsoft.com/office/drawing/2014/main" id="{F437DBA9-8403-88E3-2EE1-4EB0DB1E0F27}"/>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31" name="Forma libre: forma 44">
                <a:extLst>
                  <a:ext uri="{FF2B5EF4-FFF2-40B4-BE49-F238E27FC236}">
                    <a16:creationId xmlns:a16="http://schemas.microsoft.com/office/drawing/2014/main" id="{6DED9BD7-801F-FA13-C389-6C8AA1FDB7CB}"/>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32" name="Forma libre: forma 45">
                <a:extLst>
                  <a:ext uri="{FF2B5EF4-FFF2-40B4-BE49-F238E27FC236}">
                    <a16:creationId xmlns:a16="http://schemas.microsoft.com/office/drawing/2014/main" id="{51DF5FA4-E39E-CC66-5146-371779F835E8}"/>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33" name="Forma libre: forma 46">
                <a:extLst>
                  <a:ext uri="{FF2B5EF4-FFF2-40B4-BE49-F238E27FC236}">
                    <a16:creationId xmlns:a16="http://schemas.microsoft.com/office/drawing/2014/main" id="{8CEB044D-C04E-728C-B690-D06774F26197}"/>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34" name="Forma libre: forma 47">
                <a:extLst>
                  <a:ext uri="{FF2B5EF4-FFF2-40B4-BE49-F238E27FC236}">
                    <a16:creationId xmlns:a16="http://schemas.microsoft.com/office/drawing/2014/main" id="{8285E4B7-6754-EBF0-CA03-602E8E2E5817}"/>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35" name="Forma libre: forma 48">
                <a:extLst>
                  <a:ext uri="{FF2B5EF4-FFF2-40B4-BE49-F238E27FC236}">
                    <a16:creationId xmlns:a16="http://schemas.microsoft.com/office/drawing/2014/main" id="{DEE1567A-C3BB-360A-482C-9275210242D5}"/>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36" name="Forma libre: forma 49">
                <a:extLst>
                  <a:ext uri="{FF2B5EF4-FFF2-40B4-BE49-F238E27FC236}">
                    <a16:creationId xmlns:a16="http://schemas.microsoft.com/office/drawing/2014/main" id="{5218E8C3-1479-8C0A-45EC-DC597E75757D}"/>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37" name="Forma libre: forma 50">
                <a:extLst>
                  <a:ext uri="{FF2B5EF4-FFF2-40B4-BE49-F238E27FC236}">
                    <a16:creationId xmlns:a16="http://schemas.microsoft.com/office/drawing/2014/main" id="{895DCCE0-4B43-759F-377C-C53B279DA343}"/>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38" name="Forma libre: forma 51">
                <a:extLst>
                  <a:ext uri="{FF2B5EF4-FFF2-40B4-BE49-F238E27FC236}">
                    <a16:creationId xmlns:a16="http://schemas.microsoft.com/office/drawing/2014/main" id="{6F2C4CB8-5C9E-45E9-F8A6-AB56C4DF51EF}"/>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grpSp>
      <p:sp>
        <p:nvSpPr>
          <p:cNvPr id="40" name="TextBox 39">
            <a:extLst>
              <a:ext uri="{FF2B5EF4-FFF2-40B4-BE49-F238E27FC236}">
                <a16:creationId xmlns:a16="http://schemas.microsoft.com/office/drawing/2014/main" id="{04BAC548-176A-7BD1-B1B9-BBCF25D3E4D4}"/>
              </a:ext>
            </a:extLst>
          </p:cNvPr>
          <p:cNvSpPr txBox="1"/>
          <p:nvPr/>
        </p:nvSpPr>
        <p:spPr>
          <a:xfrm>
            <a:off x="516921" y="1847464"/>
            <a:ext cx="11427967" cy="2470553"/>
          </a:xfrm>
          <a:prstGeom prst="roundRect">
            <a:avLst>
              <a:gd name="adj" fmla="val 2790"/>
            </a:avLst>
          </a:prstGeom>
          <a:solidFill>
            <a:srgbClr val="B9FFD5"/>
          </a:solidFill>
        </p:spPr>
        <p:txBody>
          <a:bodyPr wrap="square">
            <a:spAutoFit/>
          </a:bodyPr>
          <a:lstStyle/>
          <a:p>
            <a:pPr algn="ctr">
              <a:lnSpc>
                <a:spcPct val="120000"/>
              </a:lnSpc>
              <a:spcBef>
                <a:spcPts val="0"/>
              </a:spcBef>
              <a:spcAft>
                <a:spcPts val="600"/>
              </a:spcAft>
            </a:pPr>
            <a:r>
              <a:rPr lang="en-GB" sz="1400" b="1">
                <a:latin typeface="IberPangea" panose="020B0504000000000000" pitchFamily="34" charset="0"/>
                <a:ea typeface="IberPangea" panose="020B0504000000000000" pitchFamily="34" charset="0"/>
                <a:cs typeface="IberPangea" panose="020B0504000000000000" pitchFamily="34" charset="0"/>
              </a:rPr>
              <a:t>How to Play the Game</a:t>
            </a:r>
          </a:p>
          <a:p>
            <a:pPr>
              <a:lnSpc>
                <a:spcPct val="120000"/>
              </a:lnSpc>
              <a:spcBef>
                <a:spcPts val="0"/>
              </a:spcBef>
              <a:spcAft>
                <a:spcPts val="600"/>
              </a:spcAft>
            </a:pPr>
            <a:r>
              <a:rPr lang="en-GB" sz="1400">
                <a:latin typeface="IberPangea" panose="020B0504000000000000" pitchFamily="34" charset="0"/>
                <a:ea typeface="IberPangea" panose="020B0504000000000000" pitchFamily="34" charset="0"/>
                <a:cs typeface="IberPangea" panose="020B0504000000000000" pitchFamily="34" charset="0"/>
              </a:rPr>
              <a:t>The game is played by a team. Each team chooses between ways to </a:t>
            </a:r>
            <a:r>
              <a:rPr lang="en-GB" sz="1400" b="1">
                <a:solidFill>
                  <a:srgbClr val="00B050"/>
                </a:solidFill>
                <a:latin typeface="IberPangea" panose="020B0504000000000000" pitchFamily="34" charset="0"/>
                <a:ea typeface="IberPangea" panose="020B0504000000000000" pitchFamily="34" charset="0"/>
                <a:cs typeface="IberPangea" panose="020B0504000000000000" pitchFamily="34" charset="0"/>
              </a:rPr>
              <a:t>Prevent</a:t>
            </a:r>
            <a:r>
              <a:rPr lang="en-GB" sz="1400">
                <a:latin typeface="IberPangea" panose="020B0504000000000000" pitchFamily="34" charset="0"/>
                <a:ea typeface="IberPangea" panose="020B0504000000000000" pitchFamily="34" charset="0"/>
                <a:cs typeface="IberPangea" panose="020B0504000000000000" pitchFamily="34" charset="0"/>
              </a:rPr>
              <a:t>, </a:t>
            </a:r>
            <a:r>
              <a:rPr lang="en-GB" sz="1400" b="1">
                <a:solidFill>
                  <a:srgbClr val="00B0F0"/>
                </a:solidFill>
                <a:latin typeface="IberPangea" panose="020B0504000000000000" pitchFamily="34" charset="0"/>
                <a:ea typeface="IberPangea" panose="020B0504000000000000" pitchFamily="34" charset="0"/>
                <a:cs typeface="IberPangea" panose="020B0504000000000000" pitchFamily="34" charset="0"/>
              </a:rPr>
              <a:t>Detect</a:t>
            </a:r>
            <a:r>
              <a:rPr lang="en-GB" sz="1400">
                <a:latin typeface="IberPangea" panose="020B0504000000000000" pitchFamily="34" charset="0"/>
                <a:ea typeface="IberPangea" panose="020B0504000000000000" pitchFamily="34" charset="0"/>
                <a:cs typeface="IberPangea" panose="020B0504000000000000" pitchFamily="34" charset="0"/>
              </a:rPr>
              <a:t> and </a:t>
            </a:r>
            <a:r>
              <a:rPr lang="en-GB" sz="1400" b="1">
                <a:solidFill>
                  <a:srgbClr val="FF9C1A"/>
                </a:solidFill>
                <a:latin typeface="IberPangea" panose="020B0504000000000000" pitchFamily="34" charset="0"/>
                <a:ea typeface="IberPangea" panose="020B0504000000000000" pitchFamily="34" charset="0"/>
                <a:cs typeface="IberPangea" panose="020B0504000000000000" pitchFamily="34" charset="0"/>
              </a:rPr>
              <a:t>Respond</a:t>
            </a:r>
            <a:r>
              <a:rPr lang="en-GB" sz="1400">
                <a:latin typeface="IberPangea" panose="020B0504000000000000" pitchFamily="34" charset="0"/>
                <a:ea typeface="IberPangea" panose="020B0504000000000000" pitchFamily="34" charset="0"/>
                <a:cs typeface="IberPangea" panose="020B0504000000000000" pitchFamily="34" charset="0"/>
              </a:rPr>
              <a:t> to cyber-attacks from provided control cards.</a:t>
            </a:r>
          </a:p>
          <a:p>
            <a:pPr>
              <a:lnSpc>
                <a:spcPct val="120000"/>
              </a:lnSpc>
              <a:spcBef>
                <a:spcPts val="0"/>
              </a:spcBef>
              <a:spcAft>
                <a:spcPts val="600"/>
              </a:spcAft>
            </a:pPr>
            <a:r>
              <a:rPr lang="en-GB" sz="1400">
                <a:latin typeface="IberPangea" panose="020B0504000000000000" pitchFamily="34" charset="0"/>
                <a:ea typeface="IberPangea" panose="020B0504000000000000" pitchFamily="34" charset="0"/>
                <a:cs typeface="IberPangea" panose="020B0504000000000000" pitchFamily="34" charset="0"/>
              </a:rPr>
              <a:t>The Prevent, Detect and Respond cards each describe a particular cyber defence solution and its corresponding cost to implement.</a:t>
            </a:r>
          </a:p>
          <a:p>
            <a:pPr>
              <a:lnSpc>
                <a:spcPct val="120000"/>
              </a:lnSpc>
              <a:spcBef>
                <a:spcPts val="0"/>
              </a:spcBef>
              <a:spcAft>
                <a:spcPts val="600"/>
              </a:spcAft>
            </a:pPr>
            <a:r>
              <a:rPr lang="en-GB" sz="1400" b="1" u="sng">
                <a:solidFill>
                  <a:srgbClr val="008C39"/>
                </a:solidFill>
                <a:latin typeface="IberPangea" panose="020B0504000000000000" pitchFamily="34" charset="0"/>
                <a:ea typeface="IberPangea" panose="020B0504000000000000" pitchFamily="34" charset="0"/>
                <a:cs typeface="IberPangea" panose="020B0504000000000000" pitchFamily="34" charset="0"/>
              </a:rPr>
              <a:t>Rules</a:t>
            </a:r>
            <a:endParaRPr lang="en-GB" sz="1400" u="sng">
              <a:solidFill>
                <a:srgbClr val="008C39"/>
              </a:solidFill>
              <a:latin typeface="IberPangea" panose="020B0504000000000000" pitchFamily="34" charset="0"/>
              <a:ea typeface="IberPangea" panose="020B0504000000000000" pitchFamily="34" charset="0"/>
              <a:cs typeface="IberPangea" panose="020B0504000000000000" pitchFamily="34" charset="0"/>
            </a:endParaRPr>
          </a:p>
          <a:p>
            <a:pPr>
              <a:lnSpc>
                <a:spcPct val="120000"/>
              </a:lnSpc>
              <a:spcBef>
                <a:spcPts val="0"/>
              </a:spcBef>
              <a:spcAft>
                <a:spcPts val="600"/>
              </a:spcAft>
            </a:pPr>
            <a:r>
              <a:rPr lang="en-GB" sz="1400">
                <a:latin typeface="IberPangea" panose="020B0504000000000000" pitchFamily="34" charset="0"/>
                <a:ea typeface="IberPangea" panose="020B0504000000000000" pitchFamily="34" charset="0"/>
                <a:cs typeface="IberPangea" panose="020B0504000000000000" pitchFamily="34" charset="0"/>
              </a:rPr>
              <a:t>Use the control cards to discuss </a:t>
            </a:r>
            <a:r>
              <a:rPr lang="en-GB" sz="1400" dirty="0">
                <a:latin typeface="IberPangea" panose="020B0504000000000000" pitchFamily="34" charset="0"/>
                <a:ea typeface="IberPangea" panose="020B0504000000000000" pitchFamily="34" charset="0"/>
                <a:cs typeface="IberPangea" panose="020B0504000000000000" pitchFamily="34" charset="0"/>
              </a:rPr>
              <a:t>and </a:t>
            </a:r>
            <a:r>
              <a:rPr lang="en-GB" sz="1400">
                <a:latin typeface="IberPangea" panose="020B0504000000000000" pitchFamily="34" charset="0"/>
                <a:ea typeface="IberPangea" panose="020B0504000000000000" pitchFamily="34" charset="0"/>
                <a:cs typeface="IberPangea" panose="020B0504000000000000" pitchFamily="34" charset="0"/>
              </a:rPr>
              <a:t>agree which controls to </a:t>
            </a:r>
            <a:r>
              <a:rPr lang="en-GB" sz="1400" dirty="0">
                <a:latin typeface="IberPangea" panose="020B0504000000000000" pitchFamily="34" charset="0"/>
                <a:ea typeface="IberPangea" panose="020B0504000000000000" pitchFamily="34" charset="0"/>
                <a:cs typeface="IberPangea" panose="020B0504000000000000" pitchFamily="34" charset="0"/>
              </a:rPr>
              <a:t>put in place before the attack starts</a:t>
            </a:r>
            <a:r>
              <a:rPr lang="en-GB" sz="1400">
                <a:latin typeface="IberPangea" panose="020B0504000000000000" pitchFamily="34" charset="0"/>
                <a:ea typeface="IberPangea" panose="020B0504000000000000" pitchFamily="34" charset="0"/>
                <a:cs typeface="IberPangea" panose="020B0504000000000000" pitchFamily="34" charset="0"/>
              </a:rPr>
              <a:t>, to keep the company </a:t>
            </a:r>
            <a:r>
              <a:rPr lang="en-GB" sz="1400" dirty="0">
                <a:latin typeface="IberPangea" panose="020B0504000000000000" pitchFamily="34" charset="0"/>
                <a:ea typeface="IberPangea" panose="020B0504000000000000" pitchFamily="34" charset="0"/>
                <a:cs typeface="IberPangea" panose="020B0504000000000000" pitchFamily="34" charset="0"/>
              </a:rPr>
              <a:t>as </a:t>
            </a:r>
            <a:r>
              <a:rPr lang="en-GB" sz="1400">
                <a:latin typeface="IberPangea" panose="020B0504000000000000" pitchFamily="34" charset="0"/>
                <a:ea typeface="IberPangea" panose="020B0504000000000000" pitchFamily="34" charset="0"/>
                <a:cs typeface="IberPangea" panose="020B0504000000000000" pitchFamily="34" charset="0"/>
              </a:rPr>
              <a:t>secure </a:t>
            </a:r>
            <a:r>
              <a:rPr lang="en-GB" sz="1400" dirty="0">
                <a:latin typeface="IberPangea" panose="020B0504000000000000" pitchFamily="34" charset="0"/>
                <a:ea typeface="IberPangea" panose="020B0504000000000000" pitchFamily="34" charset="0"/>
                <a:cs typeface="IberPangea" panose="020B0504000000000000" pitchFamily="34" charset="0"/>
              </a:rPr>
              <a:t>as possible </a:t>
            </a:r>
            <a:r>
              <a:rPr lang="en-GB" sz="1400">
                <a:latin typeface="IberPangea" panose="020B0504000000000000" pitchFamily="34" charset="0"/>
                <a:ea typeface="IberPangea" panose="020B0504000000000000" pitchFamily="34" charset="0"/>
                <a:cs typeface="IberPangea" panose="020B0504000000000000" pitchFamily="34" charset="0"/>
              </a:rPr>
              <a:t>within </a:t>
            </a:r>
            <a:r>
              <a:rPr lang="en-GB" sz="1400" dirty="0">
                <a:latin typeface="IberPangea" panose="020B0504000000000000" pitchFamily="34" charset="0"/>
                <a:ea typeface="IberPangea" panose="020B0504000000000000" pitchFamily="34" charset="0"/>
                <a:cs typeface="IberPangea" panose="020B0504000000000000" pitchFamily="34" charset="0"/>
              </a:rPr>
              <a:t>the </a:t>
            </a:r>
            <a:r>
              <a:rPr lang="en-GB" sz="1400">
                <a:latin typeface="IberPangea" panose="020B0504000000000000" pitchFamily="34" charset="0"/>
                <a:ea typeface="IberPangea" panose="020B0504000000000000" pitchFamily="34" charset="0"/>
                <a:cs typeface="IberPangea" panose="020B0504000000000000" pitchFamily="34" charset="0"/>
              </a:rPr>
              <a:t>£3m </a:t>
            </a:r>
            <a:r>
              <a:rPr lang="en-GB" sz="1400" dirty="0">
                <a:latin typeface="IberPangea" panose="020B0504000000000000" pitchFamily="34" charset="0"/>
                <a:ea typeface="IberPangea" panose="020B0504000000000000" pitchFamily="34" charset="0"/>
                <a:cs typeface="IberPangea" panose="020B0504000000000000" pitchFamily="34" charset="0"/>
              </a:rPr>
              <a:t>budget</a:t>
            </a:r>
            <a:r>
              <a:rPr lang="en-GB" sz="1400">
                <a:latin typeface="IberPangea" panose="020B0504000000000000" pitchFamily="34" charset="0"/>
                <a:ea typeface="IberPangea" panose="020B0504000000000000" pitchFamily="34" charset="0"/>
                <a:cs typeface="IberPangea" panose="020B0504000000000000" pitchFamily="34" charset="0"/>
              </a:rPr>
              <a:t>. You </a:t>
            </a:r>
            <a:r>
              <a:rPr lang="en-GB" sz="1400" dirty="0">
                <a:latin typeface="IberPangea" panose="020B0504000000000000" pitchFamily="34" charset="0"/>
                <a:ea typeface="IberPangea" panose="020B0504000000000000" pitchFamily="34" charset="0"/>
                <a:cs typeface="IberPangea" panose="020B0504000000000000" pitchFamily="34" charset="0"/>
              </a:rPr>
              <a:t>must choose at least </a:t>
            </a:r>
            <a:r>
              <a:rPr lang="en-GB" sz="1400">
                <a:latin typeface="IberPangea" panose="020B0504000000000000" pitchFamily="34" charset="0"/>
                <a:ea typeface="IberPangea" panose="020B0504000000000000" pitchFamily="34" charset="0"/>
                <a:cs typeface="IberPangea" panose="020B0504000000000000" pitchFamily="34" charset="0"/>
              </a:rPr>
              <a:t>one Prevent, </a:t>
            </a:r>
            <a:r>
              <a:rPr lang="en-GB" sz="1400" dirty="0">
                <a:latin typeface="IberPangea" panose="020B0504000000000000" pitchFamily="34" charset="0"/>
                <a:ea typeface="IberPangea" panose="020B0504000000000000" pitchFamily="34" charset="0"/>
                <a:cs typeface="IberPangea" panose="020B0504000000000000" pitchFamily="34" charset="0"/>
              </a:rPr>
              <a:t>one Detect </a:t>
            </a:r>
            <a:r>
              <a:rPr lang="en-GB" sz="1400">
                <a:latin typeface="IberPangea" panose="020B0504000000000000" pitchFamily="34" charset="0"/>
                <a:ea typeface="IberPangea" panose="020B0504000000000000" pitchFamily="34" charset="0"/>
                <a:cs typeface="IberPangea" panose="020B0504000000000000" pitchFamily="34" charset="0"/>
              </a:rPr>
              <a:t>and </a:t>
            </a:r>
            <a:r>
              <a:rPr lang="en-GB" sz="1400" dirty="0">
                <a:latin typeface="IberPangea" panose="020B0504000000000000" pitchFamily="34" charset="0"/>
                <a:ea typeface="IberPangea" panose="020B0504000000000000" pitchFamily="34" charset="0"/>
                <a:cs typeface="IberPangea" panose="020B0504000000000000" pitchFamily="34" charset="0"/>
              </a:rPr>
              <a:t>one </a:t>
            </a:r>
            <a:r>
              <a:rPr lang="en-GB" sz="1400">
                <a:latin typeface="IberPangea" panose="020B0504000000000000" pitchFamily="34" charset="0"/>
                <a:ea typeface="IberPangea" panose="020B0504000000000000" pitchFamily="34" charset="0"/>
                <a:cs typeface="IberPangea" panose="020B0504000000000000" pitchFamily="34" charset="0"/>
              </a:rPr>
              <a:t>Respond </a:t>
            </a:r>
            <a:r>
              <a:rPr lang="en-GB" sz="1400" dirty="0">
                <a:latin typeface="IberPangea" panose="020B0504000000000000" pitchFamily="34" charset="0"/>
                <a:ea typeface="IberPangea" panose="020B0504000000000000" pitchFamily="34" charset="0"/>
                <a:cs typeface="IberPangea" panose="020B0504000000000000" pitchFamily="34" charset="0"/>
              </a:rPr>
              <a:t>control</a:t>
            </a:r>
            <a:r>
              <a:rPr lang="en-GB" sz="1400">
                <a:latin typeface="IberPangea" panose="020B0504000000000000" pitchFamily="34" charset="0"/>
                <a:ea typeface="IberPangea" panose="020B0504000000000000" pitchFamily="34" charset="0"/>
                <a:cs typeface="IberPangea" panose="020B0504000000000000" pitchFamily="34" charset="0"/>
              </a:rPr>
              <a:t>, </a:t>
            </a:r>
            <a:r>
              <a:rPr lang="en-GB" sz="1400" dirty="0">
                <a:latin typeface="IberPangea" panose="020B0504000000000000" pitchFamily="34" charset="0"/>
                <a:ea typeface="IberPangea" panose="020B0504000000000000" pitchFamily="34" charset="0"/>
                <a:cs typeface="IberPangea" panose="020B0504000000000000" pitchFamily="34" charset="0"/>
              </a:rPr>
              <a:t>and </a:t>
            </a:r>
            <a:r>
              <a:rPr lang="en-GB" sz="1400">
                <a:latin typeface="IberPangea" panose="020B0504000000000000" pitchFamily="34" charset="0"/>
                <a:ea typeface="IberPangea" panose="020B0504000000000000" pitchFamily="34" charset="0"/>
                <a:cs typeface="IberPangea" panose="020B0504000000000000" pitchFamily="34" charset="0"/>
              </a:rPr>
              <a:t>you can </a:t>
            </a:r>
            <a:r>
              <a:rPr lang="en-GB" sz="1400" dirty="0">
                <a:latin typeface="IberPangea" panose="020B0504000000000000" pitchFamily="34" charset="0"/>
                <a:ea typeface="IberPangea" panose="020B0504000000000000" pitchFamily="34" charset="0"/>
                <a:cs typeface="IberPangea" panose="020B0504000000000000" pitchFamily="34" charset="0"/>
              </a:rPr>
              <a:t>choose </a:t>
            </a:r>
            <a:r>
              <a:rPr lang="en-GB" sz="1400">
                <a:latin typeface="IberPangea" panose="020B0504000000000000" pitchFamily="34" charset="0"/>
                <a:ea typeface="IberPangea" panose="020B0504000000000000" pitchFamily="34" charset="0"/>
                <a:cs typeface="IberPangea" panose="020B0504000000000000" pitchFamily="34" charset="0"/>
              </a:rPr>
              <a:t>more. </a:t>
            </a:r>
            <a:r>
              <a:rPr lang="en-GB" sz="1400" dirty="0">
                <a:latin typeface="IberPangea" panose="020B0504000000000000" pitchFamily="34" charset="0"/>
                <a:ea typeface="IberPangea" panose="020B0504000000000000" pitchFamily="34" charset="0"/>
                <a:cs typeface="IberPangea" panose="020B0504000000000000" pitchFamily="34" charset="0"/>
              </a:rPr>
              <a:t>Then watch </a:t>
            </a:r>
            <a:r>
              <a:rPr lang="en-GB" sz="1400">
                <a:latin typeface="IberPangea" panose="020B0504000000000000" pitchFamily="34" charset="0"/>
                <a:ea typeface="IberPangea" panose="020B0504000000000000" pitchFamily="34" charset="0"/>
                <a:cs typeface="IberPangea" panose="020B0504000000000000" pitchFamily="34" charset="0"/>
              </a:rPr>
              <a:t>the </a:t>
            </a:r>
            <a:r>
              <a:rPr lang="en-GB" sz="1400" dirty="0">
                <a:latin typeface="IberPangea" panose="020B0504000000000000" pitchFamily="34" charset="0"/>
                <a:ea typeface="IberPangea" panose="020B0504000000000000" pitchFamily="34" charset="0"/>
                <a:cs typeface="IberPangea" panose="020B0504000000000000" pitchFamily="34" charset="0"/>
              </a:rPr>
              <a:t>attack unfold: each phase reveals how many points your </a:t>
            </a:r>
            <a:r>
              <a:rPr lang="en-GB" sz="1400">
                <a:latin typeface="IberPangea" panose="020B0504000000000000" pitchFamily="34" charset="0"/>
                <a:ea typeface="IberPangea" panose="020B0504000000000000" pitchFamily="34" charset="0"/>
                <a:cs typeface="IberPangea" panose="020B0504000000000000" pitchFamily="34" charset="0"/>
              </a:rPr>
              <a:t>controls </a:t>
            </a:r>
            <a:r>
              <a:rPr lang="en-GB" sz="1400" dirty="0">
                <a:latin typeface="IberPangea" panose="020B0504000000000000" pitchFamily="34" charset="0"/>
                <a:ea typeface="IberPangea" panose="020B0504000000000000" pitchFamily="34" charset="0"/>
                <a:cs typeface="IberPangea" panose="020B0504000000000000" pitchFamily="34" charset="0"/>
              </a:rPr>
              <a:t>score. After </a:t>
            </a:r>
            <a:r>
              <a:rPr lang="en-GB" sz="1400">
                <a:latin typeface="IberPangea" panose="020B0504000000000000" pitchFamily="34" charset="0"/>
                <a:ea typeface="IberPangea" panose="020B0504000000000000" pitchFamily="34" charset="0"/>
                <a:cs typeface="IberPangea" panose="020B0504000000000000" pitchFamily="34" charset="0"/>
              </a:rPr>
              <a:t>each phase, </a:t>
            </a:r>
            <a:r>
              <a:rPr lang="en-GB" sz="1400" dirty="0">
                <a:latin typeface="IberPangea" panose="020B0504000000000000" pitchFamily="34" charset="0"/>
                <a:ea typeface="IberPangea" panose="020B0504000000000000" pitchFamily="34" charset="0"/>
                <a:cs typeface="IberPangea" panose="020B0504000000000000" pitchFamily="34" charset="0"/>
              </a:rPr>
              <a:t>a behaviour checkpoint asks questions, with extra </a:t>
            </a:r>
            <a:r>
              <a:rPr lang="en-GB" sz="1400">
                <a:latin typeface="IberPangea" panose="020B0504000000000000" pitchFamily="34" charset="0"/>
                <a:ea typeface="IberPangea" panose="020B0504000000000000" pitchFamily="34" charset="0"/>
                <a:cs typeface="IberPangea" panose="020B0504000000000000" pitchFamily="34" charset="0"/>
              </a:rPr>
              <a:t>points </a:t>
            </a:r>
            <a:r>
              <a:rPr lang="en-GB" sz="1400" dirty="0">
                <a:latin typeface="IberPangea" panose="020B0504000000000000" pitchFamily="34" charset="0"/>
                <a:ea typeface="IberPangea" panose="020B0504000000000000" pitchFamily="34" charset="0"/>
                <a:cs typeface="IberPangea" panose="020B0504000000000000" pitchFamily="34" charset="0"/>
              </a:rPr>
              <a:t>for secure answers. Your final outcome combines both</a:t>
            </a:r>
            <a:r>
              <a:rPr lang="en-GB" sz="1400">
                <a:latin typeface="IberPangea" panose="020B0504000000000000" pitchFamily="34" charset="0"/>
                <a:ea typeface="IberPangea" panose="020B0504000000000000" pitchFamily="34" charset="0"/>
                <a:cs typeface="IberPangea" panose="020B0504000000000000" pitchFamily="34" charset="0"/>
              </a:rPr>
              <a:t>.</a:t>
            </a:r>
            <a:endParaRPr lang="en-GB" sz="1100" dirty="0">
              <a:solidFill>
                <a:srgbClr val="008C39"/>
              </a:solidFill>
              <a:latin typeface="IberPangea" panose="020B0504000000000000" pitchFamily="34" charset="0"/>
              <a:ea typeface="IberPangea" panose="020B0504000000000000" pitchFamily="34" charset="0"/>
              <a:cs typeface="IberPangea" panose="020B0504000000000000"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382016" y="248893"/>
            <a:ext cx="9613073" cy="663954"/>
          </a:xfrm>
          <a:prstGeom prst="rect">
            <a:avLst/>
          </a:prstGeom>
          <a:noFill/>
          <a:ln/>
        </p:spPr>
        <p:txBody>
          <a:bodyPr wrap="square" lIns="0" tIns="0" rIns="0" bIns="0" rtlCol="0" anchor="ctr"/>
          <a:lstStyle/>
          <a:p>
            <a:pPr marL="0" indent="0">
              <a:buNone/>
            </a:pPr>
            <a:r>
              <a:rPr lang="en-US" sz="2300" b="1">
                <a:solidFill>
                  <a:srgbClr val="008C39"/>
                </a:solidFill>
                <a:latin typeface="IberPangea (Headings)"/>
                <a:ea typeface="Arial" pitchFamily="34" charset="-122"/>
                <a:cs typeface="Arial"/>
              </a:rPr>
              <a:t>Foundation: The extra behavioural element</a:t>
            </a:r>
            <a:endParaRPr lang="en-US" sz="2300">
              <a:latin typeface="IberPangea (Headings)"/>
              <a:cs typeface="Arial"/>
            </a:endParaRPr>
          </a:p>
        </p:txBody>
      </p:sp>
      <p:sp>
        <p:nvSpPr>
          <p:cNvPr id="3" name="Text 1"/>
          <p:cNvSpPr txBox="1"/>
          <p:nvPr/>
        </p:nvSpPr>
        <p:spPr>
          <a:xfrm>
            <a:off x="382016" y="1116992"/>
            <a:ext cx="11427968" cy="1199405"/>
          </a:xfrm>
          <a:prstGeom prst="rect">
            <a:avLst/>
          </a:prstGeom>
          <a:noFill/>
          <a:ln/>
        </p:spPr>
        <p:txBody>
          <a:bodyPr wrap="square" lIns="0" tIns="0" rIns="0" bIns="0" rtlCol="0" anchor="t"/>
          <a:lstStyle/>
          <a:p>
            <a:r>
              <a:rPr lang="en-GB" dirty="0">
                <a:latin typeface="IberPangea" panose="020B0504000000000000" pitchFamily="34" charset="0"/>
                <a:ea typeface="IberPangea" panose="020B0504000000000000" pitchFamily="34" charset="0"/>
                <a:cs typeface="IberPangea" panose="020B0504000000000000" pitchFamily="34" charset="0"/>
              </a:rPr>
              <a:t>The controls game gets players to think about Cyber attack scenarios and teaches them a little about some of the ways in which an organisation can defend against them. But as individuals, there are key behaviours we’d also like to teach. A bank of 40 questions with 4 tiers of difficulty provides a way of measuring behavioural knowledge and awareness. Build them into the game, in your own way, as a behaviour checkpoint at the end of each phase. Secure answers earn extra points, and the final outcome after phase 4 combines these with the control score. Keep each checkpoint short: 30 seconds a question, or 2 minutes for the set.</a:t>
            </a:r>
            <a:endParaRPr lang="en-US" dirty="0">
              <a:latin typeface="IberPangea" panose="020B0504000000000000" pitchFamily="34" charset="0"/>
              <a:ea typeface="IberPangea" panose="020B0504000000000000" pitchFamily="34" charset="0"/>
              <a:cs typeface="IberPangea" panose="020B0504000000000000" pitchFamily="34" charset="0"/>
            </a:endParaRPr>
          </a:p>
        </p:txBody>
      </p:sp>
      <p:sp>
        <p:nvSpPr>
          <p:cNvPr id="4" name="Text 2"/>
          <p:cNvSpPr txBox="1"/>
          <p:nvPr/>
        </p:nvSpPr>
        <p:spPr>
          <a:xfrm>
            <a:off x="382016" y="2841175"/>
            <a:ext cx="11427968" cy="3845368"/>
          </a:xfrm>
          <a:prstGeom prst="roundRect">
            <a:avLst>
              <a:gd name="adj" fmla="val 3117"/>
            </a:avLst>
          </a:prstGeom>
          <a:solidFill>
            <a:srgbClr val="FFFFFF"/>
          </a:solidFill>
          <a:ln w="22225">
            <a:solidFill>
              <a:srgbClr val="5BD38C"/>
            </a:solidFill>
          </a:ln>
        </p:spPr>
        <p:txBody>
          <a:bodyPr wrap="square" lIns="216000" tIns="72000" rIns="216000" bIns="72000" rtlCol="0" anchor="t"/>
          <a:lstStyle/>
          <a:p>
            <a:pPr marL="0" indent="0" algn="l">
              <a:buNone/>
            </a:pPr>
            <a:endParaRPr lang="en-US" sz="2000"/>
          </a:p>
        </p:txBody>
      </p:sp>
      <p:cxnSp>
        <p:nvCxnSpPr>
          <p:cNvPr id="12" name="Straight Connector 11">
            <a:extLst>
              <a:ext uri="{FF2B5EF4-FFF2-40B4-BE49-F238E27FC236}">
                <a16:creationId xmlns:a16="http://schemas.microsoft.com/office/drawing/2014/main" id="{E9867647-A8BD-CAA4-1F3C-E65AFDDBD399}"/>
              </a:ext>
            </a:extLst>
          </p:cNvPr>
          <p:cNvCxnSpPr>
            <a:cxnSpLocks/>
          </p:cNvCxnSpPr>
          <p:nvPr/>
        </p:nvCxnSpPr>
        <p:spPr>
          <a:xfrm>
            <a:off x="382016" y="980420"/>
            <a:ext cx="114279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0DCFD645-866F-3A07-CF63-E47D11C5B872}"/>
              </a:ext>
            </a:extLst>
          </p:cNvPr>
          <p:cNvPicPr>
            <a:picLocks noChangeAspect="1"/>
          </p:cNvPicPr>
          <p:nvPr/>
        </p:nvPicPr>
        <p:blipFill>
          <a:blip r:embed="rId3">
            <a:extLst>
              <a:ext uri="{28A0092B-C50C-407E-A947-70E740481C1C}">
                <a14:useLocalDpi xmlns:a14="http://schemas.microsoft.com/office/drawing/2010/main" val="0"/>
              </a:ext>
            </a:extLst>
          </a:blip>
          <a:srcRect r="70081"/>
          <a:stretch>
            <a:fillRect/>
          </a:stretch>
        </p:blipFill>
        <p:spPr>
          <a:xfrm>
            <a:off x="9820484" y="43166"/>
            <a:ext cx="447218" cy="996499"/>
          </a:xfrm>
          <a:prstGeom prst="rect">
            <a:avLst/>
          </a:prstGeom>
        </p:spPr>
      </p:pic>
      <p:sp>
        <p:nvSpPr>
          <p:cNvPr id="14" name="TextBox 13">
            <a:extLst>
              <a:ext uri="{FF2B5EF4-FFF2-40B4-BE49-F238E27FC236}">
                <a16:creationId xmlns:a16="http://schemas.microsoft.com/office/drawing/2014/main" id="{AACE269C-9834-6CA4-0EAA-AB0CE65DF668}"/>
              </a:ext>
            </a:extLst>
          </p:cNvPr>
          <p:cNvSpPr txBox="1"/>
          <p:nvPr/>
        </p:nvSpPr>
        <p:spPr>
          <a:xfrm>
            <a:off x="10415072" y="388515"/>
            <a:ext cx="1328486" cy="378067"/>
          </a:xfrm>
          <a:prstGeom prst="rect">
            <a:avLst/>
          </a:prstGeom>
          <a:noFill/>
        </p:spPr>
        <p:txBody>
          <a:bodyPr wrap="square" lIns="0" tIns="0" rIns="0" bIns="0" rtlCol="0">
            <a:noAutofit/>
          </a:bodyPr>
          <a:lstStyle/>
          <a:p>
            <a:r>
              <a:rPr lang="en-GB" sz="12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Digital Innovation &amp; Culture</a:t>
            </a:r>
          </a:p>
        </p:txBody>
      </p:sp>
      <p:grpSp>
        <p:nvGrpSpPr>
          <p:cNvPr id="15" name="Grupo 2">
            <a:extLst>
              <a:ext uri="{FF2B5EF4-FFF2-40B4-BE49-F238E27FC236}">
                <a16:creationId xmlns:a16="http://schemas.microsoft.com/office/drawing/2014/main" id="{74A23583-7A5D-7B8D-2C03-EA461A4D6E35}"/>
              </a:ext>
            </a:extLst>
          </p:cNvPr>
          <p:cNvGrpSpPr/>
          <p:nvPr/>
        </p:nvGrpSpPr>
        <p:grpSpPr>
          <a:xfrm>
            <a:off x="7748843" y="331479"/>
            <a:ext cx="2069820" cy="436991"/>
            <a:chOff x="7642518" y="280679"/>
            <a:chExt cx="2069820" cy="436991"/>
          </a:xfrm>
        </p:grpSpPr>
        <p:cxnSp>
          <p:nvCxnSpPr>
            <p:cNvPr id="16" name="Conector recto 25">
              <a:extLst>
                <a:ext uri="{FF2B5EF4-FFF2-40B4-BE49-F238E27FC236}">
                  <a16:creationId xmlns:a16="http://schemas.microsoft.com/office/drawing/2014/main" id="{D457485C-3209-73EC-A251-444C8FFEA4A9}"/>
                </a:ext>
              </a:extLst>
            </p:cNvPr>
            <p:cNvCxnSpPr>
              <a:cxnSpLocks/>
            </p:cNvCxnSpPr>
            <p:nvPr userDrawn="1"/>
          </p:nvCxnSpPr>
          <p:spPr>
            <a:xfrm>
              <a:off x="9712338" y="280679"/>
              <a:ext cx="0" cy="436991"/>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7" name="Grupo 12">
              <a:extLst>
                <a:ext uri="{FF2B5EF4-FFF2-40B4-BE49-F238E27FC236}">
                  <a16:creationId xmlns:a16="http://schemas.microsoft.com/office/drawing/2014/main" id="{24F550F7-82CE-9BFA-B1CA-20CB090089A0}"/>
                </a:ext>
              </a:extLst>
            </p:cNvPr>
            <p:cNvGrpSpPr/>
            <p:nvPr userDrawn="1"/>
          </p:nvGrpSpPr>
          <p:grpSpPr>
            <a:xfrm>
              <a:off x="7642518" y="355149"/>
              <a:ext cx="1844178" cy="312857"/>
              <a:chOff x="858380" y="3171155"/>
              <a:chExt cx="4884170" cy="832550"/>
            </a:xfrm>
          </p:grpSpPr>
          <p:sp>
            <p:nvSpPr>
              <p:cNvPr id="18" name="Forma libre: forma 36">
                <a:extLst>
                  <a:ext uri="{FF2B5EF4-FFF2-40B4-BE49-F238E27FC236}">
                    <a16:creationId xmlns:a16="http://schemas.microsoft.com/office/drawing/2014/main" id="{984CDF05-C9F5-B4B4-BAF8-0D0E06FF085C}"/>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19" name="Forma libre: forma 37">
                <a:extLst>
                  <a:ext uri="{FF2B5EF4-FFF2-40B4-BE49-F238E27FC236}">
                    <a16:creationId xmlns:a16="http://schemas.microsoft.com/office/drawing/2014/main" id="{F7B64420-FD81-C991-A1C3-663DF6352FF7}"/>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20" name="Forma libre: forma 38">
                <a:extLst>
                  <a:ext uri="{FF2B5EF4-FFF2-40B4-BE49-F238E27FC236}">
                    <a16:creationId xmlns:a16="http://schemas.microsoft.com/office/drawing/2014/main" id="{1D1FA5ED-6883-BDBF-29C3-EEC96192384A}"/>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21" name="Forma libre: forma 39">
                <a:extLst>
                  <a:ext uri="{FF2B5EF4-FFF2-40B4-BE49-F238E27FC236}">
                    <a16:creationId xmlns:a16="http://schemas.microsoft.com/office/drawing/2014/main" id="{B5D19706-C72E-6671-73E5-168E06CD2B62}"/>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22" name="Forma libre: forma 40">
                <a:extLst>
                  <a:ext uri="{FF2B5EF4-FFF2-40B4-BE49-F238E27FC236}">
                    <a16:creationId xmlns:a16="http://schemas.microsoft.com/office/drawing/2014/main" id="{38863B52-6B71-0E96-9401-B63950CDE112}"/>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23" name="Forma libre: forma 41">
                <a:extLst>
                  <a:ext uri="{FF2B5EF4-FFF2-40B4-BE49-F238E27FC236}">
                    <a16:creationId xmlns:a16="http://schemas.microsoft.com/office/drawing/2014/main" id="{2BCB3909-7683-2D34-0BB0-F262BCFB19B1}"/>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24" name="Forma libre: forma 42">
                <a:extLst>
                  <a:ext uri="{FF2B5EF4-FFF2-40B4-BE49-F238E27FC236}">
                    <a16:creationId xmlns:a16="http://schemas.microsoft.com/office/drawing/2014/main" id="{EF95F7A9-7C86-FB84-F7A7-73A4EC1BCF7A}"/>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25" name="Forma libre: forma 43">
                <a:extLst>
                  <a:ext uri="{FF2B5EF4-FFF2-40B4-BE49-F238E27FC236}">
                    <a16:creationId xmlns:a16="http://schemas.microsoft.com/office/drawing/2014/main" id="{1CF3A866-D720-D5AF-99C2-B2C9CDDF2BFA}"/>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26" name="Forma libre: forma 44">
                <a:extLst>
                  <a:ext uri="{FF2B5EF4-FFF2-40B4-BE49-F238E27FC236}">
                    <a16:creationId xmlns:a16="http://schemas.microsoft.com/office/drawing/2014/main" id="{BE57AB0B-3D06-066E-62F9-B29A54053A80}"/>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27" name="Forma libre: forma 45">
                <a:extLst>
                  <a:ext uri="{FF2B5EF4-FFF2-40B4-BE49-F238E27FC236}">
                    <a16:creationId xmlns:a16="http://schemas.microsoft.com/office/drawing/2014/main" id="{B2698EAB-D98A-242D-A8D4-A549BB995359}"/>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28" name="Forma libre: forma 46">
                <a:extLst>
                  <a:ext uri="{FF2B5EF4-FFF2-40B4-BE49-F238E27FC236}">
                    <a16:creationId xmlns:a16="http://schemas.microsoft.com/office/drawing/2014/main" id="{62696252-165E-44B5-4FF0-FE5BF5E589A6}"/>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29" name="Forma libre: forma 47">
                <a:extLst>
                  <a:ext uri="{FF2B5EF4-FFF2-40B4-BE49-F238E27FC236}">
                    <a16:creationId xmlns:a16="http://schemas.microsoft.com/office/drawing/2014/main" id="{F0D098DB-4092-7C73-DF4D-168609A78EFC}"/>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30" name="Forma libre: forma 48">
                <a:extLst>
                  <a:ext uri="{FF2B5EF4-FFF2-40B4-BE49-F238E27FC236}">
                    <a16:creationId xmlns:a16="http://schemas.microsoft.com/office/drawing/2014/main" id="{596791F4-1E40-B21A-AB0D-A775FF767BDF}"/>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31" name="Forma libre: forma 49">
                <a:extLst>
                  <a:ext uri="{FF2B5EF4-FFF2-40B4-BE49-F238E27FC236}">
                    <a16:creationId xmlns:a16="http://schemas.microsoft.com/office/drawing/2014/main" id="{280A7781-D33D-E303-E988-CDACF35AEFC3}"/>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32" name="Forma libre: forma 50">
                <a:extLst>
                  <a:ext uri="{FF2B5EF4-FFF2-40B4-BE49-F238E27FC236}">
                    <a16:creationId xmlns:a16="http://schemas.microsoft.com/office/drawing/2014/main" id="{29AC6086-3D8D-9108-DDBA-F95F30F030F4}"/>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33" name="Forma libre: forma 51">
                <a:extLst>
                  <a:ext uri="{FF2B5EF4-FFF2-40B4-BE49-F238E27FC236}">
                    <a16:creationId xmlns:a16="http://schemas.microsoft.com/office/drawing/2014/main" id="{AD0BEFBD-75AB-5DFB-BB78-3CDF17C149D4}"/>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grpSp>
      <p:graphicFrame>
        <p:nvGraphicFramePr>
          <p:cNvPr id="34" name="Table 33">
            <a:extLst>
              <a:ext uri="{FF2B5EF4-FFF2-40B4-BE49-F238E27FC236}">
                <a16:creationId xmlns:a16="http://schemas.microsoft.com/office/drawing/2014/main" id="{937E05AE-B938-64A1-D0A7-66C83D6488C3}"/>
              </a:ext>
            </a:extLst>
          </p:cNvPr>
          <p:cNvGraphicFramePr>
            <a:graphicFrameLocks noGrp="1"/>
          </p:cNvGraphicFramePr>
          <p:nvPr>
            <p:extLst>
              <p:ext uri="{D42A27DB-BD31-4B8C-83A1-F6EECF244321}">
                <p14:modId xmlns:p14="http://schemas.microsoft.com/office/powerpoint/2010/main" val="2733350918"/>
              </p:ext>
            </p:extLst>
          </p:nvPr>
        </p:nvGraphicFramePr>
        <p:xfrm>
          <a:off x="596372" y="2954859"/>
          <a:ext cx="10999255" cy="3618000"/>
        </p:xfrm>
        <a:graphic>
          <a:graphicData uri="http://schemas.openxmlformats.org/drawingml/2006/table">
            <a:tbl>
              <a:tblPr firstRow="1" firstCol="1" bandRow="1">
                <a:tableStyleId>{93296810-A885-4BE3-A3E7-6D5BEEA58F35}</a:tableStyleId>
              </a:tblPr>
              <a:tblGrid>
                <a:gridCol w="2022050">
                  <a:extLst>
                    <a:ext uri="{9D8B030D-6E8A-4147-A177-3AD203B41FA5}">
                      <a16:colId xmlns:a16="http://schemas.microsoft.com/office/drawing/2014/main" val="3588301470"/>
                    </a:ext>
                  </a:extLst>
                </a:gridCol>
                <a:gridCol w="3423149">
                  <a:extLst>
                    <a:ext uri="{9D8B030D-6E8A-4147-A177-3AD203B41FA5}">
                      <a16:colId xmlns:a16="http://schemas.microsoft.com/office/drawing/2014/main" val="3380234862"/>
                    </a:ext>
                  </a:extLst>
                </a:gridCol>
                <a:gridCol w="5554056">
                  <a:extLst>
                    <a:ext uri="{9D8B030D-6E8A-4147-A177-3AD203B41FA5}">
                      <a16:colId xmlns:a16="http://schemas.microsoft.com/office/drawing/2014/main" val="2483643764"/>
                    </a:ext>
                  </a:extLst>
                </a:gridCol>
              </a:tblGrid>
              <a:tr h="327534">
                <a:tc gridSpan="3">
                  <a:txBody>
                    <a:bodyPr/>
                    <a:lstStyle/>
                    <a:p>
                      <a:pPr algn="l" fontAlgn="ctr">
                        <a:buNone/>
                      </a:pPr>
                      <a:r>
                        <a:rPr lang="en-GB" sz="1800" u="none" strike="noStrike">
                          <a:effectLst/>
                          <a:latin typeface="IberPangea" panose="020B0504000000000000" pitchFamily="34" charset="0"/>
                          <a:ea typeface="IberPangea" panose="020B0504000000000000" pitchFamily="34" charset="0"/>
                          <a:cs typeface="IberPangea" panose="020B0504000000000000" pitchFamily="34" charset="0"/>
                        </a:rPr>
                        <a:t>Cyber Awareness Question Bank</a:t>
                      </a:r>
                      <a:endParaRPr lang="en-GB" sz="1800" b="1" i="0" u="none" strike="noStrike">
                        <a:solidFill>
                          <a:srgbClr val="FFFFFF"/>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nchor="ctr">
                    <a:solidFill>
                      <a:srgbClr val="008C39"/>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804048950"/>
                  </a:ext>
                </a:extLst>
              </a:tr>
              <a:tr h="536044">
                <a:tc>
                  <a:txBody>
                    <a:bodyPr/>
                    <a:lstStyle/>
                    <a:p>
                      <a:pPr algn="l" fontAlgn="t">
                        <a:buNone/>
                      </a:pPr>
                      <a:r>
                        <a:rPr lang="en-GB" sz="1800" u="none" strike="noStrike">
                          <a:effectLst/>
                          <a:latin typeface="IberPangea" panose="020B0504000000000000" pitchFamily="34" charset="0"/>
                          <a:ea typeface="IberPangea" panose="020B0504000000000000" pitchFamily="34" charset="0"/>
                          <a:cs typeface="IberPangea" panose="020B0504000000000000" pitchFamily="34" charset="0"/>
                        </a:rPr>
                        <a:t>Purpose</a:t>
                      </a:r>
                      <a:endParaRPr lang="en-GB" sz="1800" b="1" i="0" u="none" strike="noStrike">
                        <a:solidFill>
                          <a:srgbClr val="00402A"/>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solidFill>
                      <a:srgbClr val="008C39"/>
                    </a:solidFill>
                  </a:tcPr>
                </a:tc>
                <a:tc>
                  <a:txBody>
                    <a:bodyPr/>
                    <a:lstStyle/>
                    <a:p>
                      <a:pPr algn="l" fontAlgn="t">
                        <a:buNone/>
                      </a:pPr>
                      <a:r>
                        <a:rPr lang="en-GB" sz="1400" u="none" strike="noStrike">
                          <a:effectLst/>
                          <a:latin typeface="IberPangea" panose="020B0504000000000000" pitchFamily="34" charset="0"/>
                          <a:ea typeface="IberPangea" panose="020B0504000000000000" pitchFamily="34" charset="0"/>
                          <a:cs typeface="IberPangea" panose="020B0504000000000000" pitchFamily="34" charset="0"/>
                        </a:rPr>
                        <a:t>40 behaviour-based induction scenarios with one clear correct answer per question.</a:t>
                      </a:r>
                      <a:endParaRPr lang="en-GB" sz="1400" b="0" i="0" u="none" strike="noStrike">
                        <a:solidFill>
                          <a:srgbClr val="000000"/>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tc>
                <a:tc>
                  <a:txBody>
                    <a:bodyPr/>
                    <a:lstStyle/>
                    <a:p>
                      <a:pPr algn="l" fontAlgn="t">
                        <a:buNone/>
                      </a:pPr>
                      <a:endParaRPr lang="en-GB" sz="1400" b="0" i="0" u="none" strike="noStrike">
                        <a:solidFill>
                          <a:srgbClr val="000000"/>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tc>
                <a:extLst>
                  <a:ext uri="{0D108BD9-81ED-4DB2-BD59-A6C34878D82A}">
                    <a16:rowId xmlns:a16="http://schemas.microsoft.com/office/drawing/2014/main" val="3691081270"/>
                  </a:ext>
                </a:extLst>
              </a:tr>
              <a:tr h="202428">
                <a:tc>
                  <a:txBody>
                    <a:bodyPr/>
                    <a:lstStyle/>
                    <a:p>
                      <a:pPr algn="l" fontAlgn="t">
                        <a:buNone/>
                      </a:pPr>
                      <a:r>
                        <a:rPr lang="en-GB" sz="1800" u="none" strike="noStrike">
                          <a:effectLst/>
                          <a:latin typeface="IberPangea" panose="020B0504000000000000" pitchFamily="34" charset="0"/>
                          <a:ea typeface="IberPangea" panose="020B0504000000000000" pitchFamily="34" charset="0"/>
                          <a:cs typeface="IberPangea" panose="020B0504000000000000" pitchFamily="34" charset="0"/>
                        </a:rPr>
                        <a:t>Tier 1</a:t>
                      </a:r>
                      <a:endParaRPr lang="en-GB" sz="1800" b="1" i="0" u="none" strike="noStrike">
                        <a:solidFill>
                          <a:srgbClr val="00402A"/>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solidFill>
                      <a:srgbClr val="008C39"/>
                    </a:solidFill>
                  </a:tcPr>
                </a:tc>
                <a:tc>
                  <a:txBody>
                    <a:bodyPr/>
                    <a:lstStyle/>
                    <a:p>
                      <a:pPr algn="l" fontAlgn="t">
                        <a:buNone/>
                      </a:pPr>
                      <a:r>
                        <a:rPr lang="en-GB" sz="1400" u="none" strike="noStrike">
                          <a:effectLst/>
                          <a:latin typeface="IberPangea" panose="020B0504000000000000" pitchFamily="34" charset="0"/>
                          <a:ea typeface="IberPangea" panose="020B0504000000000000" pitchFamily="34" charset="0"/>
                          <a:cs typeface="IberPangea" panose="020B0504000000000000" pitchFamily="34" charset="0"/>
                        </a:rPr>
                        <a:t>Spot the Risk</a:t>
                      </a:r>
                      <a:endParaRPr lang="en-GB" sz="1400" b="0" i="0" u="none" strike="noStrike">
                        <a:solidFill>
                          <a:srgbClr val="000000"/>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tc>
                <a:tc>
                  <a:txBody>
                    <a:bodyPr/>
                    <a:lstStyle/>
                    <a:p>
                      <a:pPr algn="l" fontAlgn="t">
                        <a:buNone/>
                      </a:pPr>
                      <a:r>
                        <a:rPr lang="en-GB" sz="1400" u="none" strike="noStrike">
                          <a:effectLst/>
                          <a:latin typeface="IberPangea" panose="020B0504000000000000" pitchFamily="34" charset="0"/>
                          <a:ea typeface="IberPangea" panose="020B0504000000000000" pitchFamily="34" charset="0"/>
                          <a:cs typeface="IberPangea" panose="020B0504000000000000" pitchFamily="34" charset="0"/>
                        </a:rPr>
                        <a:t>Recognise an obvious risk or warning sign.</a:t>
                      </a:r>
                      <a:endParaRPr lang="en-GB" sz="1400" b="0" i="0" u="none" strike="noStrike">
                        <a:solidFill>
                          <a:srgbClr val="000000"/>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tc>
                <a:extLst>
                  <a:ext uri="{0D108BD9-81ED-4DB2-BD59-A6C34878D82A}">
                    <a16:rowId xmlns:a16="http://schemas.microsoft.com/office/drawing/2014/main" val="1041148541"/>
                  </a:ext>
                </a:extLst>
              </a:tr>
              <a:tr h="202428">
                <a:tc>
                  <a:txBody>
                    <a:bodyPr/>
                    <a:lstStyle/>
                    <a:p>
                      <a:pPr algn="l" fontAlgn="t">
                        <a:buNone/>
                      </a:pPr>
                      <a:r>
                        <a:rPr lang="en-GB" sz="1800" u="none" strike="noStrike">
                          <a:effectLst/>
                          <a:latin typeface="IberPangea" panose="020B0504000000000000" pitchFamily="34" charset="0"/>
                          <a:ea typeface="IberPangea" panose="020B0504000000000000" pitchFamily="34" charset="0"/>
                          <a:cs typeface="IberPangea" panose="020B0504000000000000" pitchFamily="34" charset="0"/>
                        </a:rPr>
                        <a:t>Tier 2</a:t>
                      </a:r>
                      <a:endParaRPr lang="en-GB" sz="1800" b="1" i="0" u="none" strike="noStrike">
                        <a:solidFill>
                          <a:srgbClr val="00402A"/>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solidFill>
                      <a:srgbClr val="008C39"/>
                    </a:solidFill>
                  </a:tcPr>
                </a:tc>
                <a:tc>
                  <a:txBody>
                    <a:bodyPr/>
                    <a:lstStyle/>
                    <a:p>
                      <a:pPr algn="l" fontAlgn="t">
                        <a:buNone/>
                      </a:pPr>
                      <a:r>
                        <a:rPr lang="en-GB" sz="1400" u="none" strike="noStrike">
                          <a:effectLst/>
                          <a:latin typeface="IberPangea" panose="020B0504000000000000" pitchFamily="34" charset="0"/>
                          <a:ea typeface="IberPangea" panose="020B0504000000000000" pitchFamily="34" charset="0"/>
                          <a:cs typeface="IberPangea" panose="020B0504000000000000" pitchFamily="34" charset="0"/>
                        </a:rPr>
                        <a:t>Read the Signs</a:t>
                      </a:r>
                      <a:endParaRPr lang="en-GB" sz="1400" b="0" i="0" u="none" strike="noStrike">
                        <a:solidFill>
                          <a:srgbClr val="000000"/>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tc>
                <a:tc>
                  <a:txBody>
                    <a:bodyPr/>
                    <a:lstStyle/>
                    <a:p>
                      <a:pPr algn="l" fontAlgn="t">
                        <a:buNone/>
                      </a:pPr>
                      <a:r>
                        <a:rPr lang="en-GB" sz="1400" u="none" strike="noStrike">
                          <a:effectLst/>
                          <a:latin typeface="IberPangea" panose="020B0504000000000000" pitchFamily="34" charset="0"/>
                          <a:ea typeface="IberPangea" panose="020B0504000000000000" pitchFamily="34" charset="0"/>
                          <a:cs typeface="IberPangea" panose="020B0504000000000000" pitchFamily="34" charset="0"/>
                        </a:rPr>
                        <a:t>Notice context, clues and unsafe workarounds.</a:t>
                      </a:r>
                      <a:endParaRPr lang="en-GB" sz="1400" b="0" i="0" u="none" strike="noStrike">
                        <a:solidFill>
                          <a:srgbClr val="000000"/>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tc>
                <a:extLst>
                  <a:ext uri="{0D108BD9-81ED-4DB2-BD59-A6C34878D82A}">
                    <a16:rowId xmlns:a16="http://schemas.microsoft.com/office/drawing/2014/main" val="1112862935"/>
                  </a:ext>
                </a:extLst>
              </a:tr>
              <a:tr h="202428">
                <a:tc>
                  <a:txBody>
                    <a:bodyPr/>
                    <a:lstStyle/>
                    <a:p>
                      <a:pPr algn="l" fontAlgn="t">
                        <a:buNone/>
                      </a:pPr>
                      <a:r>
                        <a:rPr lang="en-GB" sz="1800" u="none" strike="noStrike">
                          <a:effectLst/>
                          <a:latin typeface="IberPangea" panose="020B0504000000000000" pitchFamily="34" charset="0"/>
                          <a:ea typeface="IberPangea" panose="020B0504000000000000" pitchFamily="34" charset="0"/>
                          <a:cs typeface="IberPangea" panose="020B0504000000000000" pitchFamily="34" charset="0"/>
                        </a:rPr>
                        <a:t>Tier 3</a:t>
                      </a:r>
                      <a:endParaRPr lang="en-GB" sz="1800" b="1" i="0" u="none" strike="noStrike">
                        <a:solidFill>
                          <a:srgbClr val="00402A"/>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solidFill>
                      <a:srgbClr val="008C39"/>
                    </a:solidFill>
                  </a:tcPr>
                </a:tc>
                <a:tc>
                  <a:txBody>
                    <a:bodyPr/>
                    <a:lstStyle/>
                    <a:p>
                      <a:pPr algn="l" fontAlgn="t">
                        <a:buNone/>
                      </a:pPr>
                      <a:r>
                        <a:rPr lang="en-GB" sz="1400" u="none" strike="noStrike">
                          <a:effectLst/>
                          <a:latin typeface="IberPangea" panose="020B0504000000000000" pitchFamily="34" charset="0"/>
                          <a:ea typeface="IberPangea" panose="020B0504000000000000" pitchFamily="34" charset="0"/>
                          <a:cs typeface="IberPangea" panose="020B0504000000000000" pitchFamily="34" charset="0"/>
                        </a:rPr>
                        <a:t>Choose Your Response</a:t>
                      </a:r>
                      <a:endParaRPr lang="en-GB" sz="1400" b="0" i="0" u="none" strike="noStrike">
                        <a:solidFill>
                          <a:srgbClr val="000000"/>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tc>
                <a:tc>
                  <a:txBody>
                    <a:bodyPr/>
                    <a:lstStyle/>
                    <a:p>
                      <a:pPr algn="l" fontAlgn="t">
                        <a:buNone/>
                      </a:pPr>
                      <a:r>
                        <a:rPr lang="en-GB" sz="1400" u="none" strike="noStrike">
                          <a:effectLst/>
                          <a:latin typeface="IberPangea" panose="020B0504000000000000" pitchFamily="34" charset="0"/>
                          <a:ea typeface="IberPangea" panose="020B0504000000000000" pitchFamily="34" charset="0"/>
                          <a:cs typeface="IberPangea" panose="020B0504000000000000" pitchFamily="34" charset="0"/>
                        </a:rPr>
                        <a:t>Apply a secure behaviour in a realistic workplace situation.</a:t>
                      </a:r>
                      <a:endParaRPr lang="en-GB" sz="1400" b="0" i="0" u="none" strike="noStrike">
                        <a:solidFill>
                          <a:srgbClr val="000000"/>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tc>
                <a:extLst>
                  <a:ext uri="{0D108BD9-81ED-4DB2-BD59-A6C34878D82A}">
                    <a16:rowId xmlns:a16="http://schemas.microsoft.com/office/drawing/2014/main" val="1475339049"/>
                  </a:ext>
                </a:extLst>
              </a:tr>
              <a:tr h="369236">
                <a:tc>
                  <a:txBody>
                    <a:bodyPr/>
                    <a:lstStyle/>
                    <a:p>
                      <a:pPr algn="l" fontAlgn="t">
                        <a:buNone/>
                      </a:pPr>
                      <a:r>
                        <a:rPr lang="en-GB" sz="1800" u="none" strike="noStrike">
                          <a:effectLst/>
                          <a:latin typeface="IberPangea" panose="020B0504000000000000" pitchFamily="34" charset="0"/>
                          <a:ea typeface="IberPangea" panose="020B0504000000000000" pitchFamily="34" charset="0"/>
                          <a:cs typeface="IberPangea" panose="020B0504000000000000" pitchFamily="34" charset="0"/>
                        </a:rPr>
                        <a:t>Tier 4</a:t>
                      </a:r>
                      <a:endParaRPr lang="en-GB" sz="1800" b="1" i="0" u="none" strike="noStrike">
                        <a:solidFill>
                          <a:srgbClr val="00402A"/>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solidFill>
                      <a:srgbClr val="008C39"/>
                    </a:solidFill>
                  </a:tcPr>
                </a:tc>
                <a:tc>
                  <a:txBody>
                    <a:bodyPr/>
                    <a:lstStyle/>
                    <a:p>
                      <a:pPr algn="l" fontAlgn="t">
                        <a:buNone/>
                      </a:pPr>
                      <a:r>
                        <a:rPr lang="en-GB" sz="1400" u="none" strike="noStrike">
                          <a:effectLst/>
                          <a:latin typeface="IberPangea" panose="020B0504000000000000" pitchFamily="34" charset="0"/>
                          <a:ea typeface="IberPangea" panose="020B0504000000000000" pitchFamily="34" charset="0"/>
                          <a:cs typeface="IberPangea" panose="020B0504000000000000" pitchFamily="34" charset="0"/>
                        </a:rPr>
                        <a:t>Pressure Test</a:t>
                      </a:r>
                      <a:endParaRPr lang="en-GB" sz="1400" b="0" i="0" u="none" strike="noStrike">
                        <a:solidFill>
                          <a:srgbClr val="000000"/>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tc>
                <a:tc>
                  <a:txBody>
                    <a:bodyPr/>
                    <a:lstStyle/>
                    <a:p>
                      <a:pPr algn="l" fontAlgn="t">
                        <a:buNone/>
                      </a:pPr>
                      <a:r>
                        <a:rPr lang="en-GB" sz="1400" u="none" strike="noStrike">
                          <a:effectLst/>
                          <a:latin typeface="IberPangea" panose="020B0504000000000000" pitchFamily="34" charset="0"/>
                          <a:ea typeface="IberPangea" panose="020B0504000000000000" pitchFamily="34" charset="0"/>
                          <a:cs typeface="IberPangea" panose="020B0504000000000000" pitchFamily="34" charset="0"/>
                        </a:rPr>
                        <a:t>Maintain secure behaviour under trust, urgency, authority or social pressure.</a:t>
                      </a:r>
                      <a:endParaRPr lang="en-GB" sz="1400" b="0" i="0" u="none" strike="noStrike">
                        <a:solidFill>
                          <a:srgbClr val="000000"/>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tc>
                <a:extLst>
                  <a:ext uri="{0D108BD9-81ED-4DB2-BD59-A6C34878D82A}">
                    <a16:rowId xmlns:a16="http://schemas.microsoft.com/office/drawing/2014/main" val="1127858969"/>
                  </a:ext>
                </a:extLst>
              </a:tr>
              <a:tr h="536044">
                <a:tc>
                  <a:txBody>
                    <a:bodyPr/>
                    <a:lstStyle/>
                    <a:p>
                      <a:pPr algn="l" fontAlgn="t">
                        <a:buNone/>
                      </a:pPr>
                      <a:r>
                        <a:rPr lang="en-GB" sz="1800" u="none" strike="noStrike">
                          <a:effectLst/>
                          <a:latin typeface="IberPangea" panose="020B0504000000000000" pitchFamily="34" charset="0"/>
                          <a:ea typeface="IberPangea" panose="020B0504000000000000" pitchFamily="34" charset="0"/>
                          <a:cs typeface="IberPangea" panose="020B0504000000000000" pitchFamily="34" charset="0"/>
                        </a:rPr>
                        <a:t>Categories</a:t>
                      </a:r>
                      <a:endParaRPr lang="en-GB" sz="1800" b="1" i="0" u="none" strike="noStrike">
                        <a:solidFill>
                          <a:srgbClr val="00402A"/>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solidFill>
                      <a:srgbClr val="008C39"/>
                    </a:solidFill>
                  </a:tcPr>
                </a:tc>
                <a:tc>
                  <a:txBody>
                    <a:bodyPr/>
                    <a:lstStyle/>
                    <a:p>
                      <a:pPr algn="l" fontAlgn="t">
                        <a:buNone/>
                      </a:pPr>
                      <a:r>
                        <a:rPr lang="en-GB" sz="1400" u="none" strike="noStrike">
                          <a:effectLst/>
                          <a:latin typeface="IberPangea" panose="020B0504000000000000" pitchFamily="34" charset="0"/>
                          <a:ea typeface="IberPangea" panose="020B0504000000000000" pitchFamily="34" charset="0"/>
                          <a:cs typeface="IberPangea" panose="020B0504000000000000" pitchFamily="34" charset="0"/>
                        </a:rPr>
                        <a:t>10 categories</a:t>
                      </a:r>
                      <a:endParaRPr lang="en-GB" sz="1400" b="0" i="0" u="none" strike="noStrike">
                        <a:solidFill>
                          <a:srgbClr val="000000"/>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tc>
                <a:tc>
                  <a:txBody>
                    <a:bodyPr/>
                    <a:lstStyle/>
                    <a:p>
                      <a:pPr algn="l" fontAlgn="t">
                        <a:buNone/>
                      </a:pPr>
                      <a:r>
                        <a:rPr lang="en-GB" sz="1400" u="none" strike="noStrike">
                          <a:effectLst/>
                          <a:latin typeface="IberPangea" panose="020B0504000000000000" pitchFamily="34" charset="0"/>
                          <a:ea typeface="IberPangea" panose="020B0504000000000000" pitchFamily="34" charset="0"/>
                          <a:cs typeface="IberPangea" panose="020B0504000000000000" pitchFamily="34" charset="0"/>
                        </a:rPr>
                        <a:t>Phishing; Passwords; MFA; Vishing &amp; Smishing; QR &amp; Mobile; Social Engineering; Physical Security; Safe Data Handling; Online Safety; Remote Working</a:t>
                      </a:r>
                      <a:endParaRPr lang="en-GB" sz="1400" b="0" i="0" u="none" strike="noStrike">
                        <a:solidFill>
                          <a:srgbClr val="000000"/>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tc>
                <a:extLst>
                  <a:ext uri="{0D108BD9-81ED-4DB2-BD59-A6C34878D82A}">
                    <a16:rowId xmlns:a16="http://schemas.microsoft.com/office/drawing/2014/main" val="3024076065"/>
                  </a:ext>
                </a:extLst>
              </a:tr>
              <a:tr h="369236">
                <a:tc>
                  <a:txBody>
                    <a:bodyPr/>
                    <a:lstStyle/>
                    <a:p>
                      <a:pPr algn="l" fontAlgn="t">
                        <a:buNone/>
                      </a:pPr>
                      <a:r>
                        <a:rPr lang="en-GB" sz="1800" u="none" strike="noStrike">
                          <a:effectLst/>
                          <a:latin typeface="IberPangea" panose="020B0504000000000000" pitchFamily="34" charset="0"/>
                          <a:ea typeface="IberPangea" panose="020B0504000000000000" pitchFamily="34" charset="0"/>
                          <a:cs typeface="IberPangea" panose="020B0504000000000000" pitchFamily="34" charset="0"/>
                        </a:rPr>
                        <a:t>Answer model</a:t>
                      </a:r>
                      <a:endParaRPr lang="en-GB" sz="1800" b="1" i="0" u="none" strike="noStrike">
                        <a:solidFill>
                          <a:srgbClr val="00402A"/>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solidFill>
                      <a:srgbClr val="008C39"/>
                    </a:solidFill>
                  </a:tcPr>
                </a:tc>
                <a:tc>
                  <a:txBody>
                    <a:bodyPr/>
                    <a:lstStyle/>
                    <a:p>
                      <a:pPr algn="l" fontAlgn="t">
                        <a:buNone/>
                      </a:pPr>
                      <a:r>
                        <a:rPr lang="en-GB" sz="1400" u="none" strike="noStrike">
                          <a:effectLst/>
                          <a:latin typeface="IberPangea" panose="020B0504000000000000" pitchFamily="34" charset="0"/>
                          <a:ea typeface="IberPangea" panose="020B0504000000000000" pitchFamily="34" charset="0"/>
                          <a:cs typeface="IberPangea" panose="020B0504000000000000" pitchFamily="34" charset="0"/>
                        </a:rPr>
                        <a:t>One clear correct answer</a:t>
                      </a:r>
                      <a:endParaRPr lang="en-GB" sz="1400" b="0" i="0" u="none" strike="noStrike">
                        <a:solidFill>
                          <a:srgbClr val="000000"/>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tc>
                <a:tc>
                  <a:txBody>
                    <a:bodyPr/>
                    <a:lstStyle/>
                    <a:p>
                      <a:pPr algn="l" fontAlgn="t">
                        <a:buNone/>
                      </a:pPr>
                      <a:r>
                        <a:rPr lang="en-GB" sz="1400" u="none" strike="noStrike">
                          <a:effectLst/>
                          <a:latin typeface="IberPangea" panose="020B0504000000000000" pitchFamily="34" charset="0"/>
                          <a:ea typeface="IberPangea" panose="020B0504000000000000" pitchFamily="34" charset="0"/>
                          <a:cs typeface="IberPangea" panose="020B0504000000000000" pitchFamily="34" charset="0"/>
                        </a:rPr>
                        <a:t>Incorrect responses are not treated as partially acceptable behaviours.</a:t>
                      </a:r>
                      <a:endParaRPr lang="en-GB" sz="1400" b="0" i="0" u="none" strike="noStrike">
                        <a:solidFill>
                          <a:srgbClr val="000000"/>
                        </a:solidFill>
                        <a:effectLst/>
                        <a:latin typeface="IberPangea" panose="020B0504000000000000" pitchFamily="34" charset="0"/>
                        <a:ea typeface="IberPangea" panose="020B0504000000000000" pitchFamily="34" charset="0"/>
                        <a:cs typeface="IberPangea" panose="020B0504000000000000" pitchFamily="34" charset="0"/>
                      </a:endParaRPr>
                    </a:p>
                  </a:txBody>
                  <a:tcPr marL="45720" marR="45720"/>
                </a:tc>
                <a:extLst>
                  <a:ext uri="{0D108BD9-81ED-4DB2-BD59-A6C34878D82A}">
                    <a16:rowId xmlns:a16="http://schemas.microsoft.com/office/drawing/2014/main" val="2079699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91EB412-4004-61C6-FD95-59638616392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F93160F-1C8B-638D-AB5F-CD0342BBA5CA}"/>
              </a:ext>
            </a:extLst>
          </p:cNvPr>
          <p:cNvSpPr txBox="1"/>
          <p:nvPr/>
        </p:nvSpPr>
        <p:spPr>
          <a:xfrm>
            <a:off x="539602" y="248893"/>
            <a:ext cx="9455487" cy="663954"/>
          </a:xfrm>
          <a:prstGeom prst="rect">
            <a:avLst/>
          </a:prstGeom>
          <a:noFill/>
          <a:ln/>
        </p:spPr>
        <p:txBody>
          <a:bodyPr wrap="square" lIns="0" tIns="0" rIns="0" bIns="0" rtlCol="0" anchor="ctr"/>
          <a:lstStyle/>
          <a:p>
            <a:pPr marL="0" indent="0">
              <a:buNone/>
            </a:pPr>
            <a:r>
              <a:rPr lang="en-US" sz="2300" b="1">
                <a:solidFill>
                  <a:srgbClr val="008C39"/>
                </a:solidFill>
                <a:latin typeface="IberPangea (Headings)"/>
                <a:ea typeface="Arial" pitchFamily="34" charset="-122"/>
                <a:cs typeface="Arial" pitchFamily="34" charset="-120"/>
              </a:rPr>
              <a:t>Extend: Themes to enhance gameplay experience</a:t>
            </a:r>
            <a:endParaRPr lang="en-US" sz="2300">
              <a:latin typeface="IberPangea (Headings)"/>
            </a:endParaRPr>
          </a:p>
        </p:txBody>
      </p:sp>
      <p:sp>
        <p:nvSpPr>
          <p:cNvPr id="3" name="Text 1">
            <a:extLst>
              <a:ext uri="{FF2B5EF4-FFF2-40B4-BE49-F238E27FC236}">
                <a16:creationId xmlns:a16="http://schemas.microsoft.com/office/drawing/2014/main" id="{436E4E65-085C-B18B-8B53-8B42A3A28A31}"/>
              </a:ext>
            </a:extLst>
          </p:cNvPr>
          <p:cNvSpPr txBox="1"/>
          <p:nvPr/>
        </p:nvSpPr>
        <p:spPr>
          <a:xfrm>
            <a:off x="539602" y="1059117"/>
            <a:ext cx="11094415" cy="633881"/>
          </a:xfrm>
          <a:prstGeom prst="rect">
            <a:avLst/>
          </a:prstGeom>
          <a:noFill/>
          <a:ln/>
        </p:spPr>
        <p:txBody>
          <a:bodyPr wrap="square" lIns="0" tIns="0" rIns="0" bIns="0" rtlCol="0" anchor="t"/>
          <a:lstStyle/>
          <a:p>
            <a:r>
              <a:rPr lang="en-US">
                <a:latin typeface="IberPangea (Headings)"/>
              </a:rPr>
              <a:t>Choose one of our three ready-made concepts, or bring your own idea. We’ve provided some foundations. It’s up to you shape the experience, build </a:t>
            </a:r>
            <a:r>
              <a:rPr lang="en-GB">
                <a:latin typeface="IberPangea (Headings)"/>
              </a:rPr>
              <a:t>and adapt it.  Whether it’s related to the theme, the challenge or something else, you should also come up with your own name for the game.</a:t>
            </a:r>
            <a:endParaRPr lang="en-US" sz="1700">
              <a:latin typeface="IberPangea (Headings)"/>
            </a:endParaRPr>
          </a:p>
        </p:txBody>
      </p:sp>
      <p:sp>
        <p:nvSpPr>
          <p:cNvPr id="4" name="Text 2">
            <a:extLst>
              <a:ext uri="{FF2B5EF4-FFF2-40B4-BE49-F238E27FC236}">
                <a16:creationId xmlns:a16="http://schemas.microsoft.com/office/drawing/2014/main" id="{E0E83740-D4D7-2DE6-A93F-4AA8071112DF}"/>
              </a:ext>
            </a:extLst>
          </p:cNvPr>
          <p:cNvSpPr txBox="1"/>
          <p:nvPr/>
        </p:nvSpPr>
        <p:spPr>
          <a:xfrm>
            <a:off x="548640" y="1946831"/>
            <a:ext cx="3520440" cy="3931920"/>
          </a:xfrm>
          <a:prstGeom prst="roundRect">
            <a:avLst>
              <a:gd name="adj" fmla="val 3117"/>
            </a:avLst>
          </a:prstGeom>
          <a:solidFill>
            <a:srgbClr val="FFFFFF"/>
          </a:solidFill>
          <a:ln w="22225">
            <a:solidFill>
              <a:srgbClr val="5BD38C"/>
            </a:solidFill>
          </a:ln>
        </p:spPr>
        <p:txBody>
          <a:bodyPr wrap="square" lIns="228600" tIns="2423160" rIns="228600" bIns="152400" rtlCol="0" anchor="t"/>
          <a:lstStyle/>
          <a:p>
            <a:pPr marL="0" indent="0" algn="l">
              <a:buNone/>
            </a:pPr>
            <a:r>
              <a:rPr lang="en-US" sz="2000" b="1">
                <a:solidFill>
                  <a:srgbClr val="00402A"/>
                </a:solidFill>
                <a:latin typeface="IberPangea SmBold" pitchFamily="34" charset="0"/>
                <a:ea typeface="Arial" pitchFamily="34" charset="-122"/>
                <a:cs typeface="Arial" pitchFamily="34" charset="-120"/>
              </a:rPr>
              <a:t>The Incident Room</a:t>
            </a:r>
            <a:endParaRPr lang="en-US" sz="2000"/>
          </a:p>
          <a:p>
            <a:pPr marL="0" indent="0" algn="l">
              <a:buNone/>
            </a:pPr>
            <a:r>
              <a:rPr lang="en-US" sz="1500">
                <a:solidFill>
                  <a:srgbClr val="3A3735"/>
                </a:solidFill>
                <a:latin typeface="IberPangea" pitchFamily="34" charset="0"/>
                <a:ea typeface="Arial" pitchFamily="34" charset="-122"/>
                <a:cs typeface="Arial" pitchFamily="34" charset="-120"/>
              </a:rPr>
              <a:t>Live through the attack in emails, chat, calls and updates.</a:t>
            </a:r>
            <a:endParaRPr lang="en-US" sz="2000"/>
          </a:p>
          <a:p>
            <a:pPr marL="0" indent="0" algn="l">
              <a:buNone/>
            </a:pPr>
            <a:r>
              <a:rPr lang="en-US" sz="600">
                <a:solidFill>
                  <a:srgbClr val="3A3735"/>
                </a:solidFill>
                <a:latin typeface="IberPangea" pitchFamily="34" charset="0"/>
                <a:ea typeface="Arial" pitchFamily="34" charset="-122"/>
                <a:cs typeface="Arial" pitchFamily="34" charset="-120"/>
              </a:rPr>
              <a:t> </a:t>
            </a:r>
            <a:endParaRPr lang="en-US" sz="2000"/>
          </a:p>
          <a:p>
            <a:pPr marL="0" indent="0" algn="l">
              <a:buNone/>
            </a:pPr>
            <a:r>
              <a:rPr lang="en-US" sz="1400" b="1">
                <a:solidFill>
                  <a:srgbClr val="008C39"/>
                </a:solidFill>
                <a:latin typeface="IberPangea SmBold" pitchFamily="34" charset="0"/>
                <a:ea typeface="Arial" pitchFamily="34" charset="-122"/>
                <a:cs typeface="Arial" pitchFamily="34" charset="-120"/>
              </a:rPr>
              <a:t>Effort: lower</a:t>
            </a:r>
            <a:endParaRPr lang="en-US" sz="2000"/>
          </a:p>
        </p:txBody>
      </p:sp>
      <p:sp>
        <p:nvSpPr>
          <p:cNvPr id="5" name="Text 3">
            <a:extLst>
              <a:ext uri="{FF2B5EF4-FFF2-40B4-BE49-F238E27FC236}">
                <a16:creationId xmlns:a16="http://schemas.microsoft.com/office/drawing/2014/main" id="{30AC8609-43E3-CA79-D87A-A5635871E3B4}"/>
              </a:ext>
            </a:extLst>
          </p:cNvPr>
          <p:cNvSpPr txBox="1"/>
          <p:nvPr/>
        </p:nvSpPr>
        <p:spPr>
          <a:xfrm>
            <a:off x="4334256" y="1946831"/>
            <a:ext cx="3520440" cy="3931920"/>
          </a:xfrm>
          <a:prstGeom prst="roundRect">
            <a:avLst>
              <a:gd name="adj" fmla="val 3117"/>
            </a:avLst>
          </a:prstGeom>
          <a:solidFill>
            <a:srgbClr val="FFFFFF"/>
          </a:solidFill>
          <a:ln w="22225">
            <a:solidFill>
              <a:srgbClr val="5BD38C"/>
            </a:solidFill>
          </a:ln>
        </p:spPr>
        <p:txBody>
          <a:bodyPr wrap="square" lIns="228600" tIns="2423160" rIns="228600" bIns="152400" rtlCol="0" anchor="t"/>
          <a:lstStyle/>
          <a:p>
            <a:pPr marL="0" indent="0" algn="l">
              <a:buNone/>
            </a:pPr>
            <a:r>
              <a:rPr lang="en-US" sz="2000" b="1">
                <a:solidFill>
                  <a:srgbClr val="00402A"/>
                </a:solidFill>
                <a:latin typeface="IberPangea SmBold" pitchFamily="34" charset="0"/>
                <a:ea typeface="Arial" pitchFamily="34" charset="-122"/>
                <a:cs typeface="Arial" pitchFamily="34" charset="-120"/>
              </a:rPr>
              <a:t>The Endurance Race</a:t>
            </a:r>
            <a:endParaRPr lang="en-US" sz="2000"/>
          </a:p>
          <a:p>
            <a:pPr marL="0" indent="0" algn="l">
              <a:buNone/>
            </a:pPr>
            <a:r>
              <a:rPr lang="en-US" sz="1500">
                <a:solidFill>
                  <a:srgbClr val="3A3735"/>
                </a:solidFill>
                <a:latin typeface="IberPangea" pitchFamily="34" charset="0"/>
                <a:ea typeface="Arial" pitchFamily="34" charset="-122"/>
                <a:cs typeface="Arial" pitchFamily="34" charset="-120"/>
              </a:rPr>
              <a:t>The business is the car. Each control fits a part. Most laps wins.</a:t>
            </a:r>
            <a:endParaRPr lang="en-US" sz="2000"/>
          </a:p>
          <a:p>
            <a:pPr marL="0" indent="0" algn="l">
              <a:buNone/>
            </a:pPr>
            <a:r>
              <a:rPr lang="en-US" sz="600">
                <a:solidFill>
                  <a:srgbClr val="3A3735"/>
                </a:solidFill>
                <a:latin typeface="IberPangea" pitchFamily="34" charset="0"/>
                <a:ea typeface="Arial" pitchFamily="34" charset="-122"/>
                <a:cs typeface="Arial" pitchFamily="34" charset="-120"/>
              </a:rPr>
              <a:t> </a:t>
            </a:r>
            <a:endParaRPr lang="en-US" sz="2000"/>
          </a:p>
          <a:p>
            <a:pPr marL="0" indent="0" algn="l">
              <a:buNone/>
            </a:pPr>
            <a:r>
              <a:rPr lang="en-US" sz="1400" b="1">
                <a:solidFill>
                  <a:srgbClr val="008C39"/>
                </a:solidFill>
                <a:latin typeface="IberPangea SmBold" pitchFamily="34" charset="0"/>
                <a:ea typeface="Arial" pitchFamily="34" charset="-122"/>
                <a:cs typeface="Arial" pitchFamily="34" charset="-120"/>
              </a:rPr>
              <a:t>Effort: medium</a:t>
            </a:r>
            <a:endParaRPr lang="en-US" sz="2000"/>
          </a:p>
        </p:txBody>
      </p:sp>
      <p:sp>
        <p:nvSpPr>
          <p:cNvPr id="6" name="Text 4">
            <a:extLst>
              <a:ext uri="{FF2B5EF4-FFF2-40B4-BE49-F238E27FC236}">
                <a16:creationId xmlns:a16="http://schemas.microsoft.com/office/drawing/2014/main" id="{274208A8-135D-BE9E-E776-007D403A18B9}"/>
              </a:ext>
            </a:extLst>
          </p:cNvPr>
          <p:cNvSpPr txBox="1"/>
          <p:nvPr/>
        </p:nvSpPr>
        <p:spPr>
          <a:xfrm>
            <a:off x="8119872" y="1946831"/>
            <a:ext cx="3520440" cy="3931920"/>
          </a:xfrm>
          <a:prstGeom prst="roundRect">
            <a:avLst>
              <a:gd name="adj" fmla="val 3117"/>
            </a:avLst>
          </a:prstGeom>
          <a:solidFill>
            <a:srgbClr val="FFFFFF"/>
          </a:solidFill>
          <a:ln w="22225">
            <a:solidFill>
              <a:srgbClr val="5BD38C"/>
            </a:solidFill>
          </a:ln>
        </p:spPr>
        <p:txBody>
          <a:bodyPr wrap="square" lIns="228600" tIns="2423160" rIns="228600" bIns="152400" rtlCol="0" anchor="t"/>
          <a:lstStyle/>
          <a:p>
            <a:pPr marL="0" indent="0" algn="l">
              <a:buNone/>
            </a:pPr>
            <a:r>
              <a:rPr lang="en-US" sz="2000" b="1">
                <a:solidFill>
                  <a:srgbClr val="00402A"/>
                </a:solidFill>
                <a:latin typeface="IberPangea SmBold" pitchFamily="34" charset="0"/>
                <a:ea typeface="Arial" pitchFamily="34" charset="-122"/>
                <a:cs typeface="Arial" pitchFamily="34" charset="-120"/>
              </a:rPr>
              <a:t>The Map Room</a:t>
            </a:r>
            <a:endParaRPr lang="en-US" sz="2000"/>
          </a:p>
          <a:p>
            <a:pPr marL="0" indent="0" algn="l">
              <a:buNone/>
            </a:pPr>
            <a:r>
              <a:rPr lang="en-US" sz="1500">
                <a:solidFill>
                  <a:srgbClr val="3A3735"/>
                </a:solidFill>
                <a:latin typeface="IberPangea" pitchFamily="34" charset="0"/>
                <a:ea typeface="Arial" pitchFamily="34" charset="-122"/>
                <a:cs typeface="Arial" pitchFamily="34" charset="-120"/>
              </a:rPr>
              <a:t>Place your defences on a map and watch the attacker’s route.</a:t>
            </a:r>
            <a:endParaRPr lang="en-US" sz="2000"/>
          </a:p>
          <a:p>
            <a:pPr marL="0" indent="0" algn="l">
              <a:buNone/>
            </a:pPr>
            <a:r>
              <a:rPr lang="en-US" sz="600">
                <a:solidFill>
                  <a:srgbClr val="3A3735"/>
                </a:solidFill>
                <a:latin typeface="IberPangea" pitchFamily="34" charset="0"/>
                <a:ea typeface="Arial" pitchFamily="34" charset="-122"/>
                <a:cs typeface="Arial" pitchFamily="34" charset="-120"/>
              </a:rPr>
              <a:t> </a:t>
            </a:r>
            <a:endParaRPr lang="en-US" sz="2000"/>
          </a:p>
          <a:p>
            <a:pPr marL="0" indent="0" algn="l">
              <a:buNone/>
            </a:pPr>
            <a:r>
              <a:rPr lang="en-US" sz="1400" b="1">
                <a:solidFill>
                  <a:srgbClr val="008C39"/>
                </a:solidFill>
                <a:latin typeface="IberPangea SmBold" pitchFamily="34" charset="0"/>
                <a:ea typeface="Arial" pitchFamily="34" charset="-122"/>
                <a:cs typeface="Arial" pitchFamily="34" charset="-120"/>
              </a:rPr>
              <a:t>Effort: higher</a:t>
            </a:r>
            <a:endParaRPr lang="en-US" sz="2000"/>
          </a:p>
        </p:txBody>
      </p:sp>
      <p:pic>
        <p:nvPicPr>
          <p:cNvPr id="7" name="Image 0" descr="/home/claude/deck/img/incident.png">
            <a:extLst>
              <a:ext uri="{FF2B5EF4-FFF2-40B4-BE49-F238E27FC236}">
                <a16:creationId xmlns:a16="http://schemas.microsoft.com/office/drawing/2014/main" id="{4B183C2C-FF8A-ACFD-AF56-494221007497}"/>
              </a:ext>
            </a:extLst>
          </p:cNvPr>
          <p:cNvPicPr>
            <a:picLocks noChangeAspect="1"/>
          </p:cNvPicPr>
          <p:nvPr/>
        </p:nvPicPr>
        <p:blipFill>
          <a:blip r:embed="rId3"/>
          <a:stretch>
            <a:fillRect/>
          </a:stretch>
        </p:blipFill>
        <p:spPr>
          <a:xfrm>
            <a:off x="688848" y="2094711"/>
            <a:ext cx="3246120" cy="2127401"/>
          </a:xfrm>
          <a:prstGeom prst="rect">
            <a:avLst/>
          </a:prstGeom>
        </p:spPr>
      </p:pic>
      <p:pic>
        <p:nvPicPr>
          <p:cNvPr id="8" name="Image 1" descr="/home/claude/deck/img/circuit.png">
            <a:extLst>
              <a:ext uri="{FF2B5EF4-FFF2-40B4-BE49-F238E27FC236}">
                <a16:creationId xmlns:a16="http://schemas.microsoft.com/office/drawing/2014/main" id="{C5D56A88-6631-DDF1-E9DD-25EB38BF1225}"/>
              </a:ext>
            </a:extLst>
          </p:cNvPr>
          <p:cNvPicPr>
            <a:picLocks noChangeAspect="1"/>
          </p:cNvPicPr>
          <p:nvPr/>
        </p:nvPicPr>
        <p:blipFill>
          <a:blip r:embed="rId4"/>
          <a:stretch>
            <a:fillRect/>
          </a:stretch>
        </p:blipFill>
        <p:spPr>
          <a:xfrm>
            <a:off x="4471416" y="2421731"/>
            <a:ext cx="3246120" cy="1473360"/>
          </a:xfrm>
          <a:prstGeom prst="rect">
            <a:avLst/>
          </a:prstGeom>
        </p:spPr>
      </p:pic>
      <p:pic>
        <p:nvPicPr>
          <p:cNvPr id="9" name="Image 2" descr="/home/claude/deck/img/map.png">
            <a:extLst>
              <a:ext uri="{FF2B5EF4-FFF2-40B4-BE49-F238E27FC236}">
                <a16:creationId xmlns:a16="http://schemas.microsoft.com/office/drawing/2014/main" id="{51841627-B76E-01F5-8717-6FDE55BEF626}"/>
              </a:ext>
            </a:extLst>
          </p:cNvPr>
          <p:cNvPicPr>
            <a:picLocks noChangeAspect="1"/>
          </p:cNvPicPr>
          <p:nvPr/>
        </p:nvPicPr>
        <p:blipFill>
          <a:blip r:embed="rId5"/>
          <a:stretch>
            <a:fillRect/>
          </a:stretch>
        </p:blipFill>
        <p:spPr>
          <a:xfrm>
            <a:off x="8257032" y="2427246"/>
            <a:ext cx="3246120" cy="1462330"/>
          </a:xfrm>
          <a:prstGeom prst="rect">
            <a:avLst/>
          </a:prstGeom>
        </p:spPr>
      </p:pic>
      <p:sp>
        <p:nvSpPr>
          <p:cNvPr id="10" name="Text 5">
            <a:extLst>
              <a:ext uri="{FF2B5EF4-FFF2-40B4-BE49-F238E27FC236}">
                <a16:creationId xmlns:a16="http://schemas.microsoft.com/office/drawing/2014/main" id="{2266014C-FB22-0561-8F77-D0B5301543FD}"/>
              </a:ext>
            </a:extLst>
          </p:cNvPr>
          <p:cNvSpPr txBox="1"/>
          <p:nvPr/>
        </p:nvSpPr>
        <p:spPr>
          <a:xfrm>
            <a:off x="548640" y="6061631"/>
            <a:ext cx="11094415" cy="548640"/>
          </a:xfrm>
          <a:prstGeom prst="roundRect">
            <a:avLst>
              <a:gd name="adj" fmla="val 20000"/>
            </a:avLst>
          </a:prstGeom>
          <a:solidFill>
            <a:srgbClr val="5BD38C"/>
          </a:solidFill>
          <a:ln>
            <a:solidFill>
              <a:srgbClr val="5BD38C"/>
            </a:solidFill>
          </a:ln>
        </p:spPr>
        <p:txBody>
          <a:bodyPr wrap="square" lIns="50800" tIns="50800" rIns="50800" bIns="50800" rtlCol="0" anchor="ctr"/>
          <a:lstStyle/>
          <a:p>
            <a:pPr marL="0" indent="0" algn="ctr">
              <a:buNone/>
            </a:pPr>
            <a:r>
              <a:rPr lang="en-US" sz="1600" b="1">
                <a:solidFill>
                  <a:srgbClr val="00402A"/>
                </a:solidFill>
                <a:latin typeface="IberPangea SmBold" pitchFamily="34" charset="0"/>
                <a:ea typeface="Arial" pitchFamily="34" charset="-122"/>
                <a:cs typeface="Arial" pitchFamily="34" charset="-120"/>
              </a:rPr>
              <a:t>Or choose your own theme. Check it with us when we visit your desk on Saturday.</a:t>
            </a:r>
            <a:endParaRPr lang="en-US" sz="1600"/>
          </a:p>
        </p:txBody>
      </p:sp>
      <p:cxnSp>
        <p:nvCxnSpPr>
          <p:cNvPr id="12" name="Straight Connector 11">
            <a:extLst>
              <a:ext uri="{FF2B5EF4-FFF2-40B4-BE49-F238E27FC236}">
                <a16:creationId xmlns:a16="http://schemas.microsoft.com/office/drawing/2014/main" id="{680FD864-523B-3867-0808-BE6039072118}"/>
              </a:ext>
            </a:extLst>
          </p:cNvPr>
          <p:cNvCxnSpPr>
            <a:cxnSpLocks/>
          </p:cNvCxnSpPr>
          <p:nvPr/>
        </p:nvCxnSpPr>
        <p:spPr>
          <a:xfrm>
            <a:off x="382016" y="980420"/>
            <a:ext cx="114279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C5150561-31B6-01FF-0458-784BCEF9C855}"/>
              </a:ext>
            </a:extLst>
          </p:cNvPr>
          <p:cNvPicPr>
            <a:picLocks noChangeAspect="1"/>
          </p:cNvPicPr>
          <p:nvPr/>
        </p:nvPicPr>
        <p:blipFill>
          <a:blip r:embed="rId6">
            <a:extLst>
              <a:ext uri="{28A0092B-C50C-407E-A947-70E740481C1C}">
                <a14:useLocalDpi xmlns:a14="http://schemas.microsoft.com/office/drawing/2010/main" val="0"/>
              </a:ext>
            </a:extLst>
          </a:blip>
          <a:srcRect r="70081"/>
          <a:stretch>
            <a:fillRect/>
          </a:stretch>
        </p:blipFill>
        <p:spPr>
          <a:xfrm>
            <a:off x="9820484" y="43166"/>
            <a:ext cx="447218" cy="996499"/>
          </a:xfrm>
          <a:prstGeom prst="rect">
            <a:avLst/>
          </a:prstGeom>
        </p:spPr>
      </p:pic>
      <p:sp>
        <p:nvSpPr>
          <p:cNvPr id="14" name="TextBox 13">
            <a:extLst>
              <a:ext uri="{FF2B5EF4-FFF2-40B4-BE49-F238E27FC236}">
                <a16:creationId xmlns:a16="http://schemas.microsoft.com/office/drawing/2014/main" id="{B54621CA-4C0F-EE9B-F43E-2578BA960EAB}"/>
              </a:ext>
            </a:extLst>
          </p:cNvPr>
          <p:cNvSpPr txBox="1"/>
          <p:nvPr/>
        </p:nvSpPr>
        <p:spPr>
          <a:xfrm>
            <a:off x="10415072" y="388515"/>
            <a:ext cx="1328486" cy="378067"/>
          </a:xfrm>
          <a:prstGeom prst="rect">
            <a:avLst/>
          </a:prstGeom>
          <a:noFill/>
        </p:spPr>
        <p:txBody>
          <a:bodyPr wrap="square" lIns="0" tIns="0" rIns="0" bIns="0" rtlCol="0">
            <a:noAutofit/>
          </a:bodyPr>
          <a:lstStyle/>
          <a:p>
            <a:r>
              <a:rPr lang="en-GB" sz="12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Digital Innovation &amp; Culture</a:t>
            </a:r>
          </a:p>
        </p:txBody>
      </p:sp>
      <p:grpSp>
        <p:nvGrpSpPr>
          <p:cNvPr id="15" name="Grupo 2">
            <a:extLst>
              <a:ext uri="{FF2B5EF4-FFF2-40B4-BE49-F238E27FC236}">
                <a16:creationId xmlns:a16="http://schemas.microsoft.com/office/drawing/2014/main" id="{AE2DD59F-6DF4-2795-19B4-98DFF4D82D87}"/>
              </a:ext>
            </a:extLst>
          </p:cNvPr>
          <p:cNvGrpSpPr/>
          <p:nvPr/>
        </p:nvGrpSpPr>
        <p:grpSpPr>
          <a:xfrm>
            <a:off x="7748843" y="331479"/>
            <a:ext cx="2069820" cy="436991"/>
            <a:chOff x="7642518" y="280679"/>
            <a:chExt cx="2069820" cy="436991"/>
          </a:xfrm>
        </p:grpSpPr>
        <p:cxnSp>
          <p:nvCxnSpPr>
            <p:cNvPr id="16" name="Conector recto 25">
              <a:extLst>
                <a:ext uri="{FF2B5EF4-FFF2-40B4-BE49-F238E27FC236}">
                  <a16:creationId xmlns:a16="http://schemas.microsoft.com/office/drawing/2014/main" id="{38550AA4-92A5-00E8-FCBF-A7BCD5ABE5A0}"/>
                </a:ext>
              </a:extLst>
            </p:cNvPr>
            <p:cNvCxnSpPr>
              <a:cxnSpLocks/>
            </p:cNvCxnSpPr>
            <p:nvPr userDrawn="1"/>
          </p:nvCxnSpPr>
          <p:spPr>
            <a:xfrm>
              <a:off x="9712338" y="280679"/>
              <a:ext cx="0" cy="436991"/>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7" name="Grupo 12">
              <a:extLst>
                <a:ext uri="{FF2B5EF4-FFF2-40B4-BE49-F238E27FC236}">
                  <a16:creationId xmlns:a16="http://schemas.microsoft.com/office/drawing/2014/main" id="{854BF2FB-3946-0612-0954-D06D9C4A8BC3}"/>
                </a:ext>
              </a:extLst>
            </p:cNvPr>
            <p:cNvGrpSpPr/>
            <p:nvPr userDrawn="1"/>
          </p:nvGrpSpPr>
          <p:grpSpPr>
            <a:xfrm>
              <a:off x="7642518" y="355149"/>
              <a:ext cx="1844178" cy="312857"/>
              <a:chOff x="858380" y="3171155"/>
              <a:chExt cx="4884170" cy="832550"/>
            </a:xfrm>
          </p:grpSpPr>
          <p:sp>
            <p:nvSpPr>
              <p:cNvPr id="18" name="Forma libre: forma 36">
                <a:extLst>
                  <a:ext uri="{FF2B5EF4-FFF2-40B4-BE49-F238E27FC236}">
                    <a16:creationId xmlns:a16="http://schemas.microsoft.com/office/drawing/2014/main" id="{E8E6DAF6-B9BF-3F85-4917-11E2B181A686}"/>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19" name="Forma libre: forma 37">
                <a:extLst>
                  <a:ext uri="{FF2B5EF4-FFF2-40B4-BE49-F238E27FC236}">
                    <a16:creationId xmlns:a16="http://schemas.microsoft.com/office/drawing/2014/main" id="{E0F4ECF8-468D-F50F-8670-31959ABB14A5}"/>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20" name="Forma libre: forma 38">
                <a:extLst>
                  <a:ext uri="{FF2B5EF4-FFF2-40B4-BE49-F238E27FC236}">
                    <a16:creationId xmlns:a16="http://schemas.microsoft.com/office/drawing/2014/main" id="{9178BA1D-531D-7D34-E800-84943D0308E5}"/>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21" name="Forma libre: forma 39">
                <a:extLst>
                  <a:ext uri="{FF2B5EF4-FFF2-40B4-BE49-F238E27FC236}">
                    <a16:creationId xmlns:a16="http://schemas.microsoft.com/office/drawing/2014/main" id="{43E8C37E-0A5E-36A5-E1ED-0994BF2C08F3}"/>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22" name="Forma libre: forma 40">
                <a:extLst>
                  <a:ext uri="{FF2B5EF4-FFF2-40B4-BE49-F238E27FC236}">
                    <a16:creationId xmlns:a16="http://schemas.microsoft.com/office/drawing/2014/main" id="{0AD62076-A941-EC82-9E04-F0FE6035B741}"/>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23" name="Forma libre: forma 41">
                <a:extLst>
                  <a:ext uri="{FF2B5EF4-FFF2-40B4-BE49-F238E27FC236}">
                    <a16:creationId xmlns:a16="http://schemas.microsoft.com/office/drawing/2014/main" id="{371C9FF7-5D37-9A70-9E97-9F47213EB21A}"/>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24" name="Forma libre: forma 42">
                <a:extLst>
                  <a:ext uri="{FF2B5EF4-FFF2-40B4-BE49-F238E27FC236}">
                    <a16:creationId xmlns:a16="http://schemas.microsoft.com/office/drawing/2014/main" id="{42C98525-690A-C330-F2E5-F890C6AC4FC7}"/>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25" name="Forma libre: forma 43">
                <a:extLst>
                  <a:ext uri="{FF2B5EF4-FFF2-40B4-BE49-F238E27FC236}">
                    <a16:creationId xmlns:a16="http://schemas.microsoft.com/office/drawing/2014/main" id="{B21034FB-6719-3EB9-65C2-B96EDDA13F45}"/>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26" name="Forma libre: forma 44">
                <a:extLst>
                  <a:ext uri="{FF2B5EF4-FFF2-40B4-BE49-F238E27FC236}">
                    <a16:creationId xmlns:a16="http://schemas.microsoft.com/office/drawing/2014/main" id="{7AD8DBEA-2F16-96A2-630C-0B4A005E3A55}"/>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27" name="Forma libre: forma 45">
                <a:extLst>
                  <a:ext uri="{FF2B5EF4-FFF2-40B4-BE49-F238E27FC236}">
                    <a16:creationId xmlns:a16="http://schemas.microsoft.com/office/drawing/2014/main" id="{FFF3F965-62F8-B3DC-4F68-5E053610CFD1}"/>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28" name="Forma libre: forma 46">
                <a:extLst>
                  <a:ext uri="{FF2B5EF4-FFF2-40B4-BE49-F238E27FC236}">
                    <a16:creationId xmlns:a16="http://schemas.microsoft.com/office/drawing/2014/main" id="{6808B955-23DF-B389-7BEA-67B0326EC299}"/>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29" name="Forma libre: forma 47">
                <a:extLst>
                  <a:ext uri="{FF2B5EF4-FFF2-40B4-BE49-F238E27FC236}">
                    <a16:creationId xmlns:a16="http://schemas.microsoft.com/office/drawing/2014/main" id="{15FE0E5E-92BF-18D1-1198-3D6E57DF4A61}"/>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30" name="Forma libre: forma 48">
                <a:extLst>
                  <a:ext uri="{FF2B5EF4-FFF2-40B4-BE49-F238E27FC236}">
                    <a16:creationId xmlns:a16="http://schemas.microsoft.com/office/drawing/2014/main" id="{57B0B773-2FB9-3A78-AAD5-F2373E6217F6}"/>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31" name="Forma libre: forma 49">
                <a:extLst>
                  <a:ext uri="{FF2B5EF4-FFF2-40B4-BE49-F238E27FC236}">
                    <a16:creationId xmlns:a16="http://schemas.microsoft.com/office/drawing/2014/main" id="{5B5A873D-A814-E822-CD89-78CBB9011A75}"/>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32" name="Forma libre: forma 50">
                <a:extLst>
                  <a:ext uri="{FF2B5EF4-FFF2-40B4-BE49-F238E27FC236}">
                    <a16:creationId xmlns:a16="http://schemas.microsoft.com/office/drawing/2014/main" id="{55DEFE3B-DF26-30C7-7519-37E83DF49458}"/>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33" name="Forma libre: forma 51">
                <a:extLst>
                  <a:ext uri="{FF2B5EF4-FFF2-40B4-BE49-F238E27FC236}">
                    <a16:creationId xmlns:a16="http://schemas.microsoft.com/office/drawing/2014/main" id="{307DC84A-2785-C54A-CDCF-D64DE1BBE7E8}"/>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grpSp>
    </p:spTree>
    <p:extLst>
      <p:ext uri="{BB962C8B-B14F-4D97-AF65-F5344CB8AC3E}">
        <p14:creationId xmlns:p14="http://schemas.microsoft.com/office/powerpoint/2010/main" val="14183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426" y="300782"/>
            <a:ext cx="11297919" cy="599397"/>
          </a:xfrm>
          <a:prstGeom prst="rect">
            <a:avLst/>
          </a:prstGeom>
          <a:noFill/>
          <a:ln/>
        </p:spPr>
        <p:txBody>
          <a:bodyPr wrap="square" lIns="0" tIns="0" rIns="0" bIns="0" rtlCol="0" anchor="ctr"/>
          <a:lstStyle/>
          <a:p>
            <a:pPr marL="0" indent="0">
              <a:buNone/>
            </a:pPr>
            <a:r>
              <a:rPr lang="en-US" sz="2300" b="1">
                <a:solidFill>
                  <a:srgbClr val="008C39"/>
                </a:solidFill>
                <a:latin typeface="IberPangea (Headings)"/>
                <a:ea typeface="Arial" pitchFamily="34" charset="-122"/>
                <a:cs typeface="Arial" pitchFamily="34" charset="-120"/>
              </a:rPr>
              <a:t>Stretch: Add a capability</a:t>
            </a:r>
            <a:endParaRPr lang="en-US" sz="2300">
              <a:latin typeface="IberPangea (Headings)"/>
            </a:endParaRPr>
          </a:p>
        </p:txBody>
      </p:sp>
      <p:sp>
        <p:nvSpPr>
          <p:cNvPr id="3" name="Text 1"/>
          <p:cNvSpPr txBox="1"/>
          <p:nvPr/>
        </p:nvSpPr>
        <p:spPr>
          <a:xfrm>
            <a:off x="548640" y="1307182"/>
            <a:ext cx="11094415" cy="457200"/>
          </a:xfrm>
          <a:prstGeom prst="rect">
            <a:avLst/>
          </a:prstGeom>
          <a:noFill/>
          <a:ln/>
        </p:spPr>
        <p:txBody>
          <a:bodyPr wrap="square" lIns="36000" tIns="0" rIns="36000" bIns="0" rtlCol="0" anchor="t"/>
          <a:lstStyle/>
          <a:p>
            <a:pPr marL="0" indent="0">
              <a:buNone/>
            </a:pPr>
            <a:r>
              <a:rPr lang="en-US">
                <a:solidFill>
                  <a:srgbClr val="3A3735"/>
                </a:solidFill>
                <a:latin typeface="IberPangea" pitchFamily="34" charset="0"/>
                <a:ea typeface="Arial" pitchFamily="34" charset="-122"/>
                <a:cs typeface="Arial" pitchFamily="34" charset="-120"/>
              </a:rPr>
              <a:t>Add a major feature on top of the core game. </a:t>
            </a:r>
            <a:endParaRPr lang="en-US"/>
          </a:p>
        </p:txBody>
      </p:sp>
      <p:sp>
        <p:nvSpPr>
          <p:cNvPr id="4" name="Text 2"/>
          <p:cNvSpPr txBox="1"/>
          <p:nvPr/>
        </p:nvSpPr>
        <p:spPr>
          <a:xfrm>
            <a:off x="6645807" y="2011680"/>
            <a:ext cx="2057400" cy="4160520"/>
          </a:xfrm>
          <a:prstGeom prst="roundRect">
            <a:avLst>
              <a:gd name="adj" fmla="val 5333"/>
            </a:avLst>
          </a:prstGeom>
          <a:solidFill>
            <a:srgbClr val="FFFFFF"/>
          </a:solidFill>
          <a:ln w="22225">
            <a:solidFill>
              <a:srgbClr val="5BD38C"/>
            </a:solidFill>
          </a:ln>
        </p:spPr>
        <p:txBody>
          <a:bodyPr wrap="square" lIns="18000" tIns="1219200" rIns="18000" bIns="177800" rtlCol="0" anchor="t"/>
          <a:lstStyle/>
          <a:p>
            <a:pPr marL="0" indent="0" algn="ctr">
              <a:buNone/>
            </a:pPr>
            <a:r>
              <a:rPr lang="en-US" sz="1600" b="1">
                <a:solidFill>
                  <a:srgbClr val="008C39"/>
                </a:solidFill>
                <a:latin typeface="IberPangea SmBold" pitchFamily="34" charset="0"/>
                <a:ea typeface="Arial" pitchFamily="34" charset="-122"/>
                <a:cs typeface="Arial" pitchFamily="34" charset="-120"/>
              </a:rPr>
              <a:t>C</a:t>
            </a:r>
            <a:r>
              <a:rPr lang="en-US" sz="1600"/>
              <a:t>  </a:t>
            </a:r>
            <a:r>
              <a:rPr lang="en-US" sz="1600" b="1">
                <a:solidFill>
                  <a:srgbClr val="00402A"/>
                </a:solidFill>
                <a:latin typeface="IberPangea SmBold" pitchFamily="34" charset="0"/>
                <a:ea typeface="Arial" pitchFamily="34" charset="-122"/>
                <a:cs typeface="Arial" pitchFamily="34" charset="-120"/>
              </a:rPr>
              <a:t>Rewind &amp; compare</a:t>
            </a:r>
            <a:endParaRPr lang="en-US" sz="1600"/>
          </a:p>
          <a:p>
            <a:pPr marL="0" indent="0" algn="ctr">
              <a:buNone/>
            </a:pPr>
            <a:r>
              <a:rPr lang="en-US" sz="800">
                <a:solidFill>
                  <a:srgbClr val="3A3735"/>
                </a:solidFill>
                <a:latin typeface="IberPangea" pitchFamily="34" charset="0"/>
                <a:ea typeface="Arial" pitchFamily="34" charset="-122"/>
                <a:cs typeface="Arial" pitchFamily="34" charset="-120"/>
              </a:rPr>
              <a:t> </a:t>
            </a:r>
            <a:endParaRPr lang="en-US" sz="1500"/>
          </a:p>
          <a:p>
            <a:pPr marL="0" indent="0" algn="ctr">
              <a:buNone/>
            </a:pPr>
            <a:r>
              <a:rPr lang="en-US" sz="1500">
                <a:solidFill>
                  <a:srgbClr val="3A3735"/>
                </a:solidFill>
                <a:latin typeface="IberPangea" pitchFamily="34" charset="0"/>
                <a:ea typeface="Arial" pitchFamily="34" charset="-122"/>
                <a:cs typeface="Arial" pitchFamily="34" charset="-120"/>
              </a:rPr>
              <a:t>Change a decision and compare the outcomes. A ghost car in the race.</a:t>
            </a:r>
            <a:endParaRPr lang="en-US" sz="1500"/>
          </a:p>
        </p:txBody>
      </p:sp>
      <p:sp>
        <p:nvSpPr>
          <p:cNvPr id="5" name="Shape 3"/>
          <p:cNvSpPr/>
          <p:nvPr/>
        </p:nvSpPr>
        <p:spPr>
          <a:xfrm>
            <a:off x="7218366" y="2240280"/>
            <a:ext cx="868680" cy="868680"/>
          </a:xfrm>
          <a:prstGeom prst="ellipse">
            <a:avLst/>
          </a:prstGeom>
          <a:solidFill>
            <a:srgbClr val="008C39"/>
          </a:solidFill>
          <a:ln w="12700">
            <a:solidFill>
              <a:srgbClr val="008C39"/>
            </a:solidFill>
            <a:prstDash val="solid"/>
          </a:ln>
        </p:spPr>
        <p:txBody>
          <a:bodyPr/>
          <a:lstStyle/>
          <a:p>
            <a:endParaRPr lang="en-GB"/>
          </a:p>
        </p:txBody>
      </p:sp>
      <p:pic>
        <p:nvPicPr>
          <p:cNvPr id="6" name="Image 0" descr="preencoded.png"/>
          <p:cNvPicPr>
            <a:picLocks noChangeAspect="1"/>
          </p:cNvPicPr>
          <p:nvPr/>
        </p:nvPicPr>
        <p:blipFill>
          <a:blip r:embed="rId3"/>
          <a:stretch>
            <a:fillRect/>
          </a:stretch>
        </p:blipFill>
        <p:spPr>
          <a:xfrm>
            <a:off x="7429154" y="2466137"/>
            <a:ext cx="416966" cy="416966"/>
          </a:xfrm>
          <a:prstGeom prst="rect">
            <a:avLst/>
          </a:prstGeom>
        </p:spPr>
      </p:pic>
      <p:sp>
        <p:nvSpPr>
          <p:cNvPr id="7" name="Text 4"/>
          <p:cNvSpPr txBox="1"/>
          <p:nvPr/>
        </p:nvSpPr>
        <p:spPr>
          <a:xfrm>
            <a:off x="6818578" y="5669280"/>
            <a:ext cx="1691640" cy="347472"/>
          </a:xfrm>
          <a:prstGeom prst="roundRect">
            <a:avLst>
              <a:gd name="adj" fmla="val 50000"/>
            </a:avLst>
          </a:prstGeom>
          <a:solidFill>
            <a:srgbClr val="5BD38C"/>
          </a:solidFill>
          <a:ln>
            <a:solidFill>
              <a:srgbClr val="5BD38C"/>
            </a:solidFill>
          </a:ln>
        </p:spPr>
        <p:txBody>
          <a:bodyPr wrap="square" lIns="25400" tIns="25400" rIns="25400" bIns="25400" rtlCol="0" anchor="ctr"/>
          <a:lstStyle/>
          <a:p>
            <a:pPr marL="0" indent="0" algn="ctr">
              <a:buNone/>
            </a:pPr>
            <a:r>
              <a:rPr lang="en-US" sz="1200" b="1">
                <a:solidFill>
                  <a:srgbClr val="00402A"/>
                </a:solidFill>
                <a:latin typeface="IberPangea SmBold" pitchFamily="34" charset="0"/>
                <a:ea typeface="Arial" pitchFamily="34" charset="-122"/>
                <a:cs typeface="Arial" pitchFamily="34" charset="-120"/>
              </a:rPr>
              <a:t>Lower risk</a:t>
            </a:r>
            <a:endParaRPr lang="en-US" sz="1200"/>
          </a:p>
        </p:txBody>
      </p:sp>
      <p:sp>
        <p:nvSpPr>
          <p:cNvPr id="8" name="Text 5"/>
          <p:cNvSpPr txBox="1"/>
          <p:nvPr/>
        </p:nvSpPr>
        <p:spPr>
          <a:xfrm>
            <a:off x="9713424" y="2011680"/>
            <a:ext cx="2057400" cy="4160520"/>
          </a:xfrm>
          <a:prstGeom prst="roundRect">
            <a:avLst>
              <a:gd name="adj" fmla="val 5333"/>
            </a:avLst>
          </a:prstGeom>
          <a:solidFill>
            <a:srgbClr val="FFFFFF"/>
          </a:solidFill>
          <a:ln w="22225">
            <a:solidFill>
              <a:srgbClr val="5BD38C"/>
            </a:solidFill>
          </a:ln>
        </p:spPr>
        <p:txBody>
          <a:bodyPr wrap="square" lIns="36000" tIns="1219200" rIns="36000" bIns="177800" rtlCol="0" anchor="t"/>
          <a:lstStyle/>
          <a:p>
            <a:pPr marL="0" indent="0" algn="ctr">
              <a:buNone/>
            </a:pPr>
            <a:r>
              <a:rPr lang="en-US" sz="1600" b="1">
                <a:solidFill>
                  <a:srgbClr val="008C39"/>
                </a:solidFill>
                <a:latin typeface="IberPangea SmBold" pitchFamily="34" charset="0"/>
                <a:cs typeface="Arial" pitchFamily="34" charset="-120"/>
              </a:rPr>
              <a:t>D</a:t>
            </a:r>
            <a:r>
              <a:rPr lang="en-US" sz="1600"/>
              <a:t>  </a:t>
            </a:r>
            <a:r>
              <a:rPr lang="en-US" sz="1600" b="1">
                <a:solidFill>
                  <a:srgbClr val="00402A"/>
                </a:solidFill>
                <a:latin typeface="IberPangea SmBold" pitchFamily="34" charset="0"/>
                <a:ea typeface="Arial" pitchFamily="34" charset="-122"/>
                <a:cs typeface="Arial" pitchFamily="34" charset="-120"/>
              </a:rPr>
              <a:t>Scenario studio</a:t>
            </a:r>
            <a:endParaRPr lang="en-US" sz="1600"/>
          </a:p>
          <a:p>
            <a:pPr marL="0" indent="0" algn="ctr">
              <a:buNone/>
            </a:pPr>
            <a:r>
              <a:rPr lang="en-US" sz="800">
                <a:solidFill>
                  <a:srgbClr val="3A3735"/>
                </a:solidFill>
                <a:latin typeface="IberPangea" pitchFamily="34" charset="0"/>
                <a:ea typeface="Arial" pitchFamily="34" charset="-122"/>
                <a:cs typeface="Arial" pitchFamily="34" charset="-120"/>
              </a:rPr>
              <a:t> </a:t>
            </a:r>
            <a:endParaRPr lang="en-US" sz="1500"/>
          </a:p>
          <a:p>
            <a:pPr marL="0" indent="0" algn="ctr">
              <a:buNone/>
            </a:pPr>
            <a:r>
              <a:rPr lang="en-US" sz="1500">
                <a:solidFill>
                  <a:srgbClr val="3A3735"/>
                </a:solidFill>
                <a:latin typeface="IberPangea" pitchFamily="34" charset="0"/>
                <a:ea typeface="Arial" pitchFamily="34" charset="-122"/>
                <a:cs typeface="Arial" pitchFamily="34" charset="-120"/>
              </a:rPr>
              <a:t>Gives our cyber security team a no-code way to update the game in future with new scenario, prices and scores.</a:t>
            </a:r>
            <a:endParaRPr lang="en-US" sz="1500"/>
          </a:p>
        </p:txBody>
      </p:sp>
      <p:sp>
        <p:nvSpPr>
          <p:cNvPr id="9" name="Shape 6"/>
          <p:cNvSpPr/>
          <p:nvPr/>
        </p:nvSpPr>
        <p:spPr>
          <a:xfrm>
            <a:off x="10275351" y="2240280"/>
            <a:ext cx="868680" cy="868680"/>
          </a:xfrm>
          <a:prstGeom prst="ellipse">
            <a:avLst/>
          </a:prstGeom>
          <a:solidFill>
            <a:srgbClr val="008C39"/>
          </a:solidFill>
          <a:ln w="12700">
            <a:solidFill>
              <a:srgbClr val="008C39"/>
            </a:solidFill>
            <a:prstDash val="solid"/>
          </a:ln>
        </p:spPr>
        <p:txBody>
          <a:bodyPr/>
          <a:lstStyle/>
          <a:p>
            <a:endParaRPr lang="en-GB"/>
          </a:p>
        </p:txBody>
      </p:sp>
      <p:pic>
        <p:nvPicPr>
          <p:cNvPr id="10" name="Image 1" descr="preencoded.png"/>
          <p:cNvPicPr>
            <a:picLocks noChangeAspect="1"/>
          </p:cNvPicPr>
          <p:nvPr/>
        </p:nvPicPr>
        <p:blipFill>
          <a:blip r:embed="rId4"/>
          <a:stretch>
            <a:fillRect/>
          </a:stretch>
        </p:blipFill>
        <p:spPr>
          <a:xfrm>
            <a:off x="10501208" y="2466137"/>
            <a:ext cx="416966" cy="416966"/>
          </a:xfrm>
          <a:prstGeom prst="rect">
            <a:avLst/>
          </a:prstGeom>
        </p:spPr>
      </p:pic>
      <p:sp>
        <p:nvSpPr>
          <p:cNvPr id="11" name="Text 7"/>
          <p:cNvSpPr txBox="1"/>
          <p:nvPr/>
        </p:nvSpPr>
        <p:spPr>
          <a:xfrm>
            <a:off x="9886195" y="5669280"/>
            <a:ext cx="1691640" cy="347472"/>
          </a:xfrm>
          <a:prstGeom prst="roundRect">
            <a:avLst>
              <a:gd name="adj" fmla="val 50000"/>
            </a:avLst>
          </a:prstGeom>
          <a:solidFill>
            <a:srgbClr val="26BF64"/>
          </a:solidFill>
          <a:ln>
            <a:solidFill>
              <a:srgbClr val="26BF64"/>
            </a:solidFill>
          </a:ln>
        </p:spPr>
        <p:txBody>
          <a:bodyPr wrap="square" lIns="25400" tIns="25400" rIns="25400" bIns="25400" rtlCol="0" anchor="ctr"/>
          <a:lstStyle/>
          <a:p>
            <a:pPr marL="0" indent="0" algn="ctr">
              <a:buNone/>
            </a:pPr>
            <a:r>
              <a:rPr lang="en-US" sz="1200" b="1">
                <a:solidFill>
                  <a:srgbClr val="00402A"/>
                </a:solidFill>
                <a:latin typeface="IberPangea SmBold" pitchFamily="34" charset="0"/>
                <a:ea typeface="Arial" pitchFamily="34" charset="-122"/>
                <a:cs typeface="Arial" pitchFamily="34" charset="-120"/>
              </a:rPr>
              <a:t>Medium risk</a:t>
            </a:r>
            <a:endParaRPr lang="en-US" sz="1200"/>
          </a:p>
        </p:txBody>
      </p:sp>
      <p:sp>
        <p:nvSpPr>
          <p:cNvPr id="16" name="Text 11"/>
          <p:cNvSpPr txBox="1"/>
          <p:nvPr/>
        </p:nvSpPr>
        <p:spPr>
          <a:xfrm>
            <a:off x="518991" y="2011680"/>
            <a:ext cx="2057400" cy="4160520"/>
          </a:xfrm>
          <a:prstGeom prst="roundRect">
            <a:avLst>
              <a:gd name="adj" fmla="val 5333"/>
            </a:avLst>
          </a:prstGeom>
          <a:solidFill>
            <a:srgbClr val="FFFFFF"/>
          </a:solidFill>
          <a:ln w="22225">
            <a:solidFill>
              <a:srgbClr val="5BD38C"/>
            </a:solidFill>
          </a:ln>
        </p:spPr>
        <p:txBody>
          <a:bodyPr wrap="square" lIns="36000" tIns="1219200" rIns="36000" bIns="177800" rtlCol="0" anchor="t"/>
          <a:lstStyle/>
          <a:p>
            <a:pPr marL="0" indent="0" algn="ctr">
              <a:buNone/>
            </a:pPr>
            <a:r>
              <a:rPr lang="en-US" sz="1600" b="1">
                <a:solidFill>
                  <a:srgbClr val="008C39"/>
                </a:solidFill>
                <a:latin typeface="IberPangea SmBold" pitchFamily="34" charset="0"/>
                <a:ea typeface="Arial" pitchFamily="34" charset="-122"/>
                <a:cs typeface="Arial" pitchFamily="34" charset="-120"/>
              </a:rPr>
              <a:t>A</a:t>
            </a:r>
            <a:r>
              <a:rPr lang="en-US" sz="1600"/>
              <a:t> </a:t>
            </a:r>
            <a:r>
              <a:rPr lang="en-US" sz="1600" b="1">
                <a:solidFill>
                  <a:srgbClr val="00402A"/>
                </a:solidFill>
                <a:latin typeface="IberPangea SmBold" pitchFamily="34" charset="0"/>
                <a:ea typeface="Arial" pitchFamily="34" charset="-122"/>
                <a:cs typeface="Arial" pitchFamily="34" charset="-120"/>
              </a:rPr>
              <a:t>Reactive questions</a:t>
            </a:r>
            <a:endParaRPr lang="en-US" sz="1600"/>
          </a:p>
          <a:p>
            <a:pPr marL="0" indent="0" algn="ctr">
              <a:buNone/>
            </a:pPr>
            <a:r>
              <a:rPr lang="en-US" sz="800">
                <a:solidFill>
                  <a:srgbClr val="3A3735"/>
                </a:solidFill>
                <a:latin typeface="IberPangea" pitchFamily="34" charset="0"/>
                <a:ea typeface="Arial" pitchFamily="34" charset="-122"/>
                <a:cs typeface="Arial" pitchFamily="34" charset="-120"/>
              </a:rPr>
              <a:t> </a:t>
            </a:r>
            <a:endParaRPr lang="en-US" sz="1500"/>
          </a:p>
          <a:p>
            <a:pPr algn="ctr"/>
            <a:r>
              <a:rPr lang="en-GB" sz="1500" dirty="0">
                <a:latin typeface="IberPangea" panose="020B0504000000000000" pitchFamily="34" charset="0"/>
                <a:ea typeface="IberPangea" panose="020B0504000000000000" pitchFamily="34" charset="0"/>
                <a:cs typeface="IberPangea" panose="020B0504000000000000" pitchFamily="34" charset="0"/>
              </a:rPr>
              <a:t>The controls players chose change the type and difficulty of the questions at each checkpoint.</a:t>
            </a:r>
            <a:endParaRPr lang="en-US" sz="1500" dirty="0">
              <a:latin typeface="IberPangea" panose="020B0504000000000000" pitchFamily="34" charset="0"/>
              <a:ea typeface="IberPangea" panose="020B0504000000000000" pitchFamily="34" charset="0"/>
              <a:cs typeface="IberPangea" panose="020B0504000000000000" pitchFamily="34" charset="0"/>
            </a:endParaRPr>
          </a:p>
        </p:txBody>
      </p:sp>
      <p:sp>
        <p:nvSpPr>
          <p:cNvPr id="17" name="Shape 12"/>
          <p:cNvSpPr/>
          <p:nvPr/>
        </p:nvSpPr>
        <p:spPr>
          <a:xfrm>
            <a:off x="1091551" y="2240280"/>
            <a:ext cx="868680" cy="868680"/>
          </a:xfrm>
          <a:prstGeom prst="ellipse">
            <a:avLst/>
          </a:prstGeom>
          <a:solidFill>
            <a:srgbClr val="0792E5"/>
          </a:solidFill>
          <a:ln w="12700">
            <a:solidFill>
              <a:srgbClr val="0792E5"/>
            </a:solidFill>
            <a:prstDash val="solid"/>
          </a:ln>
        </p:spPr>
        <p:txBody>
          <a:bodyPr/>
          <a:lstStyle/>
          <a:p>
            <a:endParaRPr lang="en-GB"/>
          </a:p>
        </p:txBody>
      </p:sp>
      <p:pic>
        <p:nvPicPr>
          <p:cNvPr id="18" name="Image 3" descr="preencoded.png"/>
          <p:cNvPicPr>
            <a:picLocks noChangeAspect="1"/>
          </p:cNvPicPr>
          <p:nvPr/>
        </p:nvPicPr>
        <p:blipFill>
          <a:blip r:embed="rId5"/>
          <a:stretch>
            <a:fillRect/>
          </a:stretch>
        </p:blipFill>
        <p:spPr>
          <a:xfrm>
            <a:off x="1317408" y="2466137"/>
            <a:ext cx="416966" cy="416966"/>
          </a:xfrm>
          <a:prstGeom prst="rect">
            <a:avLst/>
          </a:prstGeom>
        </p:spPr>
      </p:pic>
      <p:sp>
        <p:nvSpPr>
          <p:cNvPr id="19" name="Text 13"/>
          <p:cNvSpPr txBox="1"/>
          <p:nvPr/>
        </p:nvSpPr>
        <p:spPr>
          <a:xfrm>
            <a:off x="691762" y="5669280"/>
            <a:ext cx="1691640" cy="347472"/>
          </a:xfrm>
          <a:prstGeom prst="roundRect">
            <a:avLst>
              <a:gd name="adj" fmla="val 50000"/>
            </a:avLst>
          </a:prstGeom>
          <a:solidFill>
            <a:srgbClr val="E3850D"/>
          </a:solidFill>
          <a:ln>
            <a:solidFill>
              <a:srgbClr val="E3850D"/>
            </a:solidFill>
          </a:ln>
        </p:spPr>
        <p:txBody>
          <a:bodyPr wrap="square" lIns="25400" tIns="25400" rIns="25400" bIns="25400" rtlCol="0" anchor="ctr"/>
          <a:lstStyle/>
          <a:p>
            <a:pPr marL="0" indent="0" algn="ctr">
              <a:buNone/>
            </a:pPr>
            <a:r>
              <a:rPr lang="en-US" sz="1200" b="1">
                <a:solidFill>
                  <a:srgbClr val="00402A"/>
                </a:solidFill>
                <a:latin typeface="IberPangea SmBold" pitchFamily="34" charset="0"/>
                <a:ea typeface="Arial" pitchFamily="34" charset="-122"/>
                <a:cs typeface="Arial" pitchFamily="34" charset="-120"/>
              </a:rPr>
              <a:t>Higher risk</a:t>
            </a:r>
            <a:endParaRPr lang="en-US" sz="1200"/>
          </a:p>
        </p:txBody>
      </p:sp>
      <p:sp>
        <p:nvSpPr>
          <p:cNvPr id="20" name="Text 14"/>
          <p:cNvSpPr txBox="1"/>
          <p:nvPr/>
        </p:nvSpPr>
        <p:spPr>
          <a:xfrm>
            <a:off x="3586608" y="2011680"/>
            <a:ext cx="2057400" cy="4160520"/>
          </a:xfrm>
          <a:prstGeom prst="roundRect">
            <a:avLst>
              <a:gd name="adj" fmla="val 5333"/>
            </a:avLst>
          </a:prstGeom>
          <a:solidFill>
            <a:srgbClr val="FFFFFF"/>
          </a:solidFill>
          <a:ln w="22225">
            <a:solidFill>
              <a:srgbClr val="5BD38C"/>
            </a:solidFill>
          </a:ln>
        </p:spPr>
        <p:txBody>
          <a:bodyPr wrap="square" lIns="36000" tIns="1219200" rIns="36000" bIns="177800" rtlCol="0" anchor="t"/>
          <a:lstStyle/>
          <a:p>
            <a:pPr marL="0" indent="0" algn="ctr">
              <a:buNone/>
            </a:pPr>
            <a:r>
              <a:rPr lang="en-US" sz="1600" b="1">
                <a:solidFill>
                  <a:srgbClr val="008C39"/>
                </a:solidFill>
                <a:latin typeface="IberPangea SmBold" pitchFamily="34" charset="0"/>
                <a:ea typeface="Arial" pitchFamily="34" charset="-122"/>
                <a:cs typeface="Arial" pitchFamily="34" charset="-120"/>
              </a:rPr>
              <a:t>B</a:t>
            </a:r>
            <a:r>
              <a:rPr lang="en-US" sz="1600"/>
              <a:t> </a:t>
            </a:r>
            <a:r>
              <a:rPr lang="en-US" sz="1600" b="1">
                <a:solidFill>
                  <a:srgbClr val="00402A"/>
                </a:solidFill>
                <a:latin typeface="IberPangea SmBold" pitchFamily="34" charset="0"/>
                <a:ea typeface="Arial" pitchFamily="34" charset="-122"/>
                <a:cs typeface="Arial" pitchFamily="34" charset="-120"/>
              </a:rPr>
              <a:t>Multiplayer</a:t>
            </a:r>
            <a:endParaRPr lang="en-US" sz="1600"/>
          </a:p>
          <a:p>
            <a:pPr marL="0" indent="0" algn="ctr">
              <a:buNone/>
            </a:pPr>
            <a:r>
              <a:rPr lang="en-US" sz="800">
                <a:solidFill>
                  <a:srgbClr val="3A3735"/>
                </a:solidFill>
                <a:latin typeface="IberPangea" pitchFamily="34" charset="0"/>
                <a:ea typeface="Arial" pitchFamily="34" charset="-122"/>
                <a:cs typeface="Arial" pitchFamily="34" charset="-120"/>
              </a:rPr>
              <a:t> </a:t>
            </a:r>
            <a:endParaRPr lang="en-US" sz="1500"/>
          </a:p>
          <a:p>
            <a:pPr marL="0" indent="0" algn="ctr">
              <a:buNone/>
            </a:pPr>
            <a:r>
              <a:rPr lang="en-US" sz="1500">
                <a:solidFill>
                  <a:srgbClr val="3A3735"/>
                </a:solidFill>
                <a:latin typeface="IberPangea" pitchFamily="34" charset="0"/>
                <a:ea typeface="Arial" pitchFamily="34" charset="-122"/>
                <a:cs typeface="Arial" pitchFamily="34" charset="-120"/>
              </a:rPr>
              <a:t>Players on separate devices, one shared budget.</a:t>
            </a:r>
            <a:endParaRPr lang="en-US" sz="1500"/>
          </a:p>
        </p:txBody>
      </p:sp>
      <p:sp>
        <p:nvSpPr>
          <p:cNvPr id="21" name="Shape 15"/>
          <p:cNvSpPr/>
          <p:nvPr/>
        </p:nvSpPr>
        <p:spPr>
          <a:xfrm>
            <a:off x="4169800" y="2240280"/>
            <a:ext cx="868680" cy="868680"/>
          </a:xfrm>
          <a:prstGeom prst="ellipse">
            <a:avLst/>
          </a:prstGeom>
          <a:solidFill>
            <a:srgbClr val="0792E5"/>
          </a:solidFill>
          <a:ln w="12700">
            <a:solidFill>
              <a:srgbClr val="0792E5"/>
            </a:solidFill>
            <a:prstDash val="solid"/>
          </a:ln>
        </p:spPr>
        <p:txBody>
          <a:bodyPr/>
          <a:lstStyle/>
          <a:p>
            <a:endParaRPr lang="en-GB"/>
          </a:p>
        </p:txBody>
      </p:sp>
      <p:pic>
        <p:nvPicPr>
          <p:cNvPr id="22" name="Image 4" descr="preencoded.png"/>
          <p:cNvPicPr>
            <a:picLocks noChangeAspect="1"/>
          </p:cNvPicPr>
          <p:nvPr/>
        </p:nvPicPr>
        <p:blipFill>
          <a:blip r:embed="rId6"/>
          <a:stretch>
            <a:fillRect/>
          </a:stretch>
        </p:blipFill>
        <p:spPr>
          <a:xfrm>
            <a:off x="4395657" y="2466137"/>
            <a:ext cx="416966" cy="416966"/>
          </a:xfrm>
          <a:prstGeom prst="rect">
            <a:avLst/>
          </a:prstGeom>
        </p:spPr>
      </p:pic>
      <p:sp>
        <p:nvSpPr>
          <p:cNvPr id="23" name="Text 16"/>
          <p:cNvSpPr txBox="1"/>
          <p:nvPr/>
        </p:nvSpPr>
        <p:spPr>
          <a:xfrm>
            <a:off x="3759379" y="5669280"/>
            <a:ext cx="1691640" cy="347472"/>
          </a:xfrm>
          <a:prstGeom prst="roundRect">
            <a:avLst>
              <a:gd name="adj" fmla="val 50000"/>
            </a:avLst>
          </a:prstGeom>
          <a:solidFill>
            <a:srgbClr val="E3850D"/>
          </a:solidFill>
          <a:ln>
            <a:solidFill>
              <a:srgbClr val="E3850D"/>
            </a:solidFill>
          </a:ln>
        </p:spPr>
        <p:txBody>
          <a:bodyPr wrap="square" lIns="25400" tIns="25400" rIns="25400" bIns="25400" rtlCol="0" anchor="ctr"/>
          <a:lstStyle/>
          <a:p>
            <a:pPr marL="0" indent="0" algn="ctr">
              <a:buNone/>
            </a:pPr>
            <a:r>
              <a:rPr lang="en-US" sz="1200" b="1">
                <a:solidFill>
                  <a:srgbClr val="00402A"/>
                </a:solidFill>
                <a:latin typeface="IberPangea SmBold" pitchFamily="34" charset="0"/>
                <a:ea typeface="Arial" pitchFamily="34" charset="-122"/>
                <a:cs typeface="Arial" pitchFamily="34" charset="-120"/>
              </a:rPr>
              <a:t>Highest risk</a:t>
            </a:r>
            <a:endParaRPr lang="en-US" sz="1200"/>
          </a:p>
        </p:txBody>
      </p:sp>
      <p:cxnSp>
        <p:nvCxnSpPr>
          <p:cNvPr id="25" name="Straight Connector 24">
            <a:extLst>
              <a:ext uri="{FF2B5EF4-FFF2-40B4-BE49-F238E27FC236}">
                <a16:creationId xmlns:a16="http://schemas.microsoft.com/office/drawing/2014/main" id="{7E7F2BD8-F6A8-FD7D-1DB9-33F91445D246}"/>
              </a:ext>
            </a:extLst>
          </p:cNvPr>
          <p:cNvCxnSpPr>
            <a:cxnSpLocks/>
          </p:cNvCxnSpPr>
          <p:nvPr/>
        </p:nvCxnSpPr>
        <p:spPr>
          <a:xfrm>
            <a:off x="457426" y="980420"/>
            <a:ext cx="114279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DF2B7C7D-1D38-1651-521A-9925FBBE8156}"/>
              </a:ext>
            </a:extLst>
          </p:cNvPr>
          <p:cNvPicPr>
            <a:picLocks noChangeAspect="1"/>
          </p:cNvPicPr>
          <p:nvPr/>
        </p:nvPicPr>
        <p:blipFill>
          <a:blip r:embed="rId7">
            <a:extLst>
              <a:ext uri="{28A0092B-C50C-407E-A947-70E740481C1C}">
                <a14:useLocalDpi xmlns:a14="http://schemas.microsoft.com/office/drawing/2010/main" val="0"/>
              </a:ext>
            </a:extLst>
          </a:blip>
          <a:srcRect r="70081"/>
          <a:stretch>
            <a:fillRect/>
          </a:stretch>
        </p:blipFill>
        <p:spPr>
          <a:xfrm>
            <a:off x="9852384" y="43166"/>
            <a:ext cx="447218" cy="996499"/>
          </a:xfrm>
          <a:prstGeom prst="rect">
            <a:avLst/>
          </a:prstGeom>
        </p:spPr>
      </p:pic>
      <p:sp>
        <p:nvSpPr>
          <p:cNvPr id="27" name="TextBox 26">
            <a:extLst>
              <a:ext uri="{FF2B5EF4-FFF2-40B4-BE49-F238E27FC236}">
                <a16:creationId xmlns:a16="http://schemas.microsoft.com/office/drawing/2014/main" id="{8596641E-98C4-795A-455D-0D441F61DED8}"/>
              </a:ext>
            </a:extLst>
          </p:cNvPr>
          <p:cNvSpPr txBox="1"/>
          <p:nvPr/>
        </p:nvSpPr>
        <p:spPr>
          <a:xfrm>
            <a:off x="10415072" y="388515"/>
            <a:ext cx="1328486" cy="378067"/>
          </a:xfrm>
          <a:prstGeom prst="rect">
            <a:avLst/>
          </a:prstGeom>
          <a:noFill/>
        </p:spPr>
        <p:txBody>
          <a:bodyPr wrap="square" lIns="0" tIns="0" rIns="0" bIns="0" rtlCol="0">
            <a:noAutofit/>
          </a:bodyPr>
          <a:lstStyle/>
          <a:p>
            <a:r>
              <a:rPr lang="en-GB" sz="12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Digital Innovation &amp; Culture</a:t>
            </a:r>
          </a:p>
        </p:txBody>
      </p:sp>
      <p:grpSp>
        <p:nvGrpSpPr>
          <p:cNvPr id="28" name="Grupo 2">
            <a:extLst>
              <a:ext uri="{FF2B5EF4-FFF2-40B4-BE49-F238E27FC236}">
                <a16:creationId xmlns:a16="http://schemas.microsoft.com/office/drawing/2014/main" id="{19EEE824-D9BD-7EF7-D082-69B50F5C367A}"/>
              </a:ext>
            </a:extLst>
          </p:cNvPr>
          <p:cNvGrpSpPr/>
          <p:nvPr/>
        </p:nvGrpSpPr>
        <p:grpSpPr>
          <a:xfrm>
            <a:off x="7748843" y="331479"/>
            <a:ext cx="2069820" cy="436991"/>
            <a:chOff x="7642518" y="280679"/>
            <a:chExt cx="2069820" cy="436991"/>
          </a:xfrm>
        </p:grpSpPr>
        <p:cxnSp>
          <p:nvCxnSpPr>
            <p:cNvPr id="29" name="Conector recto 25">
              <a:extLst>
                <a:ext uri="{FF2B5EF4-FFF2-40B4-BE49-F238E27FC236}">
                  <a16:creationId xmlns:a16="http://schemas.microsoft.com/office/drawing/2014/main" id="{EFF18DEE-1400-111B-1492-38C431AFD3BA}"/>
                </a:ext>
              </a:extLst>
            </p:cNvPr>
            <p:cNvCxnSpPr>
              <a:cxnSpLocks/>
            </p:cNvCxnSpPr>
            <p:nvPr userDrawn="1"/>
          </p:nvCxnSpPr>
          <p:spPr>
            <a:xfrm>
              <a:off x="9712338" y="280679"/>
              <a:ext cx="0" cy="436991"/>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0" name="Grupo 12">
              <a:extLst>
                <a:ext uri="{FF2B5EF4-FFF2-40B4-BE49-F238E27FC236}">
                  <a16:creationId xmlns:a16="http://schemas.microsoft.com/office/drawing/2014/main" id="{625547EB-F6F8-B7B1-7604-E16365E4F869}"/>
                </a:ext>
              </a:extLst>
            </p:cNvPr>
            <p:cNvGrpSpPr/>
            <p:nvPr userDrawn="1"/>
          </p:nvGrpSpPr>
          <p:grpSpPr>
            <a:xfrm>
              <a:off x="7642518" y="355149"/>
              <a:ext cx="1844178" cy="312857"/>
              <a:chOff x="858380" y="3171155"/>
              <a:chExt cx="4884170" cy="832550"/>
            </a:xfrm>
          </p:grpSpPr>
          <p:sp>
            <p:nvSpPr>
              <p:cNvPr id="31" name="Forma libre: forma 36">
                <a:extLst>
                  <a:ext uri="{FF2B5EF4-FFF2-40B4-BE49-F238E27FC236}">
                    <a16:creationId xmlns:a16="http://schemas.microsoft.com/office/drawing/2014/main" id="{4AE30CEA-6CE1-D6C3-586C-021ED89F62DC}"/>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32" name="Forma libre: forma 37">
                <a:extLst>
                  <a:ext uri="{FF2B5EF4-FFF2-40B4-BE49-F238E27FC236}">
                    <a16:creationId xmlns:a16="http://schemas.microsoft.com/office/drawing/2014/main" id="{2FEF0CCD-F137-5E24-21E7-9E88C5F85FEB}"/>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33" name="Forma libre: forma 38">
                <a:extLst>
                  <a:ext uri="{FF2B5EF4-FFF2-40B4-BE49-F238E27FC236}">
                    <a16:creationId xmlns:a16="http://schemas.microsoft.com/office/drawing/2014/main" id="{D421E737-26DD-2313-4516-3E5C6BDF7CD9}"/>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34" name="Forma libre: forma 39">
                <a:extLst>
                  <a:ext uri="{FF2B5EF4-FFF2-40B4-BE49-F238E27FC236}">
                    <a16:creationId xmlns:a16="http://schemas.microsoft.com/office/drawing/2014/main" id="{48BA22DA-D332-0FBC-00EB-D710453656A3}"/>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35" name="Forma libre: forma 40">
                <a:extLst>
                  <a:ext uri="{FF2B5EF4-FFF2-40B4-BE49-F238E27FC236}">
                    <a16:creationId xmlns:a16="http://schemas.microsoft.com/office/drawing/2014/main" id="{A3476CF4-506F-D63A-B372-DE36833E0393}"/>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36" name="Forma libre: forma 41">
                <a:extLst>
                  <a:ext uri="{FF2B5EF4-FFF2-40B4-BE49-F238E27FC236}">
                    <a16:creationId xmlns:a16="http://schemas.microsoft.com/office/drawing/2014/main" id="{0C5D59D3-9C26-E3C3-4C43-116E8417E97C}"/>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37" name="Forma libre: forma 42">
                <a:extLst>
                  <a:ext uri="{FF2B5EF4-FFF2-40B4-BE49-F238E27FC236}">
                    <a16:creationId xmlns:a16="http://schemas.microsoft.com/office/drawing/2014/main" id="{01BE59BE-5A26-B457-264A-77B7B6CBBC2B}"/>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38" name="Forma libre: forma 43">
                <a:extLst>
                  <a:ext uri="{FF2B5EF4-FFF2-40B4-BE49-F238E27FC236}">
                    <a16:creationId xmlns:a16="http://schemas.microsoft.com/office/drawing/2014/main" id="{5C8E4779-F380-71B5-A639-0340A74A3BA1}"/>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39" name="Forma libre: forma 44">
                <a:extLst>
                  <a:ext uri="{FF2B5EF4-FFF2-40B4-BE49-F238E27FC236}">
                    <a16:creationId xmlns:a16="http://schemas.microsoft.com/office/drawing/2014/main" id="{97E98EB7-D45A-F0CE-72A1-612986687583}"/>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40" name="Forma libre: forma 45">
                <a:extLst>
                  <a:ext uri="{FF2B5EF4-FFF2-40B4-BE49-F238E27FC236}">
                    <a16:creationId xmlns:a16="http://schemas.microsoft.com/office/drawing/2014/main" id="{0247836D-C05F-D48A-9D31-F663056C2DE4}"/>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41" name="Forma libre: forma 46">
                <a:extLst>
                  <a:ext uri="{FF2B5EF4-FFF2-40B4-BE49-F238E27FC236}">
                    <a16:creationId xmlns:a16="http://schemas.microsoft.com/office/drawing/2014/main" id="{BDB68BCE-58FE-8737-33FB-1EBC3EAC33DD}"/>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42" name="Forma libre: forma 47">
                <a:extLst>
                  <a:ext uri="{FF2B5EF4-FFF2-40B4-BE49-F238E27FC236}">
                    <a16:creationId xmlns:a16="http://schemas.microsoft.com/office/drawing/2014/main" id="{00170525-BBA1-82B6-0B55-4101ECB78430}"/>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43" name="Forma libre: forma 48">
                <a:extLst>
                  <a:ext uri="{FF2B5EF4-FFF2-40B4-BE49-F238E27FC236}">
                    <a16:creationId xmlns:a16="http://schemas.microsoft.com/office/drawing/2014/main" id="{B4169095-744D-5584-CE78-A19F69B5AA01}"/>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44" name="Forma libre: forma 49">
                <a:extLst>
                  <a:ext uri="{FF2B5EF4-FFF2-40B4-BE49-F238E27FC236}">
                    <a16:creationId xmlns:a16="http://schemas.microsoft.com/office/drawing/2014/main" id="{87614F37-1B43-9EE5-7853-665B20D8CEC7}"/>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45" name="Forma libre: forma 50">
                <a:extLst>
                  <a:ext uri="{FF2B5EF4-FFF2-40B4-BE49-F238E27FC236}">
                    <a16:creationId xmlns:a16="http://schemas.microsoft.com/office/drawing/2014/main" id="{C0893C81-A3B5-66DF-A2B6-0C157B0E4829}"/>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46" name="Forma libre: forma 51">
                <a:extLst>
                  <a:ext uri="{FF2B5EF4-FFF2-40B4-BE49-F238E27FC236}">
                    <a16:creationId xmlns:a16="http://schemas.microsoft.com/office/drawing/2014/main" id="{86C58F4D-8C7A-F716-4DBE-7A844438C8D6}"/>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B1040F5-43E0-0D90-40D9-D180C5FB56D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AEAD949-297C-DE71-59D3-25A966E7D255}"/>
              </a:ext>
            </a:extLst>
          </p:cNvPr>
          <p:cNvSpPr txBox="1"/>
          <p:nvPr/>
        </p:nvSpPr>
        <p:spPr>
          <a:xfrm>
            <a:off x="578104" y="173757"/>
            <a:ext cx="11094415" cy="777240"/>
          </a:xfrm>
          <a:prstGeom prst="rect">
            <a:avLst/>
          </a:prstGeom>
          <a:noFill/>
          <a:ln/>
        </p:spPr>
        <p:txBody>
          <a:bodyPr wrap="square" lIns="0" tIns="0" rIns="0" bIns="0" rtlCol="0" anchor="ctr"/>
          <a:lstStyle/>
          <a:p>
            <a:pPr marL="0" indent="0">
              <a:buNone/>
            </a:pPr>
            <a:r>
              <a:rPr lang="en-US" sz="2300" b="1">
                <a:solidFill>
                  <a:srgbClr val="008C39"/>
                </a:solidFill>
                <a:latin typeface="IberPangea (Headings)"/>
                <a:ea typeface="Arial" pitchFamily="34" charset="-122"/>
                <a:cs typeface="Arial" pitchFamily="34" charset="-120"/>
              </a:rPr>
              <a:t>What we’re giving you and what you’ll build</a:t>
            </a:r>
            <a:endParaRPr lang="en-US" sz="2300">
              <a:latin typeface="IberPangea (Headings)"/>
            </a:endParaRPr>
          </a:p>
        </p:txBody>
      </p:sp>
      <p:cxnSp>
        <p:nvCxnSpPr>
          <p:cNvPr id="13" name="Straight Connector 12">
            <a:extLst>
              <a:ext uri="{FF2B5EF4-FFF2-40B4-BE49-F238E27FC236}">
                <a16:creationId xmlns:a16="http://schemas.microsoft.com/office/drawing/2014/main" id="{6E7E7D82-836C-2C2B-0500-66C664B14DD7}"/>
              </a:ext>
            </a:extLst>
          </p:cNvPr>
          <p:cNvCxnSpPr>
            <a:cxnSpLocks/>
          </p:cNvCxnSpPr>
          <p:nvPr/>
        </p:nvCxnSpPr>
        <p:spPr>
          <a:xfrm>
            <a:off x="578104" y="968249"/>
            <a:ext cx="114279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0EF973F5-8E1B-0A63-9A93-C8C0EE8EB325}"/>
              </a:ext>
            </a:extLst>
          </p:cNvPr>
          <p:cNvPicPr>
            <a:picLocks noChangeAspect="1"/>
          </p:cNvPicPr>
          <p:nvPr/>
        </p:nvPicPr>
        <p:blipFill>
          <a:blip r:embed="rId3">
            <a:extLst>
              <a:ext uri="{28A0092B-C50C-407E-A947-70E740481C1C}">
                <a14:useLocalDpi xmlns:a14="http://schemas.microsoft.com/office/drawing/2010/main" val="0"/>
              </a:ext>
            </a:extLst>
          </a:blip>
          <a:srcRect r="70081"/>
          <a:stretch>
            <a:fillRect/>
          </a:stretch>
        </p:blipFill>
        <p:spPr>
          <a:xfrm>
            <a:off x="9820484" y="43166"/>
            <a:ext cx="447218" cy="996499"/>
          </a:xfrm>
          <a:prstGeom prst="rect">
            <a:avLst/>
          </a:prstGeom>
        </p:spPr>
      </p:pic>
      <p:sp>
        <p:nvSpPr>
          <p:cNvPr id="19" name="TextBox 18">
            <a:extLst>
              <a:ext uri="{FF2B5EF4-FFF2-40B4-BE49-F238E27FC236}">
                <a16:creationId xmlns:a16="http://schemas.microsoft.com/office/drawing/2014/main" id="{CB8A30FC-9A07-2754-3AFF-1A8892FCD6E6}"/>
              </a:ext>
            </a:extLst>
          </p:cNvPr>
          <p:cNvSpPr txBox="1"/>
          <p:nvPr/>
        </p:nvSpPr>
        <p:spPr>
          <a:xfrm>
            <a:off x="10415072" y="388515"/>
            <a:ext cx="1328486" cy="378067"/>
          </a:xfrm>
          <a:prstGeom prst="rect">
            <a:avLst/>
          </a:prstGeom>
          <a:noFill/>
        </p:spPr>
        <p:txBody>
          <a:bodyPr wrap="square" lIns="0" tIns="0" rIns="0" bIns="0" rtlCol="0">
            <a:noAutofit/>
          </a:bodyPr>
          <a:lstStyle/>
          <a:p>
            <a:r>
              <a:rPr lang="en-GB" sz="12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Digital Innovation &amp; Culture</a:t>
            </a:r>
          </a:p>
        </p:txBody>
      </p:sp>
      <p:grpSp>
        <p:nvGrpSpPr>
          <p:cNvPr id="20" name="Grupo 2">
            <a:extLst>
              <a:ext uri="{FF2B5EF4-FFF2-40B4-BE49-F238E27FC236}">
                <a16:creationId xmlns:a16="http://schemas.microsoft.com/office/drawing/2014/main" id="{AAEFE67C-E936-8359-B21E-4B4EA304A1AA}"/>
              </a:ext>
            </a:extLst>
          </p:cNvPr>
          <p:cNvGrpSpPr/>
          <p:nvPr/>
        </p:nvGrpSpPr>
        <p:grpSpPr>
          <a:xfrm>
            <a:off x="7748843" y="331479"/>
            <a:ext cx="2069820" cy="436991"/>
            <a:chOff x="7642518" y="280679"/>
            <a:chExt cx="2069820" cy="436991"/>
          </a:xfrm>
        </p:grpSpPr>
        <p:cxnSp>
          <p:nvCxnSpPr>
            <p:cNvPr id="21" name="Conector recto 25">
              <a:extLst>
                <a:ext uri="{FF2B5EF4-FFF2-40B4-BE49-F238E27FC236}">
                  <a16:creationId xmlns:a16="http://schemas.microsoft.com/office/drawing/2014/main" id="{14A3EFF8-63E6-2062-0D89-5E1D2B1683B5}"/>
                </a:ext>
              </a:extLst>
            </p:cNvPr>
            <p:cNvCxnSpPr>
              <a:cxnSpLocks/>
            </p:cNvCxnSpPr>
            <p:nvPr userDrawn="1"/>
          </p:nvCxnSpPr>
          <p:spPr>
            <a:xfrm>
              <a:off x="9712338" y="280679"/>
              <a:ext cx="0" cy="436991"/>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22" name="Grupo 12">
              <a:extLst>
                <a:ext uri="{FF2B5EF4-FFF2-40B4-BE49-F238E27FC236}">
                  <a16:creationId xmlns:a16="http://schemas.microsoft.com/office/drawing/2014/main" id="{25BC5A60-6390-9788-0611-1B7F63DB049C}"/>
                </a:ext>
              </a:extLst>
            </p:cNvPr>
            <p:cNvGrpSpPr/>
            <p:nvPr userDrawn="1"/>
          </p:nvGrpSpPr>
          <p:grpSpPr>
            <a:xfrm>
              <a:off x="7642518" y="355149"/>
              <a:ext cx="1844178" cy="312857"/>
              <a:chOff x="858380" y="3171155"/>
              <a:chExt cx="4884170" cy="832550"/>
            </a:xfrm>
          </p:grpSpPr>
          <p:sp>
            <p:nvSpPr>
              <p:cNvPr id="23" name="Forma libre: forma 36">
                <a:extLst>
                  <a:ext uri="{FF2B5EF4-FFF2-40B4-BE49-F238E27FC236}">
                    <a16:creationId xmlns:a16="http://schemas.microsoft.com/office/drawing/2014/main" id="{99BDA521-9B52-B6A7-5D1B-9B864B5EDB5F}"/>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24" name="Forma libre: forma 37">
                <a:extLst>
                  <a:ext uri="{FF2B5EF4-FFF2-40B4-BE49-F238E27FC236}">
                    <a16:creationId xmlns:a16="http://schemas.microsoft.com/office/drawing/2014/main" id="{1C7F3DED-F21F-25E9-4FD5-B46FE2AD8198}"/>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25" name="Forma libre: forma 38">
                <a:extLst>
                  <a:ext uri="{FF2B5EF4-FFF2-40B4-BE49-F238E27FC236}">
                    <a16:creationId xmlns:a16="http://schemas.microsoft.com/office/drawing/2014/main" id="{6782D74E-48E1-5734-BDDE-36468B0A824F}"/>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26" name="Forma libre: forma 39">
                <a:extLst>
                  <a:ext uri="{FF2B5EF4-FFF2-40B4-BE49-F238E27FC236}">
                    <a16:creationId xmlns:a16="http://schemas.microsoft.com/office/drawing/2014/main" id="{36123E14-55F2-2944-F027-EC1543E20D34}"/>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27" name="Forma libre: forma 40">
                <a:extLst>
                  <a:ext uri="{FF2B5EF4-FFF2-40B4-BE49-F238E27FC236}">
                    <a16:creationId xmlns:a16="http://schemas.microsoft.com/office/drawing/2014/main" id="{E410EBF4-EA0D-90AA-DA04-E4F6F3C8E852}"/>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28" name="Forma libre: forma 41">
                <a:extLst>
                  <a:ext uri="{FF2B5EF4-FFF2-40B4-BE49-F238E27FC236}">
                    <a16:creationId xmlns:a16="http://schemas.microsoft.com/office/drawing/2014/main" id="{13EAC1FF-03F4-FE7F-BE10-0FF49515A420}"/>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29" name="Forma libre: forma 42">
                <a:extLst>
                  <a:ext uri="{FF2B5EF4-FFF2-40B4-BE49-F238E27FC236}">
                    <a16:creationId xmlns:a16="http://schemas.microsoft.com/office/drawing/2014/main" id="{45693FF7-A9A2-71E0-542F-9DB0D6ECF1EE}"/>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30" name="Forma libre: forma 43">
                <a:extLst>
                  <a:ext uri="{FF2B5EF4-FFF2-40B4-BE49-F238E27FC236}">
                    <a16:creationId xmlns:a16="http://schemas.microsoft.com/office/drawing/2014/main" id="{F1E90D40-0E1B-71F5-C7DC-12BD1154E5A9}"/>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31" name="Forma libre: forma 44">
                <a:extLst>
                  <a:ext uri="{FF2B5EF4-FFF2-40B4-BE49-F238E27FC236}">
                    <a16:creationId xmlns:a16="http://schemas.microsoft.com/office/drawing/2014/main" id="{24F0BA2F-065C-17BD-5D63-0D911EC295E5}"/>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32" name="Forma libre: forma 45">
                <a:extLst>
                  <a:ext uri="{FF2B5EF4-FFF2-40B4-BE49-F238E27FC236}">
                    <a16:creationId xmlns:a16="http://schemas.microsoft.com/office/drawing/2014/main" id="{4351D682-660F-ACC0-D6CC-BC86C2094D37}"/>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33" name="Forma libre: forma 46">
                <a:extLst>
                  <a:ext uri="{FF2B5EF4-FFF2-40B4-BE49-F238E27FC236}">
                    <a16:creationId xmlns:a16="http://schemas.microsoft.com/office/drawing/2014/main" id="{CA683DE9-6C92-D24F-1B53-08AD23785A91}"/>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34" name="Forma libre: forma 47">
                <a:extLst>
                  <a:ext uri="{FF2B5EF4-FFF2-40B4-BE49-F238E27FC236}">
                    <a16:creationId xmlns:a16="http://schemas.microsoft.com/office/drawing/2014/main" id="{D8F6AE03-1CA4-1400-8978-96DB466BBB4A}"/>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35" name="Forma libre: forma 48">
                <a:extLst>
                  <a:ext uri="{FF2B5EF4-FFF2-40B4-BE49-F238E27FC236}">
                    <a16:creationId xmlns:a16="http://schemas.microsoft.com/office/drawing/2014/main" id="{44F6D83F-B18A-1A30-0A0B-18AC310EBD7B}"/>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36" name="Forma libre: forma 49">
                <a:extLst>
                  <a:ext uri="{FF2B5EF4-FFF2-40B4-BE49-F238E27FC236}">
                    <a16:creationId xmlns:a16="http://schemas.microsoft.com/office/drawing/2014/main" id="{08CD9A10-CDF3-87C6-A468-EDD58EBCDCDE}"/>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37" name="Forma libre: forma 50">
                <a:extLst>
                  <a:ext uri="{FF2B5EF4-FFF2-40B4-BE49-F238E27FC236}">
                    <a16:creationId xmlns:a16="http://schemas.microsoft.com/office/drawing/2014/main" id="{70C3E4CF-BAA0-5A15-6B51-D7A0032E4717}"/>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38" name="Forma libre: forma 51">
                <a:extLst>
                  <a:ext uri="{FF2B5EF4-FFF2-40B4-BE49-F238E27FC236}">
                    <a16:creationId xmlns:a16="http://schemas.microsoft.com/office/drawing/2014/main" id="{E1C12353-5EF8-368E-5754-4E26F4A4670E}"/>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grpSp>
      <p:graphicFrame>
        <p:nvGraphicFramePr>
          <p:cNvPr id="15" name="Table 14">
            <a:extLst>
              <a:ext uri="{FF2B5EF4-FFF2-40B4-BE49-F238E27FC236}">
                <a16:creationId xmlns:a16="http://schemas.microsoft.com/office/drawing/2014/main" id="{16211CFB-E765-8417-201C-48455BCED731}"/>
              </a:ext>
            </a:extLst>
          </p:cNvPr>
          <p:cNvGraphicFramePr>
            <a:graphicFrameLocks noGrp="1"/>
          </p:cNvGraphicFramePr>
          <p:nvPr>
            <p:extLst>
              <p:ext uri="{D42A27DB-BD31-4B8C-83A1-F6EECF244321}">
                <p14:modId xmlns:p14="http://schemas.microsoft.com/office/powerpoint/2010/main" val="68650059"/>
              </p:ext>
            </p:extLst>
          </p:nvPr>
        </p:nvGraphicFramePr>
        <p:xfrm>
          <a:off x="578104" y="1241332"/>
          <a:ext cx="11094416" cy="4207196"/>
        </p:xfrm>
        <a:graphic>
          <a:graphicData uri="http://schemas.openxmlformats.org/drawingml/2006/table">
            <a:tbl>
              <a:tblPr firstRow="1" bandRow="1">
                <a:tableStyleId>{5C22544A-7EE6-4342-B048-85BDC9FD1C3A}</a:tableStyleId>
              </a:tblPr>
              <a:tblGrid>
                <a:gridCol w="5547208">
                  <a:extLst>
                    <a:ext uri="{9D8B030D-6E8A-4147-A177-3AD203B41FA5}">
                      <a16:colId xmlns:a16="http://schemas.microsoft.com/office/drawing/2014/main" val="312635428"/>
                    </a:ext>
                  </a:extLst>
                </a:gridCol>
                <a:gridCol w="5547208">
                  <a:extLst>
                    <a:ext uri="{9D8B030D-6E8A-4147-A177-3AD203B41FA5}">
                      <a16:colId xmlns:a16="http://schemas.microsoft.com/office/drawing/2014/main" val="3768200639"/>
                    </a:ext>
                  </a:extLst>
                </a:gridCol>
              </a:tblGrid>
              <a:tr h="533957">
                <a:tc>
                  <a:txBody>
                    <a:bodyPr/>
                    <a:lstStyle/>
                    <a:p>
                      <a:r>
                        <a:rPr lang="en-GB">
                          <a:latin typeface="IberPangea" panose="020B0504000000000000" pitchFamily="34" charset="0"/>
                          <a:ea typeface="IberPangea" panose="020B0504000000000000" pitchFamily="34" charset="0"/>
                          <a:cs typeface="IberPangea" panose="020B0504000000000000" pitchFamily="34" charset="0"/>
                        </a:rPr>
                        <a:t>We give you</a:t>
                      </a:r>
                    </a:p>
                  </a:txBody>
                  <a:tcPr/>
                </a:tc>
                <a:tc>
                  <a:txBody>
                    <a:bodyPr/>
                    <a:lstStyle/>
                    <a:p>
                      <a:r>
                        <a:rPr lang="en-GB">
                          <a:latin typeface="IberPangea" panose="020B0504000000000000" pitchFamily="34" charset="0"/>
                          <a:ea typeface="IberPangea" panose="020B0504000000000000" pitchFamily="34" charset="0"/>
                          <a:cs typeface="IberPangea" panose="020B0504000000000000" pitchFamily="34" charset="0"/>
                        </a:rPr>
                        <a:t>You build</a:t>
                      </a:r>
                    </a:p>
                  </a:txBody>
                  <a:tcPr/>
                </a:tc>
                <a:extLst>
                  <a:ext uri="{0D108BD9-81ED-4DB2-BD59-A6C34878D82A}">
                    <a16:rowId xmlns:a16="http://schemas.microsoft.com/office/drawing/2014/main" val="1719475123"/>
                  </a:ext>
                </a:extLst>
              </a:tr>
              <a:tr h="533957">
                <a:tc>
                  <a:txBody>
                    <a:bodyPr/>
                    <a:lstStyle/>
                    <a:p>
                      <a:r>
                        <a:rPr lang="en-GB">
                          <a:latin typeface="IberPangea" panose="020B0504000000000000" pitchFamily="34" charset="0"/>
                          <a:ea typeface="IberPangea" panose="020B0504000000000000" pitchFamily="34" charset="0"/>
                          <a:cs typeface="IberPangea" panose="020B0504000000000000" pitchFamily="34" charset="0"/>
                        </a:rPr>
                        <a:t>The cyber content from our Cyber team </a:t>
                      </a:r>
                    </a:p>
                  </a:txBody>
                  <a:tcPr/>
                </a:tc>
                <a:tc>
                  <a:txBody>
                    <a:bodyPr/>
                    <a:lstStyle/>
                    <a:p>
                      <a:r>
                        <a:rPr lang="en-GB">
                          <a:latin typeface="IberPangea" panose="020B0504000000000000" pitchFamily="34" charset="0"/>
                          <a:ea typeface="IberPangea" panose="020B0504000000000000" pitchFamily="34" charset="0"/>
                          <a:cs typeface="IberPangea" panose="020B0504000000000000" pitchFamily="34" charset="0"/>
                        </a:rPr>
                        <a:t>The game: every screen, interaction and piece of logic that isn't scoring </a:t>
                      </a:r>
                    </a:p>
                  </a:txBody>
                  <a:tcPr/>
                </a:tc>
                <a:extLst>
                  <a:ext uri="{0D108BD9-81ED-4DB2-BD59-A6C34878D82A}">
                    <a16:rowId xmlns:a16="http://schemas.microsoft.com/office/drawing/2014/main" val="619485829"/>
                  </a:ext>
                </a:extLst>
              </a:tr>
              <a:tr h="533957">
                <a:tc>
                  <a:txBody>
                    <a:bodyPr/>
                    <a:lstStyle/>
                    <a:p>
                      <a:r>
                        <a:rPr lang="en-GB">
                          <a:latin typeface="IberPangea" panose="020B0504000000000000" pitchFamily="34" charset="0"/>
                          <a:ea typeface="IberPangea" panose="020B0504000000000000" pitchFamily="34" charset="0"/>
                          <a:cs typeface="IberPangea" panose="020B0504000000000000" pitchFamily="34" charset="0"/>
                        </a:rPr>
                        <a:t>The scoring engine*, with tests </a:t>
                      </a:r>
                    </a:p>
                  </a:txBody>
                  <a:tcPr/>
                </a:tc>
                <a:tc>
                  <a:txBody>
                    <a:bodyPr/>
                    <a:lstStyle/>
                    <a:p>
                      <a:r>
                        <a:rPr lang="en-GB">
                          <a:latin typeface="IberPangea" panose="020B0504000000000000" pitchFamily="34" charset="0"/>
                          <a:ea typeface="IberPangea" panose="020B0504000000000000" pitchFamily="34" charset="0"/>
                          <a:cs typeface="IberPangea" panose="020B0504000000000000" pitchFamily="34" charset="0"/>
                        </a:rPr>
                        <a:t>How your game drives the engine, stores and shows its state </a:t>
                      </a:r>
                    </a:p>
                  </a:txBody>
                  <a:tcPr/>
                </a:tc>
                <a:extLst>
                  <a:ext uri="{0D108BD9-81ED-4DB2-BD59-A6C34878D82A}">
                    <a16:rowId xmlns:a16="http://schemas.microsoft.com/office/drawing/2014/main" val="1484414082"/>
                  </a:ext>
                </a:extLst>
              </a:tr>
              <a:tr h="533957">
                <a:tc>
                  <a:txBody>
                    <a:bodyPr/>
                    <a:lstStyle/>
                    <a:p>
                      <a:r>
                        <a:rPr lang="en-GB">
                          <a:latin typeface="IberPangea" panose="020B0504000000000000" pitchFamily="34" charset="0"/>
                          <a:ea typeface="IberPangea" panose="020B0504000000000000" pitchFamily="34" charset="0"/>
                          <a:cs typeface="IberPangea" panose="020B0504000000000000" pitchFamily="34" charset="0"/>
                        </a:rPr>
                        <a:t>40 behaviour questions, 16 linked to phases of the cyber attack story</a:t>
                      </a:r>
                    </a:p>
                  </a:txBody>
                  <a:tcPr/>
                </a:tc>
                <a:tc>
                  <a:txBody>
                    <a:bodyPr/>
                    <a:lstStyle/>
                    <a:p>
                      <a:r>
                        <a:rPr lang="en-GB">
                          <a:latin typeface="IberPangea" panose="020B0504000000000000" pitchFamily="34" charset="0"/>
                          <a:ea typeface="IberPangea" panose="020B0504000000000000" pitchFamily="34" charset="0"/>
                          <a:cs typeface="IberPangea" panose="020B0504000000000000" pitchFamily="34" charset="0"/>
                        </a:rPr>
                        <a:t>How the questions fit the game and what the answers change</a:t>
                      </a:r>
                    </a:p>
                  </a:txBody>
                  <a:tcPr/>
                </a:tc>
                <a:extLst>
                  <a:ext uri="{0D108BD9-81ED-4DB2-BD59-A6C34878D82A}">
                    <a16:rowId xmlns:a16="http://schemas.microsoft.com/office/drawing/2014/main" val="2767491763"/>
                  </a:ext>
                </a:extLst>
              </a:tr>
              <a:tr h="533957">
                <a:tc>
                  <a:txBody>
                    <a:bodyPr/>
                    <a:lstStyle/>
                    <a:p>
                      <a:r>
                        <a:rPr lang="en-GB">
                          <a:latin typeface="IberPangea" panose="020B0504000000000000" pitchFamily="34" charset="0"/>
                          <a:ea typeface="IberPangea" panose="020B0504000000000000" pitchFamily="34" charset="0"/>
                          <a:cs typeface="IberPangea" panose="020B0504000000000000" pitchFamily="34" charset="0"/>
                        </a:rPr>
                        <a:t>Three high-level game ideas</a:t>
                      </a:r>
                    </a:p>
                  </a:txBody>
                  <a:tcPr/>
                </a:tc>
                <a:tc>
                  <a:txBody>
                    <a:bodyPr/>
                    <a:lstStyle/>
                    <a:p>
                      <a:r>
                        <a:rPr lang="en-GB">
                          <a:latin typeface="IberPangea" panose="020B0504000000000000" pitchFamily="34" charset="0"/>
                          <a:ea typeface="IberPangea" panose="020B0504000000000000" pitchFamily="34" charset="0"/>
                          <a:cs typeface="IberPangea" panose="020B0504000000000000" pitchFamily="34" charset="0"/>
                        </a:rPr>
                        <a:t>Your version of one of them, or your own idea </a:t>
                      </a:r>
                    </a:p>
                  </a:txBody>
                  <a:tcPr/>
                </a:tc>
                <a:extLst>
                  <a:ext uri="{0D108BD9-81ED-4DB2-BD59-A6C34878D82A}">
                    <a16:rowId xmlns:a16="http://schemas.microsoft.com/office/drawing/2014/main" val="196939894"/>
                  </a:ext>
                </a:extLst>
              </a:tr>
              <a:tr h="685085">
                <a:tc>
                  <a:txBody>
                    <a:bodyPr/>
                    <a:lstStyle/>
                    <a:p>
                      <a:r>
                        <a:rPr lang="en-GB">
                          <a:latin typeface="IberPangea" panose="020B0504000000000000" pitchFamily="34" charset="0"/>
                          <a:ea typeface="IberPangea" panose="020B0504000000000000" pitchFamily="34" charset="0"/>
                          <a:cs typeface="IberPangea" panose="020B0504000000000000" pitchFamily="34" charset="0"/>
                        </a:rPr>
                        <a:t>An artwork library in our house style, completely optional </a:t>
                      </a:r>
                    </a:p>
                  </a:txBody>
                  <a:tcPr/>
                </a:tc>
                <a:tc>
                  <a:txBody>
                    <a:bodyPr/>
                    <a:lstStyle/>
                    <a:p>
                      <a:r>
                        <a:rPr lang="en-GB">
                          <a:latin typeface="IberPangea" panose="020B0504000000000000" pitchFamily="34" charset="0"/>
                          <a:ea typeface="IberPangea" panose="020B0504000000000000" pitchFamily="34" charset="0"/>
                          <a:cs typeface="IberPangea" panose="020B0504000000000000" pitchFamily="34" charset="0"/>
                        </a:rPr>
                        <a:t>How you use the artwork, or your own look if you have a strong idea </a:t>
                      </a:r>
                    </a:p>
                  </a:txBody>
                  <a:tcPr/>
                </a:tc>
                <a:extLst>
                  <a:ext uri="{0D108BD9-81ED-4DB2-BD59-A6C34878D82A}">
                    <a16:rowId xmlns:a16="http://schemas.microsoft.com/office/drawing/2014/main" val="3426856401"/>
                  </a:ext>
                </a:extLst>
              </a:tr>
              <a:tr h="533957">
                <a:tc>
                  <a:txBody>
                    <a:bodyPr/>
                    <a:lstStyle/>
                    <a:p>
                      <a:r>
                        <a:rPr lang="en-GB">
                          <a:latin typeface="IberPangea" panose="020B0504000000000000" pitchFamily="34" charset="0"/>
                          <a:ea typeface="IberPangea" panose="020B0504000000000000" pitchFamily="34" charset="0"/>
                          <a:cs typeface="IberPangea" panose="020B0504000000000000" pitchFamily="34" charset="0"/>
                        </a:rPr>
                        <a:t>A demo page, a local server and a code example </a:t>
                      </a:r>
                    </a:p>
                  </a:txBody>
                  <a:tcPr/>
                </a:tc>
                <a:tc>
                  <a:txBody>
                    <a:bodyPr/>
                    <a:lstStyle/>
                    <a:p>
                      <a:r>
                        <a:rPr lang="en-GB">
                          <a:latin typeface="IberPangea" panose="020B0504000000000000" pitchFamily="34" charset="0"/>
                          <a:ea typeface="IberPangea" panose="020B0504000000000000" pitchFamily="34" charset="0"/>
                          <a:cs typeface="IberPangea" panose="020B0504000000000000" pitchFamily="34" charset="0"/>
                        </a:rPr>
                        <a:t>Your own tests for everything you add </a:t>
                      </a:r>
                    </a:p>
                  </a:txBody>
                  <a:tcPr/>
                </a:tc>
                <a:extLst>
                  <a:ext uri="{0D108BD9-81ED-4DB2-BD59-A6C34878D82A}">
                    <a16:rowId xmlns:a16="http://schemas.microsoft.com/office/drawing/2014/main" val="1688478865"/>
                  </a:ext>
                </a:extLst>
              </a:tr>
            </a:tbl>
          </a:graphicData>
        </a:graphic>
      </p:graphicFrame>
      <p:sp>
        <p:nvSpPr>
          <p:cNvPr id="17" name="TextBox 16">
            <a:extLst>
              <a:ext uri="{FF2B5EF4-FFF2-40B4-BE49-F238E27FC236}">
                <a16:creationId xmlns:a16="http://schemas.microsoft.com/office/drawing/2014/main" id="{7EBC6C40-A674-5C81-1591-C2E5088991D5}"/>
              </a:ext>
            </a:extLst>
          </p:cNvPr>
          <p:cNvSpPr txBox="1"/>
          <p:nvPr/>
        </p:nvSpPr>
        <p:spPr>
          <a:xfrm>
            <a:off x="519479" y="5554651"/>
            <a:ext cx="11427967" cy="1200329"/>
          </a:xfrm>
          <a:prstGeom prst="rect">
            <a:avLst/>
          </a:prstGeom>
          <a:noFill/>
        </p:spPr>
        <p:txBody>
          <a:bodyPr wrap="square">
            <a:spAutoFit/>
          </a:bodyPr>
          <a:lstStyle/>
          <a:p>
            <a:r>
              <a:rPr lang="en-GB" sz="1800">
                <a:latin typeface="IberPangea" panose="020B0504000000000000" pitchFamily="34" charset="0"/>
                <a:ea typeface="IberPangea" panose="020B0504000000000000" pitchFamily="34" charset="0"/>
                <a:cs typeface="IberPangea" panose="020B0504000000000000" pitchFamily="34" charset="0"/>
              </a:rPr>
              <a:t>* The supplied engine covers the scoring </a:t>
            </a:r>
            <a:r>
              <a:rPr lang="en-GB">
                <a:latin typeface="IberPangea" panose="020B0504000000000000" pitchFamily="34" charset="0"/>
                <a:ea typeface="IberPangea" panose="020B0504000000000000" pitchFamily="34" charset="0"/>
                <a:cs typeface="IberPangea" panose="020B0504000000000000" pitchFamily="34" charset="0"/>
              </a:rPr>
              <a:t>for the cyber defence decisions teams make. It does not currently incorporate scoring for answers to the behavioural questions. </a:t>
            </a:r>
            <a:r>
              <a:rPr lang="en-GB" sz="1800">
                <a:latin typeface="IberPangea" panose="020B0504000000000000" pitchFamily="34" charset="0"/>
                <a:ea typeface="IberPangea" panose="020B0504000000000000" pitchFamily="34" charset="0"/>
                <a:cs typeface="IberPangea" panose="020B0504000000000000" pitchFamily="34" charset="0"/>
              </a:rPr>
              <a:t>If you </a:t>
            </a:r>
            <a:r>
              <a:rPr lang="en-GB">
                <a:latin typeface="IberPangea" panose="020B0504000000000000" pitchFamily="34" charset="0"/>
                <a:ea typeface="IberPangea" panose="020B0504000000000000" pitchFamily="34" charset="0"/>
                <a:cs typeface="IberPangea" panose="020B0504000000000000" pitchFamily="34" charset="0"/>
              </a:rPr>
              <a:t>updat</a:t>
            </a:r>
            <a:r>
              <a:rPr lang="en-GB" sz="1800">
                <a:latin typeface="IberPangea" panose="020B0504000000000000" pitchFamily="34" charset="0"/>
                <a:ea typeface="IberPangea" panose="020B0504000000000000" pitchFamily="34" charset="0"/>
                <a:cs typeface="IberPangea" panose="020B0504000000000000" pitchFamily="34" charset="0"/>
              </a:rPr>
              <a:t>e or replace the engine to include these, your game must give exactly the same scores for the existing elements, and your tests should be able to demonstrate that.</a:t>
            </a:r>
            <a:endParaRPr lang="en-GB">
              <a:latin typeface="IberPangea" panose="020B0504000000000000" pitchFamily="34" charset="0"/>
              <a:ea typeface="IberPangea" panose="020B0504000000000000" pitchFamily="34" charset="0"/>
              <a:cs typeface="IberPangea" panose="020B0504000000000000" pitchFamily="34" charset="0"/>
            </a:endParaRPr>
          </a:p>
        </p:txBody>
      </p:sp>
    </p:spTree>
    <p:extLst>
      <p:ext uri="{BB962C8B-B14F-4D97-AF65-F5344CB8AC3E}">
        <p14:creationId xmlns:p14="http://schemas.microsoft.com/office/powerpoint/2010/main" val="3473179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5897" y="228698"/>
            <a:ext cx="11094415" cy="777240"/>
          </a:xfrm>
          <a:prstGeom prst="rect">
            <a:avLst/>
          </a:prstGeom>
          <a:noFill/>
          <a:ln/>
        </p:spPr>
        <p:txBody>
          <a:bodyPr wrap="square" lIns="0" tIns="0" rIns="0" bIns="0" rtlCol="0" anchor="ctr"/>
          <a:lstStyle/>
          <a:p>
            <a:pPr marL="0" indent="0">
              <a:buNone/>
            </a:pPr>
            <a:r>
              <a:rPr lang="en-US" sz="2300" b="1">
                <a:solidFill>
                  <a:srgbClr val="008C39"/>
                </a:solidFill>
                <a:latin typeface="IberPangea (Headings)"/>
                <a:ea typeface="Arial" pitchFamily="34" charset="-122"/>
                <a:cs typeface="Arial" pitchFamily="34" charset="-120"/>
              </a:rPr>
              <a:t>You can use AI tools</a:t>
            </a:r>
            <a:endParaRPr lang="en-US" sz="2300">
              <a:latin typeface="IberPangea (Headings)"/>
            </a:endParaRPr>
          </a:p>
        </p:txBody>
      </p:sp>
      <p:sp>
        <p:nvSpPr>
          <p:cNvPr id="3" name="Text 1"/>
          <p:cNvSpPr txBox="1"/>
          <p:nvPr/>
        </p:nvSpPr>
        <p:spPr>
          <a:xfrm>
            <a:off x="548792" y="1205427"/>
            <a:ext cx="11094415" cy="457200"/>
          </a:xfrm>
          <a:prstGeom prst="rect">
            <a:avLst/>
          </a:prstGeom>
          <a:noFill/>
          <a:ln/>
        </p:spPr>
        <p:txBody>
          <a:bodyPr wrap="square" lIns="0" tIns="0" rIns="0" bIns="0" rtlCol="0" anchor="t"/>
          <a:lstStyle/>
          <a:p>
            <a:pPr marL="0" indent="0">
              <a:buNone/>
            </a:pPr>
            <a:r>
              <a:rPr lang="en-US" sz="1700">
                <a:solidFill>
                  <a:srgbClr val="3A3735"/>
                </a:solidFill>
                <a:latin typeface="IberPangea"/>
                <a:ea typeface="Arial" pitchFamily="34" charset="-122"/>
                <a:cs typeface="Arial"/>
              </a:rPr>
              <a:t>Use of AI coding tools is allowed on the challenge, and we generally expect teams to use them. We will be judging your thinking, technical solution design and problem solving.</a:t>
            </a:r>
            <a:endParaRPr lang="en-US" sz="1700">
              <a:latin typeface="IberPangea"/>
              <a:cs typeface="Arial"/>
            </a:endParaRPr>
          </a:p>
        </p:txBody>
      </p:sp>
      <p:sp>
        <p:nvSpPr>
          <p:cNvPr id="4" name="Text 2"/>
          <p:cNvSpPr txBox="1"/>
          <p:nvPr/>
        </p:nvSpPr>
        <p:spPr>
          <a:xfrm>
            <a:off x="548640" y="2011680"/>
            <a:ext cx="5349240" cy="3383280"/>
          </a:xfrm>
          <a:prstGeom prst="roundRect">
            <a:avLst>
              <a:gd name="adj" fmla="val 3243"/>
            </a:avLst>
          </a:prstGeom>
          <a:solidFill>
            <a:srgbClr val="00402A"/>
          </a:solidFill>
          <a:ln>
            <a:solidFill>
              <a:srgbClr val="00402A"/>
            </a:solidFill>
          </a:ln>
        </p:spPr>
        <p:txBody>
          <a:bodyPr wrap="square" lIns="330200" tIns="1168400" rIns="304800" bIns="152400" rtlCol="0" anchor="t"/>
          <a:lstStyle/>
          <a:p>
            <a:pPr marL="0" indent="0" algn="l">
              <a:buNone/>
            </a:pPr>
            <a:r>
              <a:rPr lang="en-US" sz="2400" b="1">
                <a:solidFill>
                  <a:srgbClr val="FFFFFF"/>
                </a:solidFill>
                <a:latin typeface="IberPangea SmBold" pitchFamily="34" charset="0"/>
                <a:ea typeface="Arial" pitchFamily="34" charset="-122"/>
                <a:cs typeface="Arial" pitchFamily="34" charset="-120"/>
              </a:rPr>
              <a:t>You own</a:t>
            </a:r>
            <a:endParaRPr lang="en-US" sz="2400"/>
          </a:p>
          <a:p>
            <a:pPr marL="0" indent="0" algn="l">
              <a:buNone/>
            </a:pPr>
            <a:r>
              <a:rPr lang="en-US" sz="800">
                <a:solidFill>
                  <a:srgbClr val="3A3735"/>
                </a:solidFill>
                <a:latin typeface="IberPangea" pitchFamily="34" charset="0"/>
                <a:ea typeface="Arial" pitchFamily="34" charset="-122"/>
                <a:cs typeface="Arial" pitchFamily="34" charset="-120"/>
              </a:rPr>
              <a:t> </a:t>
            </a:r>
            <a:endParaRPr lang="en-US" sz="2400"/>
          </a:p>
          <a:p>
            <a:pPr marL="342900" indent="-342900" algn="l">
              <a:buSzPct val="100000"/>
              <a:buChar char="•"/>
            </a:pPr>
            <a:r>
              <a:rPr lang="en-US" sz="1600">
                <a:solidFill>
                  <a:srgbClr val="FFFFFF"/>
                </a:solidFill>
                <a:latin typeface="IberPangea" pitchFamily="34" charset="0"/>
                <a:ea typeface="Arial" pitchFamily="34" charset="-122"/>
                <a:cs typeface="Arial" pitchFamily="34" charset="-120"/>
              </a:rPr>
              <a:t>How the system is structured</a:t>
            </a:r>
            <a:endParaRPr lang="en-US" sz="2400"/>
          </a:p>
          <a:p>
            <a:pPr marL="342900" indent="-342900" algn="l">
              <a:buSzPct val="100000"/>
              <a:buChar char="•"/>
            </a:pPr>
            <a:r>
              <a:rPr lang="en-US" sz="1600">
                <a:solidFill>
                  <a:srgbClr val="FFFFFF"/>
                </a:solidFill>
                <a:latin typeface="IberPangea" pitchFamily="34" charset="0"/>
                <a:ea typeface="Arial" pitchFamily="34" charset="-122"/>
                <a:cs typeface="Arial" pitchFamily="34" charset="-120"/>
              </a:rPr>
              <a:t>Where the game state lives</a:t>
            </a:r>
            <a:endParaRPr lang="en-US" sz="2400"/>
          </a:p>
          <a:p>
            <a:pPr marL="342900" indent="-342900" algn="l">
              <a:buSzPct val="100000"/>
              <a:buChar char="•"/>
            </a:pPr>
            <a:r>
              <a:rPr lang="en-US" sz="1600">
                <a:solidFill>
                  <a:srgbClr val="FFFFFF"/>
                </a:solidFill>
                <a:latin typeface="IberPangea" pitchFamily="34" charset="0"/>
                <a:ea typeface="Arial" pitchFamily="34" charset="-122"/>
                <a:cs typeface="Arial" pitchFamily="34" charset="-120"/>
              </a:rPr>
              <a:t>Keeping the theme separate from the engine</a:t>
            </a:r>
            <a:endParaRPr lang="en-US" sz="2400"/>
          </a:p>
          <a:p>
            <a:pPr marL="342900" indent="-342900" algn="l">
              <a:buSzPct val="100000"/>
              <a:buChar char="•"/>
            </a:pPr>
            <a:r>
              <a:rPr lang="en-US" sz="1600">
                <a:solidFill>
                  <a:srgbClr val="FFFFFF"/>
                </a:solidFill>
                <a:latin typeface="IberPangea" pitchFamily="34" charset="0"/>
                <a:ea typeface="Arial" pitchFamily="34" charset="-122"/>
                <a:cs typeface="Arial" pitchFamily="34" charset="-120"/>
              </a:rPr>
              <a:t>What gets tested, and the trade-offs</a:t>
            </a:r>
            <a:endParaRPr lang="en-US" sz="2400"/>
          </a:p>
          <a:p>
            <a:pPr marL="342900" indent="-342900" algn="l">
              <a:buSzPct val="100000"/>
              <a:buChar char="•"/>
            </a:pPr>
            <a:r>
              <a:rPr lang="en-US" sz="1600">
                <a:solidFill>
                  <a:srgbClr val="FFFFFF"/>
                </a:solidFill>
                <a:latin typeface="IberPangea" pitchFamily="34" charset="0"/>
                <a:ea typeface="Arial" pitchFamily="34" charset="-122"/>
                <a:cs typeface="Arial" pitchFamily="34" charset="-120"/>
              </a:rPr>
              <a:t>Understanding and being able to explain the code you submit</a:t>
            </a:r>
            <a:endParaRPr lang="en-US" sz="2400"/>
          </a:p>
        </p:txBody>
      </p:sp>
      <p:sp>
        <p:nvSpPr>
          <p:cNvPr id="5" name="Shape 3"/>
          <p:cNvSpPr/>
          <p:nvPr/>
        </p:nvSpPr>
        <p:spPr>
          <a:xfrm>
            <a:off x="868680" y="2240280"/>
            <a:ext cx="868680" cy="868680"/>
          </a:xfrm>
          <a:prstGeom prst="ellipse">
            <a:avLst/>
          </a:prstGeom>
          <a:solidFill>
            <a:srgbClr val="008C39"/>
          </a:solidFill>
          <a:ln w="12700">
            <a:solidFill>
              <a:srgbClr val="008C39"/>
            </a:solidFill>
            <a:prstDash val="solid"/>
          </a:ln>
        </p:spPr>
        <p:txBody>
          <a:bodyPr/>
          <a:lstStyle/>
          <a:p>
            <a:endParaRPr lang="en-GB"/>
          </a:p>
        </p:txBody>
      </p:sp>
      <p:pic>
        <p:nvPicPr>
          <p:cNvPr id="6" name="Image 0" descr="preencoded.png"/>
          <p:cNvPicPr>
            <a:picLocks noChangeAspect="1"/>
          </p:cNvPicPr>
          <p:nvPr/>
        </p:nvPicPr>
        <p:blipFill>
          <a:blip r:embed="rId3"/>
          <a:stretch>
            <a:fillRect/>
          </a:stretch>
        </p:blipFill>
        <p:spPr>
          <a:xfrm>
            <a:off x="1094537" y="2466137"/>
            <a:ext cx="416966" cy="416966"/>
          </a:xfrm>
          <a:prstGeom prst="rect">
            <a:avLst/>
          </a:prstGeom>
        </p:spPr>
      </p:pic>
      <p:sp>
        <p:nvSpPr>
          <p:cNvPr id="7" name="Text 4"/>
          <p:cNvSpPr txBox="1"/>
          <p:nvPr/>
        </p:nvSpPr>
        <p:spPr>
          <a:xfrm>
            <a:off x="6291072" y="2011680"/>
            <a:ext cx="5349240" cy="3383280"/>
          </a:xfrm>
          <a:prstGeom prst="roundRect">
            <a:avLst>
              <a:gd name="adj" fmla="val 3243"/>
            </a:avLst>
          </a:prstGeom>
          <a:solidFill>
            <a:srgbClr val="5BD38C"/>
          </a:solidFill>
          <a:ln>
            <a:solidFill>
              <a:srgbClr val="5BD38C"/>
            </a:solidFill>
          </a:ln>
        </p:spPr>
        <p:txBody>
          <a:bodyPr wrap="square" lIns="330200" tIns="1168400" rIns="304800" bIns="152400" rtlCol="0" anchor="t"/>
          <a:lstStyle/>
          <a:p>
            <a:pPr marL="0" indent="0" algn="l">
              <a:buNone/>
            </a:pPr>
            <a:r>
              <a:rPr lang="en-US" sz="2400" b="1">
                <a:solidFill>
                  <a:srgbClr val="00402A"/>
                </a:solidFill>
                <a:latin typeface="IberPangea SmBold" pitchFamily="34" charset="0"/>
                <a:ea typeface="Arial" pitchFamily="34" charset="-122"/>
                <a:cs typeface="Arial" pitchFamily="34" charset="-120"/>
              </a:rPr>
              <a:t>You can use AI tools to help with</a:t>
            </a:r>
            <a:endParaRPr lang="en-US" sz="2400"/>
          </a:p>
          <a:p>
            <a:pPr marL="0" indent="0" algn="l">
              <a:buNone/>
            </a:pPr>
            <a:r>
              <a:rPr lang="en-US" sz="800">
                <a:solidFill>
                  <a:srgbClr val="3A3735"/>
                </a:solidFill>
                <a:latin typeface="IberPangea" pitchFamily="34" charset="0"/>
                <a:ea typeface="Arial" pitchFamily="34" charset="-122"/>
                <a:cs typeface="Arial" pitchFamily="34" charset="-120"/>
              </a:rPr>
              <a:t> </a:t>
            </a:r>
            <a:endParaRPr lang="en-US" sz="2400"/>
          </a:p>
          <a:p>
            <a:pPr marL="342900" indent="-342900" algn="l">
              <a:buSzPct val="100000"/>
              <a:buChar char="•"/>
            </a:pPr>
            <a:r>
              <a:rPr lang="en-US" sz="1600">
                <a:solidFill>
                  <a:srgbClr val="00402A"/>
                </a:solidFill>
                <a:latin typeface="IberPangea" pitchFamily="34" charset="0"/>
                <a:ea typeface="Arial" pitchFamily="34" charset="-122"/>
                <a:cs typeface="Arial" pitchFamily="34" charset="-120"/>
              </a:rPr>
              <a:t>Writing the code</a:t>
            </a:r>
            <a:endParaRPr lang="en-US" sz="2400"/>
          </a:p>
          <a:p>
            <a:pPr marL="342900" indent="-342900" algn="l">
              <a:buSzPct val="100000"/>
              <a:buChar char="•"/>
            </a:pPr>
            <a:r>
              <a:rPr lang="en-US" sz="1600">
                <a:solidFill>
                  <a:srgbClr val="00402A"/>
                </a:solidFill>
                <a:latin typeface="IberPangea" pitchFamily="34" charset="0"/>
                <a:ea typeface="Arial" pitchFamily="34" charset="-122"/>
                <a:cs typeface="Arial" pitchFamily="34" charset="-120"/>
              </a:rPr>
              <a:t>Interface components and styling</a:t>
            </a:r>
            <a:endParaRPr lang="en-US" sz="2400"/>
          </a:p>
          <a:p>
            <a:pPr marL="342900" indent="-342900" algn="l">
              <a:buSzPct val="100000"/>
              <a:buChar char="•"/>
            </a:pPr>
            <a:r>
              <a:rPr lang="en-US" sz="1600">
                <a:solidFill>
                  <a:srgbClr val="00402A"/>
                </a:solidFill>
                <a:latin typeface="IberPangea" pitchFamily="34" charset="0"/>
                <a:ea typeface="Arial" pitchFamily="34" charset="-122"/>
                <a:cs typeface="Arial" pitchFamily="34" charset="-120"/>
              </a:rPr>
              <a:t>The tests you have designed</a:t>
            </a:r>
            <a:endParaRPr lang="en-US" sz="2400"/>
          </a:p>
          <a:p>
            <a:pPr marL="342900" indent="-342900" algn="l">
              <a:buSzPct val="100000"/>
              <a:buChar char="•"/>
            </a:pPr>
            <a:r>
              <a:rPr lang="en-US" sz="1600">
                <a:solidFill>
                  <a:srgbClr val="00402A"/>
                </a:solidFill>
                <a:latin typeface="IberPangea" pitchFamily="34" charset="0"/>
                <a:ea typeface="Arial" pitchFamily="34" charset="-122"/>
                <a:cs typeface="Arial" pitchFamily="34" charset="-120"/>
              </a:rPr>
              <a:t>The repetitive parts</a:t>
            </a:r>
            <a:endParaRPr lang="en-US" sz="2400"/>
          </a:p>
        </p:txBody>
      </p:sp>
      <p:sp>
        <p:nvSpPr>
          <p:cNvPr id="8" name="Shape 5"/>
          <p:cNvSpPr/>
          <p:nvPr/>
        </p:nvSpPr>
        <p:spPr>
          <a:xfrm>
            <a:off x="6611112" y="2240280"/>
            <a:ext cx="868680" cy="868680"/>
          </a:xfrm>
          <a:prstGeom prst="ellipse">
            <a:avLst/>
          </a:prstGeom>
          <a:solidFill>
            <a:srgbClr val="0792E5"/>
          </a:solidFill>
          <a:ln w="12700">
            <a:solidFill>
              <a:srgbClr val="0792E5"/>
            </a:solidFill>
            <a:prstDash val="solid"/>
          </a:ln>
        </p:spPr>
        <p:txBody>
          <a:bodyPr/>
          <a:lstStyle/>
          <a:p>
            <a:endParaRPr lang="en-GB"/>
          </a:p>
        </p:txBody>
      </p:sp>
      <p:pic>
        <p:nvPicPr>
          <p:cNvPr id="9" name="Image 1" descr="preencoded.png"/>
          <p:cNvPicPr>
            <a:picLocks noChangeAspect="1"/>
          </p:cNvPicPr>
          <p:nvPr/>
        </p:nvPicPr>
        <p:blipFill>
          <a:blip r:embed="rId4"/>
          <a:stretch>
            <a:fillRect/>
          </a:stretch>
        </p:blipFill>
        <p:spPr>
          <a:xfrm>
            <a:off x="6836969" y="2466137"/>
            <a:ext cx="416966" cy="416966"/>
          </a:xfrm>
          <a:prstGeom prst="rect">
            <a:avLst/>
          </a:prstGeom>
        </p:spPr>
      </p:pic>
      <p:sp>
        <p:nvSpPr>
          <p:cNvPr id="10" name="Text 6"/>
          <p:cNvSpPr txBox="1"/>
          <p:nvPr/>
        </p:nvSpPr>
        <p:spPr>
          <a:xfrm>
            <a:off x="548640" y="5623560"/>
            <a:ext cx="11094415" cy="731520"/>
          </a:xfrm>
          <a:prstGeom prst="roundRect">
            <a:avLst>
              <a:gd name="adj" fmla="val 15000"/>
            </a:avLst>
          </a:prstGeom>
          <a:solidFill>
            <a:srgbClr val="E3850D"/>
          </a:solidFill>
          <a:ln>
            <a:solidFill>
              <a:srgbClr val="E3850D"/>
            </a:solidFill>
          </a:ln>
        </p:spPr>
        <p:txBody>
          <a:bodyPr wrap="square" lIns="76200" tIns="76200" rIns="76200" bIns="76200" rtlCol="0" anchor="ctr"/>
          <a:lstStyle/>
          <a:p>
            <a:pPr marL="0" indent="0" algn="ctr">
              <a:buNone/>
            </a:pPr>
            <a:r>
              <a:rPr lang="en-US" sz="1800" b="1">
                <a:solidFill>
                  <a:srgbClr val="00402A"/>
                </a:solidFill>
                <a:latin typeface="IberPangea SmBold" pitchFamily="34" charset="0"/>
                <a:ea typeface="Arial" pitchFamily="34" charset="-122"/>
                <a:cs typeface="Arial" pitchFamily="34" charset="-120"/>
              </a:rPr>
              <a:t>Architecture and design is 25% of the marks. Engineering and testing is another 25%.</a:t>
            </a:r>
            <a:endParaRPr lang="en-US" sz="1800"/>
          </a:p>
        </p:txBody>
      </p:sp>
      <p:cxnSp>
        <p:nvCxnSpPr>
          <p:cNvPr id="12" name="Straight Connector 11">
            <a:extLst>
              <a:ext uri="{FF2B5EF4-FFF2-40B4-BE49-F238E27FC236}">
                <a16:creationId xmlns:a16="http://schemas.microsoft.com/office/drawing/2014/main" id="{E02B79D8-D6D7-2F1D-1BA1-6A7A8F599CD2}"/>
              </a:ext>
            </a:extLst>
          </p:cNvPr>
          <p:cNvCxnSpPr>
            <a:cxnSpLocks/>
          </p:cNvCxnSpPr>
          <p:nvPr/>
        </p:nvCxnSpPr>
        <p:spPr>
          <a:xfrm>
            <a:off x="382016" y="980420"/>
            <a:ext cx="114279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E317651C-5255-907A-87F0-52240B4B301C}"/>
              </a:ext>
            </a:extLst>
          </p:cNvPr>
          <p:cNvPicPr>
            <a:picLocks noChangeAspect="1"/>
          </p:cNvPicPr>
          <p:nvPr/>
        </p:nvPicPr>
        <p:blipFill>
          <a:blip r:embed="rId5">
            <a:extLst>
              <a:ext uri="{28A0092B-C50C-407E-A947-70E740481C1C}">
                <a14:useLocalDpi xmlns:a14="http://schemas.microsoft.com/office/drawing/2010/main" val="0"/>
              </a:ext>
            </a:extLst>
          </a:blip>
          <a:srcRect r="70081"/>
          <a:stretch>
            <a:fillRect/>
          </a:stretch>
        </p:blipFill>
        <p:spPr>
          <a:xfrm>
            <a:off x="9820484" y="43166"/>
            <a:ext cx="447218" cy="996499"/>
          </a:xfrm>
          <a:prstGeom prst="rect">
            <a:avLst/>
          </a:prstGeom>
        </p:spPr>
      </p:pic>
      <p:sp>
        <p:nvSpPr>
          <p:cNvPr id="14" name="TextBox 13">
            <a:extLst>
              <a:ext uri="{FF2B5EF4-FFF2-40B4-BE49-F238E27FC236}">
                <a16:creationId xmlns:a16="http://schemas.microsoft.com/office/drawing/2014/main" id="{230009EC-4D7B-507B-A235-6DA5C4B340A9}"/>
              </a:ext>
            </a:extLst>
          </p:cNvPr>
          <p:cNvSpPr txBox="1"/>
          <p:nvPr/>
        </p:nvSpPr>
        <p:spPr>
          <a:xfrm>
            <a:off x="10415072" y="388515"/>
            <a:ext cx="1328486" cy="378067"/>
          </a:xfrm>
          <a:prstGeom prst="rect">
            <a:avLst/>
          </a:prstGeom>
          <a:noFill/>
        </p:spPr>
        <p:txBody>
          <a:bodyPr wrap="square" lIns="0" tIns="0" rIns="0" bIns="0" rtlCol="0">
            <a:noAutofit/>
          </a:bodyPr>
          <a:lstStyle/>
          <a:p>
            <a:r>
              <a:rPr lang="en-GB" sz="12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Digital Innovation &amp; Culture</a:t>
            </a:r>
          </a:p>
        </p:txBody>
      </p:sp>
      <p:grpSp>
        <p:nvGrpSpPr>
          <p:cNvPr id="15" name="Grupo 2">
            <a:extLst>
              <a:ext uri="{FF2B5EF4-FFF2-40B4-BE49-F238E27FC236}">
                <a16:creationId xmlns:a16="http://schemas.microsoft.com/office/drawing/2014/main" id="{7120B09C-99D6-36FD-FD83-DE07ED649FA0}"/>
              </a:ext>
            </a:extLst>
          </p:cNvPr>
          <p:cNvGrpSpPr/>
          <p:nvPr/>
        </p:nvGrpSpPr>
        <p:grpSpPr>
          <a:xfrm>
            <a:off x="7748843" y="331479"/>
            <a:ext cx="2069820" cy="436991"/>
            <a:chOff x="7642518" y="280679"/>
            <a:chExt cx="2069820" cy="436991"/>
          </a:xfrm>
        </p:grpSpPr>
        <p:cxnSp>
          <p:nvCxnSpPr>
            <p:cNvPr id="16" name="Conector recto 25">
              <a:extLst>
                <a:ext uri="{FF2B5EF4-FFF2-40B4-BE49-F238E27FC236}">
                  <a16:creationId xmlns:a16="http://schemas.microsoft.com/office/drawing/2014/main" id="{798C91E7-3F84-04AB-6E83-15DF39874D2B}"/>
                </a:ext>
              </a:extLst>
            </p:cNvPr>
            <p:cNvCxnSpPr>
              <a:cxnSpLocks/>
            </p:cNvCxnSpPr>
            <p:nvPr userDrawn="1"/>
          </p:nvCxnSpPr>
          <p:spPr>
            <a:xfrm>
              <a:off x="9712338" y="280679"/>
              <a:ext cx="0" cy="436991"/>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7" name="Grupo 12">
              <a:extLst>
                <a:ext uri="{FF2B5EF4-FFF2-40B4-BE49-F238E27FC236}">
                  <a16:creationId xmlns:a16="http://schemas.microsoft.com/office/drawing/2014/main" id="{140303B9-FEF6-C56E-895A-3AC7CF2B8172}"/>
                </a:ext>
              </a:extLst>
            </p:cNvPr>
            <p:cNvGrpSpPr/>
            <p:nvPr userDrawn="1"/>
          </p:nvGrpSpPr>
          <p:grpSpPr>
            <a:xfrm>
              <a:off x="7642518" y="355149"/>
              <a:ext cx="1844178" cy="312857"/>
              <a:chOff x="858380" y="3171155"/>
              <a:chExt cx="4884170" cy="832550"/>
            </a:xfrm>
          </p:grpSpPr>
          <p:sp>
            <p:nvSpPr>
              <p:cNvPr id="18" name="Forma libre: forma 36">
                <a:extLst>
                  <a:ext uri="{FF2B5EF4-FFF2-40B4-BE49-F238E27FC236}">
                    <a16:creationId xmlns:a16="http://schemas.microsoft.com/office/drawing/2014/main" id="{8C447EDB-977E-532B-78BC-74617260975E}"/>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19" name="Forma libre: forma 37">
                <a:extLst>
                  <a:ext uri="{FF2B5EF4-FFF2-40B4-BE49-F238E27FC236}">
                    <a16:creationId xmlns:a16="http://schemas.microsoft.com/office/drawing/2014/main" id="{07DC96BB-87DA-FB51-C564-1BD8B06592D3}"/>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20" name="Forma libre: forma 38">
                <a:extLst>
                  <a:ext uri="{FF2B5EF4-FFF2-40B4-BE49-F238E27FC236}">
                    <a16:creationId xmlns:a16="http://schemas.microsoft.com/office/drawing/2014/main" id="{655723A6-B012-432D-DB30-B03F041AD5DF}"/>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21" name="Forma libre: forma 39">
                <a:extLst>
                  <a:ext uri="{FF2B5EF4-FFF2-40B4-BE49-F238E27FC236}">
                    <a16:creationId xmlns:a16="http://schemas.microsoft.com/office/drawing/2014/main" id="{3DBD85DF-0AB4-9853-738D-1664F86A27C9}"/>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22" name="Forma libre: forma 40">
                <a:extLst>
                  <a:ext uri="{FF2B5EF4-FFF2-40B4-BE49-F238E27FC236}">
                    <a16:creationId xmlns:a16="http://schemas.microsoft.com/office/drawing/2014/main" id="{3665474F-7485-3901-041F-BD5B0212CD09}"/>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23" name="Forma libre: forma 41">
                <a:extLst>
                  <a:ext uri="{FF2B5EF4-FFF2-40B4-BE49-F238E27FC236}">
                    <a16:creationId xmlns:a16="http://schemas.microsoft.com/office/drawing/2014/main" id="{61854AE2-C438-C03F-646F-E27C8A81D6AA}"/>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24" name="Forma libre: forma 42">
                <a:extLst>
                  <a:ext uri="{FF2B5EF4-FFF2-40B4-BE49-F238E27FC236}">
                    <a16:creationId xmlns:a16="http://schemas.microsoft.com/office/drawing/2014/main" id="{8B1B0BCE-11D1-B757-F150-8174A2597760}"/>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25" name="Forma libre: forma 43">
                <a:extLst>
                  <a:ext uri="{FF2B5EF4-FFF2-40B4-BE49-F238E27FC236}">
                    <a16:creationId xmlns:a16="http://schemas.microsoft.com/office/drawing/2014/main" id="{B5F0FF35-7443-24F6-23B2-6246326EE654}"/>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26" name="Forma libre: forma 44">
                <a:extLst>
                  <a:ext uri="{FF2B5EF4-FFF2-40B4-BE49-F238E27FC236}">
                    <a16:creationId xmlns:a16="http://schemas.microsoft.com/office/drawing/2014/main" id="{0B41B106-4FBF-6547-57AC-F2F2C2863FBB}"/>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27" name="Forma libre: forma 45">
                <a:extLst>
                  <a:ext uri="{FF2B5EF4-FFF2-40B4-BE49-F238E27FC236}">
                    <a16:creationId xmlns:a16="http://schemas.microsoft.com/office/drawing/2014/main" id="{24C76274-684D-E5FE-E97C-61FA9017A720}"/>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28" name="Forma libre: forma 46">
                <a:extLst>
                  <a:ext uri="{FF2B5EF4-FFF2-40B4-BE49-F238E27FC236}">
                    <a16:creationId xmlns:a16="http://schemas.microsoft.com/office/drawing/2014/main" id="{A1DAAF77-B35D-2E56-C768-1E41481BFD9B}"/>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29" name="Forma libre: forma 47">
                <a:extLst>
                  <a:ext uri="{FF2B5EF4-FFF2-40B4-BE49-F238E27FC236}">
                    <a16:creationId xmlns:a16="http://schemas.microsoft.com/office/drawing/2014/main" id="{F19BD9C1-4590-DAB7-AD5B-1F2F4B83E94E}"/>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30" name="Forma libre: forma 48">
                <a:extLst>
                  <a:ext uri="{FF2B5EF4-FFF2-40B4-BE49-F238E27FC236}">
                    <a16:creationId xmlns:a16="http://schemas.microsoft.com/office/drawing/2014/main" id="{66B8741E-875E-1DFD-DCBC-A508696E52F4}"/>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31" name="Forma libre: forma 49">
                <a:extLst>
                  <a:ext uri="{FF2B5EF4-FFF2-40B4-BE49-F238E27FC236}">
                    <a16:creationId xmlns:a16="http://schemas.microsoft.com/office/drawing/2014/main" id="{31A0F620-47B6-80D7-32BC-6B221F21E823}"/>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32" name="Forma libre: forma 50">
                <a:extLst>
                  <a:ext uri="{FF2B5EF4-FFF2-40B4-BE49-F238E27FC236}">
                    <a16:creationId xmlns:a16="http://schemas.microsoft.com/office/drawing/2014/main" id="{6DC54FEA-23A2-4380-D966-F3CF3813A1B4}"/>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33" name="Forma libre: forma 51">
                <a:extLst>
                  <a:ext uri="{FF2B5EF4-FFF2-40B4-BE49-F238E27FC236}">
                    <a16:creationId xmlns:a16="http://schemas.microsoft.com/office/drawing/2014/main" id="{162337E1-A5CA-416E-6877-CCFE74F9B7C9}"/>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45770" y="203180"/>
            <a:ext cx="11197285" cy="777240"/>
          </a:xfrm>
          <a:prstGeom prst="rect">
            <a:avLst/>
          </a:prstGeom>
          <a:noFill/>
          <a:ln/>
        </p:spPr>
        <p:txBody>
          <a:bodyPr wrap="square" lIns="0" tIns="0" rIns="0" bIns="0" rtlCol="0" anchor="ctr"/>
          <a:lstStyle/>
          <a:p>
            <a:pPr marL="0" indent="0">
              <a:buNone/>
            </a:pPr>
            <a:r>
              <a:rPr lang="en-US" sz="2200" b="1" dirty="0">
                <a:solidFill>
                  <a:srgbClr val="008C39"/>
                </a:solidFill>
                <a:latin typeface="IberPangea (Headings)"/>
                <a:cs typeface="Arial" pitchFamily="34" charset="-120"/>
              </a:rPr>
              <a:t>Stick to the Foundation, Extend or Stretch the challenge</a:t>
            </a:r>
            <a:endParaRPr lang="en-US" sz="2200" dirty="0">
              <a:latin typeface="IberPangea (Headings)"/>
            </a:endParaRPr>
          </a:p>
        </p:txBody>
      </p:sp>
      <p:graphicFrame>
        <p:nvGraphicFramePr>
          <p:cNvPr id="8" name="Table 0"/>
          <p:cNvGraphicFramePr>
            <a:graphicFrameLocks noGrp="1"/>
          </p:cNvGraphicFramePr>
          <p:nvPr>
            <p:extLst>
              <p:ext uri="{D42A27DB-BD31-4B8C-83A1-F6EECF244321}">
                <p14:modId xmlns:p14="http://schemas.microsoft.com/office/powerpoint/2010/main" val="1314654862"/>
              </p:ext>
            </p:extLst>
          </p:nvPr>
        </p:nvGraphicFramePr>
        <p:xfrm>
          <a:off x="445770" y="1183189"/>
          <a:ext cx="11439624" cy="3967480"/>
        </p:xfrm>
        <a:graphic>
          <a:graphicData uri="http://schemas.openxmlformats.org/drawingml/2006/table">
            <a:tbl>
              <a:tblPr/>
              <a:tblGrid>
                <a:gridCol w="2741077">
                  <a:extLst>
                    <a:ext uri="{9D8B030D-6E8A-4147-A177-3AD203B41FA5}">
                      <a16:colId xmlns:a16="http://schemas.microsoft.com/office/drawing/2014/main" val="20000"/>
                    </a:ext>
                  </a:extLst>
                </a:gridCol>
                <a:gridCol w="8698547">
                  <a:extLst>
                    <a:ext uri="{9D8B030D-6E8A-4147-A177-3AD203B41FA5}">
                      <a16:colId xmlns:a16="http://schemas.microsoft.com/office/drawing/2014/main" val="20001"/>
                    </a:ext>
                  </a:extLst>
                </a:gridCol>
              </a:tblGrid>
              <a:tr h="502920">
                <a:tc>
                  <a:txBody>
                    <a:bodyPr/>
                    <a:lstStyle/>
                    <a:p>
                      <a:pPr marL="0" indent="0">
                        <a:buNone/>
                      </a:pPr>
                      <a:r>
                        <a:rPr lang="en-US" sz="1600" b="1">
                          <a:solidFill>
                            <a:srgbClr val="FFFFFF"/>
                          </a:solidFill>
                          <a:latin typeface="IberPangea SmBold" pitchFamily="34" charset="0"/>
                          <a:ea typeface="Arial" pitchFamily="34" charset="-122"/>
                          <a:cs typeface="Arial" pitchFamily="34" charset="-120"/>
                        </a:rPr>
                        <a:t>Level</a:t>
                      </a:r>
                      <a:endParaRPr lang="en-US" sz="1600">
                        <a:latin typeface="Arial" charset="0"/>
                        <a:ea typeface="Arial" charset="0"/>
                        <a:cs typeface="Arial" charset="0"/>
                      </a:endParaRPr>
                    </a:p>
                  </a:txBody>
                  <a:tcPr marL="152400" marR="152400" marT="101600" marB="101600" anchor="ctr">
                    <a:lnL w="12700" cap="flat" cmpd="sng" algn="ctr">
                      <a:solidFill>
                        <a:srgbClr val="D0D0D0"/>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solidFill>
                      <a:srgbClr val="00402A"/>
                    </a:solidFill>
                  </a:tcPr>
                </a:tc>
                <a:tc>
                  <a:txBody>
                    <a:bodyPr/>
                    <a:lstStyle/>
                    <a:p>
                      <a:pPr marL="0" indent="0">
                        <a:buNone/>
                      </a:pPr>
                      <a:r>
                        <a:rPr lang="en-US" sz="1600" b="1">
                          <a:solidFill>
                            <a:srgbClr val="FFFFFF"/>
                          </a:solidFill>
                          <a:latin typeface="IberPangea SmBold" pitchFamily="34" charset="0"/>
                          <a:ea typeface="Arial" pitchFamily="34" charset="-122"/>
                          <a:cs typeface="Arial" pitchFamily="34" charset="-120"/>
                        </a:rPr>
                        <a:t>What it means</a:t>
                      </a:r>
                      <a:endParaRPr lang="en-US" sz="1600">
                        <a:latin typeface="Arial" charset="0"/>
                        <a:ea typeface="Arial" charset="0"/>
                        <a:cs typeface="Arial" charset="0"/>
                      </a:endParaRPr>
                    </a:p>
                  </a:txBody>
                  <a:tcPr marL="152400" marR="152400" marT="101600" marB="101600" anchor="ctr">
                    <a:lnL w="12700" cap="flat" cmpd="sng" algn="ctr">
                      <a:solidFill>
                        <a:srgbClr val="D0D0D0"/>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solidFill>
                      <a:srgbClr val="00402A"/>
                    </a:solidFill>
                  </a:tcPr>
                </a:tc>
                <a:extLst>
                  <a:ext uri="{0D108BD9-81ED-4DB2-BD59-A6C34878D82A}">
                    <a16:rowId xmlns:a16="http://schemas.microsoft.com/office/drawing/2014/main" val="10000"/>
                  </a:ext>
                </a:extLst>
              </a:tr>
              <a:tr h="1097280">
                <a:tc>
                  <a:txBody>
                    <a:bodyPr/>
                    <a:lstStyle/>
                    <a:p>
                      <a:pPr marL="0" indent="0">
                        <a:buNone/>
                      </a:pPr>
                      <a:r>
                        <a:rPr lang="en-US" sz="1900" b="1">
                          <a:solidFill>
                            <a:srgbClr val="008C39"/>
                          </a:solidFill>
                          <a:latin typeface="IberPangea SmBold" pitchFamily="34" charset="0"/>
                          <a:ea typeface="Arial" pitchFamily="34" charset="-122"/>
                          <a:cs typeface="Arial" pitchFamily="34" charset="-120"/>
                        </a:rPr>
                        <a:t>Foundation</a:t>
                      </a:r>
                      <a:endParaRPr lang="en-US" sz="1900">
                        <a:latin typeface="Arial" charset="0"/>
                        <a:ea typeface="Arial" charset="0"/>
                        <a:cs typeface="Arial" charset="0"/>
                      </a:endParaRPr>
                    </a:p>
                  </a:txBody>
                  <a:tcPr marL="152400" marR="152400" marT="101600" marB="101600" anchor="ctr">
                    <a:lnL w="12700" cap="flat" cmpd="sng" algn="ctr">
                      <a:solidFill>
                        <a:srgbClr val="D0D0D0"/>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tcPr>
                </a:tc>
                <a:tc>
                  <a:txBody>
                    <a:bodyPr/>
                    <a:lstStyle/>
                    <a:p>
                      <a:pPr marL="0" indent="0">
                        <a:buNone/>
                      </a:pPr>
                      <a:r>
                        <a:rPr lang="en-US" sz="1600">
                          <a:solidFill>
                            <a:srgbClr val="3A3735"/>
                          </a:solidFill>
                          <a:latin typeface="IberPangea" pitchFamily="34" charset="0"/>
                          <a:ea typeface="Arial" pitchFamily="34" charset="-122"/>
                          <a:cs typeface="Arial" pitchFamily="34" charset="-120"/>
                        </a:rPr>
                        <a:t>The core table-top game in a digital form: buying, all four phases, debrief, keyboard access. Plus your design record</a:t>
                      </a:r>
                    </a:p>
                    <a:p>
                      <a:pPr marL="0" indent="0">
                        <a:buNone/>
                      </a:pPr>
                      <a:endParaRPr lang="en-US" sz="1600">
                        <a:solidFill>
                          <a:srgbClr val="3A3735"/>
                        </a:solidFill>
                        <a:latin typeface="IberPangea" pitchFamily="34" charset="0"/>
                        <a:ea typeface="Arial" charset="0"/>
                        <a:cs typeface="Arial" pitchFamily="34" charset="-120"/>
                      </a:endParaRPr>
                    </a:p>
                    <a:p>
                      <a:pPr marL="0" indent="0">
                        <a:buNone/>
                      </a:pPr>
                      <a:r>
                        <a:rPr lang="en-US" sz="1600">
                          <a:solidFill>
                            <a:srgbClr val="3A3735"/>
                          </a:solidFill>
                          <a:latin typeface="IberPangea" pitchFamily="34" charset="0"/>
                          <a:ea typeface="Arial" charset="0"/>
                          <a:cs typeface="Arial" pitchFamily="34" charset="-120"/>
                        </a:rPr>
                        <a:t>PLUS</a:t>
                      </a:r>
                    </a:p>
                    <a:p>
                      <a:pPr marL="0" indent="0">
                        <a:buNone/>
                      </a:pPr>
                      <a:endParaRPr lang="en-US" sz="1600">
                        <a:solidFill>
                          <a:srgbClr val="3A3735"/>
                        </a:solidFill>
                        <a:latin typeface="IberPangea" pitchFamily="34" charset="0"/>
                        <a:ea typeface="Arial" charset="0"/>
                        <a:cs typeface="Arial"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rgbClr val="3A3735"/>
                          </a:solidFill>
                          <a:latin typeface="IberPangea" pitchFamily="34" charset="0"/>
                          <a:ea typeface="Arial" charset="0"/>
                          <a:cs typeface="Arial" pitchFamily="34" charset="-120"/>
                        </a:rPr>
                        <a:t>Design and add in a  way for the behavioral question bank to be part of the game and scoring model</a:t>
                      </a:r>
                      <a:endParaRPr lang="en-US" sz="1600">
                        <a:latin typeface="Arial" charset="0"/>
                        <a:ea typeface="Arial" charset="0"/>
                        <a:cs typeface="Arial" charset="0"/>
                      </a:endParaRPr>
                    </a:p>
                  </a:txBody>
                  <a:tcPr marL="152400" marR="152400" marT="101600" marB="101600" anchor="ctr">
                    <a:lnL w="12700" cap="flat" cmpd="sng" algn="ctr">
                      <a:solidFill>
                        <a:srgbClr val="D0D0D0"/>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buNone/>
                      </a:pPr>
                      <a:r>
                        <a:rPr lang="en-US" sz="1900" b="1" dirty="0">
                          <a:solidFill>
                            <a:srgbClr val="008C39"/>
                          </a:solidFill>
                          <a:latin typeface="IberPangea SmBold" pitchFamily="34" charset="0"/>
                          <a:ea typeface="Arial" charset="0"/>
                          <a:cs typeface="Arial" pitchFamily="34" charset="-120"/>
                        </a:rPr>
                        <a:t>Extend</a:t>
                      </a:r>
                      <a:endParaRPr lang="en-US" sz="1900" dirty="0">
                        <a:latin typeface="Arial" charset="0"/>
                        <a:ea typeface="Arial" charset="0"/>
                        <a:cs typeface="Arial" charset="0"/>
                      </a:endParaRPr>
                    </a:p>
                  </a:txBody>
                  <a:tcPr marL="152400" marR="152400" marT="101600" marB="101600" anchor="ctr">
                    <a:lnL w="12700" cap="flat" cmpd="sng" algn="ctr">
                      <a:solidFill>
                        <a:srgbClr val="D0D0D0"/>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tcPr>
                </a:tc>
                <a:tc>
                  <a:txBody>
                    <a:bodyPr/>
                    <a:lstStyle/>
                    <a:p>
                      <a:pPr marL="0" indent="0">
                        <a:buNone/>
                      </a:pPr>
                      <a:r>
                        <a:rPr lang="en-US" sz="1600">
                          <a:solidFill>
                            <a:srgbClr val="3A3735"/>
                          </a:solidFill>
                          <a:latin typeface="IberPangea" pitchFamily="34" charset="0"/>
                          <a:ea typeface="Arial" pitchFamily="34" charset="-122"/>
                          <a:cs typeface="Arial" pitchFamily="34" charset="-120"/>
                        </a:rPr>
                        <a:t>The full core game in a theme</a:t>
                      </a:r>
                      <a:endParaRPr lang="en-US" sz="1600">
                        <a:latin typeface="Arial" charset="0"/>
                        <a:ea typeface="Arial" charset="0"/>
                        <a:cs typeface="Arial" charset="0"/>
                      </a:endParaRPr>
                    </a:p>
                  </a:txBody>
                  <a:tcPr marL="152400" marR="152400" marT="101600" marB="101600" anchor="ctr">
                    <a:lnL w="12700" cap="flat" cmpd="sng" algn="ctr">
                      <a:solidFill>
                        <a:srgbClr val="D0D0D0"/>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777240">
                <a:tc>
                  <a:txBody>
                    <a:bodyPr/>
                    <a:lstStyle/>
                    <a:p>
                      <a:pPr marL="0" indent="0">
                        <a:buNone/>
                      </a:pPr>
                      <a:r>
                        <a:rPr lang="en-US" sz="1900" b="1">
                          <a:solidFill>
                            <a:srgbClr val="008C39"/>
                          </a:solidFill>
                          <a:latin typeface="IberPangea SmBold" pitchFamily="34" charset="0"/>
                          <a:ea typeface="Arial" charset="0"/>
                          <a:cs typeface="Arial" pitchFamily="34" charset="-120"/>
                        </a:rPr>
                        <a:t>Stretch</a:t>
                      </a:r>
                      <a:endParaRPr lang="en-US" sz="1900">
                        <a:latin typeface="Arial" charset="0"/>
                        <a:ea typeface="Arial" charset="0"/>
                        <a:cs typeface="Arial" charset="0"/>
                      </a:endParaRPr>
                    </a:p>
                  </a:txBody>
                  <a:tcPr marL="152400" marR="152400" marT="101600" marB="101600" anchor="ctr">
                    <a:lnL w="12700" cap="flat" cmpd="sng" algn="ctr">
                      <a:solidFill>
                        <a:srgbClr val="D0D0D0"/>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3A3735"/>
                          </a:solidFill>
                          <a:latin typeface="IberPangea" pitchFamily="34" charset="0"/>
                          <a:ea typeface="Arial" pitchFamily="34" charset="-122"/>
                          <a:cs typeface="Arial" pitchFamily="34" charset="-120"/>
                        </a:rPr>
                        <a:t>The full core game, themed, with behavioural questions PLUS one additional capability</a:t>
                      </a:r>
                      <a:endParaRPr lang="en-US" sz="1600" dirty="0">
                        <a:latin typeface="Arial" charset="0"/>
                        <a:ea typeface="Arial" charset="0"/>
                        <a:cs typeface="Arial" charset="0"/>
                      </a:endParaRPr>
                    </a:p>
                  </a:txBody>
                  <a:tcPr marL="152400" marR="152400" marT="101600" marB="101600" anchor="ctr">
                    <a:lnL w="12700" cap="flat" cmpd="sng" algn="ctr">
                      <a:solidFill>
                        <a:srgbClr val="D0D0D0"/>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770803219"/>
                  </a:ext>
                </a:extLst>
              </a:tr>
            </a:tbl>
          </a:graphicData>
        </a:graphic>
      </p:graphicFrame>
      <p:sp>
        <p:nvSpPr>
          <p:cNvPr id="4" name="Text 1"/>
          <p:cNvSpPr txBox="1"/>
          <p:nvPr/>
        </p:nvSpPr>
        <p:spPr>
          <a:xfrm>
            <a:off x="457426" y="5520681"/>
            <a:ext cx="11546732" cy="1005840"/>
          </a:xfrm>
          <a:prstGeom prst="roundRect">
            <a:avLst>
              <a:gd name="adj" fmla="val 10909"/>
            </a:avLst>
          </a:prstGeom>
          <a:solidFill>
            <a:srgbClr val="5BD38C"/>
          </a:solidFill>
          <a:ln>
            <a:solidFill>
              <a:srgbClr val="5BD38C"/>
            </a:solidFill>
          </a:ln>
        </p:spPr>
        <p:txBody>
          <a:bodyPr wrap="square" lIns="76200" tIns="76200" rIns="76200" bIns="76200" rtlCol="0" anchor="ctr"/>
          <a:lstStyle/>
          <a:p>
            <a:pPr marL="0" indent="0" algn="ctr">
              <a:buNone/>
            </a:pPr>
            <a:r>
              <a:rPr lang="en-US" sz="2000" b="1">
                <a:solidFill>
                  <a:srgbClr val="00402A"/>
                </a:solidFill>
                <a:latin typeface="IberPangea SmBold" pitchFamily="34" charset="0"/>
                <a:ea typeface="Arial" pitchFamily="34" charset="-122"/>
                <a:cs typeface="Arial" pitchFamily="34" charset="-120"/>
              </a:rPr>
              <a:t>A well implemented and fully working foundation can beat a game with multiple incomplete stretch capabilities</a:t>
            </a:r>
            <a:endParaRPr lang="en-US" sz="2000"/>
          </a:p>
        </p:txBody>
      </p:sp>
      <p:cxnSp>
        <p:nvCxnSpPr>
          <p:cNvPr id="3" name="Straight Connector 2">
            <a:extLst>
              <a:ext uri="{FF2B5EF4-FFF2-40B4-BE49-F238E27FC236}">
                <a16:creationId xmlns:a16="http://schemas.microsoft.com/office/drawing/2014/main" id="{DD81B940-9080-5BDB-5954-D796A576C581}"/>
              </a:ext>
            </a:extLst>
          </p:cNvPr>
          <p:cNvCxnSpPr>
            <a:cxnSpLocks/>
          </p:cNvCxnSpPr>
          <p:nvPr/>
        </p:nvCxnSpPr>
        <p:spPr>
          <a:xfrm>
            <a:off x="457426" y="980420"/>
            <a:ext cx="114279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1A95B38C-6F78-D8C7-05BC-42AA4F4E4A74}"/>
              </a:ext>
            </a:extLst>
          </p:cNvPr>
          <p:cNvPicPr>
            <a:picLocks noChangeAspect="1"/>
          </p:cNvPicPr>
          <p:nvPr/>
        </p:nvPicPr>
        <p:blipFill>
          <a:blip r:embed="rId3">
            <a:extLst>
              <a:ext uri="{28A0092B-C50C-407E-A947-70E740481C1C}">
                <a14:useLocalDpi xmlns:a14="http://schemas.microsoft.com/office/drawing/2010/main" val="0"/>
              </a:ext>
            </a:extLst>
          </a:blip>
          <a:srcRect r="70081"/>
          <a:stretch>
            <a:fillRect/>
          </a:stretch>
        </p:blipFill>
        <p:spPr>
          <a:xfrm>
            <a:off x="9820484" y="43166"/>
            <a:ext cx="447218" cy="996499"/>
          </a:xfrm>
          <a:prstGeom prst="rect">
            <a:avLst/>
          </a:prstGeom>
        </p:spPr>
      </p:pic>
      <p:sp>
        <p:nvSpPr>
          <p:cNvPr id="6" name="TextBox 5">
            <a:extLst>
              <a:ext uri="{FF2B5EF4-FFF2-40B4-BE49-F238E27FC236}">
                <a16:creationId xmlns:a16="http://schemas.microsoft.com/office/drawing/2014/main" id="{B92898F3-7224-0D57-E803-3BCA434FF1DB}"/>
              </a:ext>
            </a:extLst>
          </p:cNvPr>
          <p:cNvSpPr txBox="1"/>
          <p:nvPr/>
        </p:nvSpPr>
        <p:spPr>
          <a:xfrm>
            <a:off x="10415072" y="388515"/>
            <a:ext cx="1328486" cy="378067"/>
          </a:xfrm>
          <a:prstGeom prst="rect">
            <a:avLst/>
          </a:prstGeom>
          <a:noFill/>
        </p:spPr>
        <p:txBody>
          <a:bodyPr wrap="square" lIns="0" tIns="0" rIns="0" bIns="0" rtlCol="0">
            <a:noAutofit/>
          </a:bodyPr>
          <a:lstStyle/>
          <a:p>
            <a:r>
              <a:rPr lang="en-GB" sz="12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Digital Innovation &amp; Culture</a:t>
            </a:r>
          </a:p>
        </p:txBody>
      </p:sp>
      <p:grpSp>
        <p:nvGrpSpPr>
          <p:cNvPr id="7" name="Grupo 2">
            <a:extLst>
              <a:ext uri="{FF2B5EF4-FFF2-40B4-BE49-F238E27FC236}">
                <a16:creationId xmlns:a16="http://schemas.microsoft.com/office/drawing/2014/main" id="{C4659AE7-B88B-F407-2594-0EFF48F9B9E7}"/>
              </a:ext>
            </a:extLst>
          </p:cNvPr>
          <p:cNvGrpSpPr/>
          <p:nvPr/>
        </p:nvGrpSpPr>
        <p:grpSpPr>
          <a:xfrm>
            <a:off x="7748843" y="331479"/>
            <a:ext cx="2069820" cy="436991"/>
            <a:chOff x="7642518" y="280679"/>
            <a:chExt cx="2069820" cy="436991"/>
          </a:xfrm>
        </p:grpSpPr>
        <p:cxnSp>
          <p:nvCxnSpPr>
            <p:cNvPr id="10" name="Conector recto 25">
              <a:extLst>
                <a:ext uri="{FF2B5EF4-FFF2-40B4-BE49-F238E27FC236}">
                  <a16:creationId xmlns:a16="http://schemas.microsoft.com/office/drawing/2014/main" id="{3B0BB842-8624-0B09-328A-C244B9CDCECA}"/>
                </a:ext>
              </a:extLst>
            </p:cNvPr>
            <p:cNvCxnSpPr>
              <a:cxnSpLocks/>
            </p:cNvCxnSpPr>
            <p:nvPr userDrawn="1"/>
          </p:nvCxnSpPr>
          <p:spPr>
            <a:xfrm>
              <a:off x="9712338" y="280679"/>
              <a:ext cx="0" cy="436991"/>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1" name="Grupo 12">
              <a:extLst>
                <a:ext uri="{FF2B5EF4-FFF2-40B4-BE49-F238E27FC236}">
                  <a16:creationId xmlns:a16="http://schemas.microsoft.com/office/drawing/2014/main" id="{0A0B2B7B-2E94-3758-70ED-9B5315194A22}"/>
                </a:ext>
              </a:extLst>
            </p:cNvPr>
            <p:cNvGrpSpPr/>
            <p:nvPr userDrawn="1"/>
          </p:nvGrpSpPr>
          <p:grpSpPr>
            <a:xfrm>
              <a:off x="7642518" y="355149"/>
              <a:ext cx="1844178" cy="312857"/>
              <a:chOff x="858380" y="3171155"/>
              <a:chExt cx="4884170" cy="832550"/>
            </a:xfrm>
          </p:grpSpPr>
          <p:sp>
            <p:nvSpPr>
              <p:cNvPr id="12" name="Forma libre: forma 36">
                <a:extLst>
                  <a:ext uri="{FF2B5EF4-FFF2-40B4-BE49-F238E27FC236}">
                    <a16:creationId xmlns:a16="http://schemas.microsoft.com/office/drawing/2014/main" id="{2A9E0DBC-A0F9-D805-91F1-C0DBB3864E4B}"/>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13" name="Forma libre: forma 37">
                <a:extLst>
                  <a:ext uri="{FF2B5EF4-FFF2-40B4-BE49-F238E27FC236}">
                    <a16:creationId xmlns:a16="http://schemas.microsoft.com/office/drawing/2014/main" id="{496ECEBF-35F4-A365-4D49-F06FA7CC9D4F}"/>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14" name="Forma libre: forma 38">
                <a:extLst>
                  <a:ext uri="{FF2B5EF4-FFF2-40B4-BE49-F238E27FC236}">
                    <a16:creationId xmlns:a16="http://schemas.microsoft.com/office/drawing/2014/main" id="{E0C716BC-3085-35C4-D9EB-B819F64150C6}"/>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15" name="Forma libre: forma 39">
                <a:extLst>
                  <a:ext uri="{FF2B5EF4-FFF2-40B4-BE49-F238E27FC236}">
                    <a16:creationId xmlns:a16="http://schemas.microsoft.com/office/drawing/2014/main" id="{E85867FF-16A4-BE6E-0CC4-EC497FB6D2E9}"/>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16" name="Forma libre: forma 40">
                <a:extLst>
                  <a:ext uri="{FF2B5EF4-FFF2-40B4-BE49-F238E27FC236}">
                    <a16:creationId xmlns:a16="http://schemas.microsoft.com/office/drawing/2014/main" id="{A7B20032-BEE8-6DE9-BEB9-4F16D82BBCA1}"/>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17" name="Forma libre: forma 41">
                <a:extLst>
                  <a:ext uri="{FF2B5EF4-FFF2-40B4-BE49-F238E27FC236}">
                    <a16:creationId xmlns:a16="http://schemas.microsoft.com/office/drawing/2014/main" id="{B26E22CD-AA90-5638-2D86-AD2BA05ABF5B}"/>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18" name="Forma libre: forma 42">
                <a:extLst>
                  <a:ext uri="{FF2B5EF4-FFF2-40B4-BE49-F238E27FC236}">
                    <a16:creationId xmlns:a16="http://schemas.microsoft.com/office/drawing/2014/main" id="{A5B6CCFD-6C45-0279-3B76-70BCC3257279}"/>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19" name="Forma libre: forma 43">
                <a:extLst>
                  <a:ext uri="{FF2B5EF4-FFF2-40B4-BE49-F238E27FC236}">
                    <a16:creationId xmlns:a16="http://schemas.microsoft.com/office/drawing/2014/main" id="{4697F161-A18B-EE5F-E40D-6B3B6BC93EEB}"/>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20" name="Forma libre: forma 44">
                <a:extLst>
                  <a:ext uri="{FF2B5EF4-FFF2-40B4-BE49-F238E27FC236}">
                    <a16:creationId xmlns:a16="http://schemas.microsoft.com/office/drawing/2014/main" id="{3A501D70-DA6A-729A-33CD-D48FC8C95ECA}"/>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21" name="Forma libre: forma 45">
                <a:extLst>
                  <a:ext uri="{FF2B5EF4-FFF2-40B4-BE49-F238E27FC236}">
                    <a16:creationId xmlns:a16="http://schemas.microsoft.com/office/drawing/2014/main" id="{5E5C786F-8F7F-F4A4-37F3-146F7F1DA9DA}"/>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22" name="Forma libre: forma 46">
                <a:extLst>
                  <a:ext uri="{FF2B5EF4-FFF2-40B4-BE49-F238E27FC236}">
                    <a16:creationId xmlns:a16="http://schemas.microsoft.com/office/drawing/2014/main" id="{2616ED77-C723-E99A-368C-A3127CF1CCA7}"/>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23" name="Forma libre: forma 47">
                <a:extLst>
                  <a:ext uri="{FF2B5EF4-FFF2-40B4-BE49-F238E27FC236}">
                    <a16:creationId xmlns:a16="http://schemas.microsoft.com/office/drawing/2014/main" id="{123EE45F-BBCD-593D-61CD-1ED1D764B172}"/>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24" name="Forma libre: forma 48">
                <a:extLst>
                  <a:ext uri="{FF2B5EF4-FFF2-40B4-BE49-F238E27FC236}">
                    <a16:creationId xmlns:a16="http://schemas.microsoft.com/office/drawing/2014/main" id="{5B47448C-5DE6-8B41-9D79-AB50C6A6BA21}"/>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25" name="Forma libre: forma 49">
                <a:extLst>
                  <a:ext uri="{FF2B5EF4-FFF2-40B4-BE49-F238E27FC236}">
                    <a16:creationId xmlns:a16="http://schemas.microsoft.com/office/drawing/2014/main" id="{2570C5AB-7F3F-5D3E-74EB-24CCA0867B64}"/>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26" name="Forma libre: forma 50">
                <a:extLst>
                  <a:ext uri="{FF2B5EF4-FFF2-40B4-BE49-F238E27FC236}">
                    <a16:creationId xmlns:a16="http://schemas.microsoft.com/office/drawing/2014/main" id="{3EBF72F8-5F69-694E-0703-FE5E3B270DD6}"/>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27" name="Forma libre: forma 51">
                <a:extLst>
                  <a:ext uri="{FF2B5EF4-FFF2-40B4-BE49-F238E27FC236}">
                    <a16:creationId xmlns:a16="http://schemas.microsoft.com/office/drawing/2014/main" id="{5D976195-402F-57AF-CB4A-3D079AB10C50}"/>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81601"/>
            <a:ext cx="9573555" cy="642637"/>
          </a:xfrm>
          <a:prstGeom prst="rect">
            <a:avLst/>
          </a:prstGeom>
          <a:noFill/>
          <a:ln/>
        </p:spPr>
        <p:txBody>
          <a:bodyPr wrap="square" lIns="0" tIns="0" rIns="0" bIns="0" rtlCol="0" anchor="ctr"/>
          <a:lstStyle/>
          <a:p>
            <a:pPr marL="0" indent="0">
              <a:buNone/>
            </a:pPr>
            <a:r>
              <a:rPr lang="en-US" sz="2300" b="1">
                <a:solidFill>
                  <a:srgbClr val="008C39"/>
                </a:solidFill>
                <a:latin typeface="IberPangea (Headings)"/>
                <a:ea typeface="Arial" pitchFamily="34" charset="-122"/>
                <a:cs typeface="Arial" pitchFamily="34" charset="-120"/>
              </a:rPr>
              <a:t>How we will judge</a:t>
            </a:r>
            <a:endParaRPr lang="en-US" sz="2300">
              <a:latin typeface="IberPangea (Headings)"/>
            </a:endParaRPr>
          </a:p>
        </p:txBody>
      </p:sp>
      <p:graphicFrame>
        <p:nvGraphicFramePr>
          <p:cNvPr id="9" name="Table 0"/>
          <p:cNvGraphicFramePr>
            <a:graphicFrameLocks noGrp="1"/>
          </p:cNvGraphicFramePr>
          <p:nvPr>
            <p:extLst>
              <p:ext uri="{D42A27DB-BD31-4B8C-83A1-F6EECF244321}">
                <p14:modId xmlns:p14="http://schemas.microsoft.com/office/powerpoint/2010/main" val="362304721"/>
              </p:ext>
            </p:extLst>
          </p:nvPr>
        </p:nvGraphicFramePr>
        <p:xfrm>
          <a:off x="548640" y="1417320"/>
          <a:ext cx="4937760" cy="4069080"/>
        </p:xfrm>
        <a:graphic>
          <a:graphicData uri="http://schemas.openxmlformats.org/drawingml/2006/table">
            <a:tbl>
              <a:tblPr/>
              <a:tblGrid>
                <a:gridCol w="38404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tblGrid>
              <a:tr h="502920">
                <a:tc>
                  <a:txBody>
                    <a:bodyPr/>
                    <a:lstStyle/>
                    <a:p>
                      <a:pPr marL="0" indent="0">
                        <a:buNone/>
                      </a:pPr>
                      <a:r>
                        <a:rPr lang="en-US" sz="1600" b="1">
                          <a:solidFill>
                            <a:srgbClr val="FFFFFF"/>
                          </a:solidFill>
                          <a:latin typeface="IberPangea SmBold" pitchFamily="34" charset="0"/>
                          <a:ea typeface="Arial" pitchFamily="34" charset="-122"/>
                          <a:cs typeface="Arial" pitchFamily="34" charset="-120"/>
                        </a:rPr>
                        <a:t>Area</a:t>
                      </a:r>
                      <a:endParaRPr lang="en-US" sz="1600">
                        <a:latin typeface="Arial" charset="0"/>
                        <a:ea typeface="Arial" charset="0"/>
                        <a:cs typeface="Arial" charset="0"/>
                      </a:endParaRPr>
                    </a:p>
                  </a:txBody>
                  <a:tcPr marL="127000" marR="127000" marT="76200" marB="76200" anchor="ctr">
                    <a:lnL w="12700" cap="flat" cmpd="sng" algn="ctr">
                      <a:solidFill>
                        <a:srgbClr val="D0D0D0"/>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solidFill>
                      <a:srgbClr val="00402A"/>
                    </a:solidFill>
                  </a:tcPr>
                </a:tc>
                <a:tc>
                  <a:txBody>
                    <a:bodyPr/>
                    <a:lstStyle/>
                    <a:p>
                      <a:pPr marL="0" indent="0">
                        <a:buNone/>
                      </a:pPr>
                      <a:r>
                        <a:rPr lang="en-US" sz="1600" b="1">
                          <a:solidFill>
                            <a:srgbClr val="FFFFFF"/>
                          </a:solidFill>
                          <a:latin typeface="IberPangea SmBold" pitchFamily="34" charset="0"/>
                          <a:ea typeface="Arial" pitchFamily="34" charset="-122"/>
                          <a:cs typeface="Arial" pitchFamily="34" charset="-120"/>
                        </a:rPr>
                        <a:t>Marks</a:t>
                      </a:r>
                      <a:endParaRPr lang="en-US" sz="1600">
                        <a:latin typeface="Arial" charset="0"/>
                        <a:ea typeface="Arial" charset="0"/>
                        <a:cs typeface="Arial" charset="0"/>
                      </a:endParaRPr>
                    </a:p>
                  </a:txBody>
                  <a:tcPr marL="127000" marR="127000" marT="76200" marB="76200" anchor="ctr">
                    <a:lnL w="12700" cap="flat" cmpd="sng" algn="ctr">
                      <a:solidFill>
                        <a:srgbClr val="D0D0D0"/>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solidFill>
                      <a:srgbClr val="00402A"/>
                    </a:solidFill>
                  </a:tcPr>
                </a:tc>
                <a:extLst>
                  <a:ext uri="{0D108BD9-81ED-4DB2-BD59-A6C34878D82A}">
                    <a16:rowId xmlns:a16="http://schemas.microsoft.com/office/drawing/2014/main" val="10000"/>
                  </a:ext>
                </a:extLst>
              </a:tr>
              <a:tr h="713232">
                <a:tc>
                  <a:txBody>
                    <a:bodyPr/>
                    <a:lstStyle/>
                    <a:p>
                      <a:pPr marL="0" indent="0">
                        <a:buNone/>
                      </a:pPr>
                      <a:r>
                        <a:rPr lang="en-US" sz="1500" b="1">
                          <a:solidFill>
                            <a:srgbClr val="00402A"/>
                          </a:solidFill>
                          <a:latin typeface="IberPangea SmBold" pitchFamily="34" charset="0"/>
                          <a:ea typeface="Arial" pitchFamily="34" charset="-122"/>
                          <a:cs typeface="Arial" pitchFamily="34" charset="-120"/>
                        </a:rPr>
                        <a:t>Architecture and design</a:t>
                      </a:r>
                      <a:endParaRPr lang="en-US" sz="1500">
                        <a:latin typeface="Arial" charset="0"/>
                        <a:ea typeface="Arial" charset="0"/>
                        <a:cs typeface="Arial" charset="0"/>
                      </a:endParaRPr>
                    </a:p>
                  </a:txBody>
                  <a:tcPr marL="127000" marR="127000" marT="76200" marB="76200" anchor="ctr">
                    <a:lnL w="12700" cap="flat" cmpd="sng" algn="ctr">
                      <a:solidFill>
                        <a:srgbClr val="D0D0D0"/>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tcPr>
                </a:tc>
                <a:tc>
                  <a:txBody>
                    <a:bodyPr/>
                    <a:lstStyle/>
                    <a:p>
                      <a:pPr marL="0" indent="0" algn="ctr">
                        <a:buNone/>
                      </a:pPr>
                      <a:r>
                        <a:rPr lang="en-US" sz="2000" b="1">
                          <a:solidFill>
                            <a:srgbClr val="008C39"/>
                          </a:solidFill>
                          <a:latin typeface="IberPangea SmBold" pitchFamily="34" charset="0"/>
                          <a:ea typeface="Arial" pitchFamily="34" charset="-122"/>
                          <a:cs typeface="Arial" pitchFamily="34" charset="-120"/>
                        </a:rPr>
                        <a:t>25</a:t>
                      </a:r>
                      <a:endParaRPr lang="en-US" sz="2000">
                        <a:latin typeface="Arial" charset="0"/>
                        <a:ea typeface="Arial" charset="0"/>
                        <a:cs typeface="Arial" charset="0"/>
                      </a:endParaRPr>
                    </a:p>
                  </a:txBody>
                  <a:tcPr marL="127000" marR="127000" marT="76200" marB="76200" anchor="ctr">
                    <a:lnL w="12700" cap="flat" cmpd="sng" algn="ctr">
                      <a:solidFill>
                        <a:srgbClr val="D0D0D0"/>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1"/>
                  </a:ext>
                </a:extLst>
              </a:tr>
              <a:tr h="713232">
                <a:tc>
                  <a:txBody>
                    <a:bodyPr/>
                    <a:lstStyle/>
                    <a:p>
                      <a:pPr marL="0" indent="0">
                        <a:buNone/>
                      </a:pPr>
                      <a:r>
                        <a:rPr lang="en-US" sz="1500" b="1">
                          <a:solidFill>
                            <a:srgbClr val="00402A"/>
                          </a:solidFill>
                          <a:latin typeface="IberPangea SmBold" pitchFamily="34" charset="0"/>
                          <a:ea typeface="Arial" pitchFamily="34" charset="-122"/>
                          <a:cs typeface="Arial" pitchFamily="34" charset="-120"/>
                        </a:rPr>
                        <a:t>Engineering and testing</a:t>
                      </a:r>
                      <a:endParaRPr lang="en-US" sz="1500">
                        <a:latin typeface="Arial" charset="0"/>
                        <a:ea typeface="Arial" charset="0"/>
                        <a:cs typeface="Arial" charset="0"/>
                      </a:endParaRPr>
                    </a:p>
                  </a:txBody>
                  <a:tcPr marL="127000" marR="127000" marT="76200" marB="76200" anchor="ctr">
                    <a:lnL w="12700" cap="flat" cmpd="sng" algn="ctr">
                      <a:solidFill>
                        <a:srgbClr val="D0D0D0"/>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tcPr>
                </a:tc>
                <a:tc>
                  <a:txBody>
                    <a:bodyPr/>
                    <a:lstStyle/>
                    <a:p>
                      <a:pPr marL="0" indent="0" algn="ctr">
                        <a:buNone/>
                      </a:pPr>
                      <a:r>
                        <a:rPr lang="en-US" sz="2000" b="1">
                          <a:solidFill>
                            <a:srgbClr val="008C39"/>
                          </a:solidFill>
                          <a:latin typeface="IberPangea SmBold" pitchFamily="34" charset="0"/>
                          <a:ea typeface="Arial" pitchFamily="34" charset="-122"/>
                          <a:cs typeface="Arial" pitchFamily="34" charset="-120"/>
                        </a:rPr>
                        <a:t>25</a:t>
                      </a:r>
                      <a:endParaRPr lang="en-US" sz="2000">
                        <a:latin typeface="Arial" charset="0"/>
                        <a:ea typeface="Arial" charset="0"/>
                        <a:cs typeface="Arial" charset="0"/>
                      </a:endParaRPr>
                    </a:p>
                  </a:txBody>
                  <a:tcPr marL="127000" marR="127000" marT="76200" marB="76200" anchor="ctr">
                    <a:lnL w="12700" cap="flat" cmpd="sng" algn="ctr">
                      <a:solidFill>
                        <a:srgbClr val="D0D0D0"/>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2"/>
                  </a:ext>
                </a:extLst>
              </a:tr>
              <a:tr h="713232">
                <a:tc>
                  <a:txBody>
                    <a:bodyPr/>
                    <a:lstStyle/>
                    <a:p>
                      <a:pPr marL="0" indent="0">
                        <a:buNone/>
                      </a:pPr>
                      <a:r>
                        <a:rPr lang="en-US" sz="1500" b="1">
                          <a:solidFill>
                            <a:srgbClr val="00402A"/>
                          </a:solidFill>
                          <a:latin typeface="IberPangea SmBold" pitchFamily="34" charset="0"/>
                          <a:ea typeface="Arial" pitchFamily="34" charset="-122"/>
                          <a:cs typeface="Arial" pitchFamily="34" charset="-120"/>
                        </a:rPr>
                        <a:t>Learning and cyber accuracy</a:t>
                      </a:r>
                      <a:endParaRPr lang="en-US" sz="1500">
                        <a:latin typeface="Arial" charset="0"/>
                        <a:ea typeface="Arial" charset="0"/>
                        <a:cs typeface="Arial" charset="0"/>
                      </a:endParaRPr>
                    </a:p>
                  </a:txBody>
                  <a:tcPr marL="127000" marR="127000" marT="76200" marB="76200" anchor="ctr">
                    <a:lnL w="12700" cap="flat" cmpd="sng" algn="ctr">
                      <a:solidFill>
                        <a:srgbClr val="D0D0D0"/>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tcPr>
                </a:tc>
                <a:tc>
                  <a:txBody>
                    <a:bodyPr/>
                    <a:lstStyle/>
                    <a:p>
                      <a:pPr marL="0" indent="0" algn="ctr">
                        <a:buNone/>
                      </a:pPr>
                      <a:r>
                        <a:rPr lang="en-US" sz="2000" b="1">
                          <a:solidFill>
                            <a:srgbClr val="008C39"/>
                          </a:solidFill>
                          <a:latin typeface="IberPangea SmBold" pitchFamily="34" charset="0"/>
                          <a:ea typeface="Arial" pitchFamily="34" charset="-122"/>
                          <a:cs typeface="Arial" pitchFamily="34" charset="-120"/>
                        </a:rPr>
                        <a:t>20</a:t>
                      </a:r>
                      <a:endParaRPr lang="en-US" sz="2000">
                        <a:latin typeface="Arial" charset="0"/>
                        <a:ea typeface="Arial" charset="0"/>
                        <a:cs typeface="Arial" charset="0"/>
                      </a:endParaRPr>
                    </a:p>
                  </a:txBody>
                  <a:tcPr marL="127000" marR="127000" marT="76200" marB="76200" anchor="ctr">
                    <a:lnL w="12700" cap="flat" cmpd="sng" algn="ctr">
                      <a:solidFill>
                        <a:srgbClr val="D0D0D0"/>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3"/>
                  </a:ext>
                </a:extLst>
              </a:tr>
              <a:tr h="713232">
                <a:tc>
                  <a:txBody>
                    <a:bodyPr/>
                    <a:lstStyle/>
                    <a:p>
                      <a:pPr marL="0" indent="0">
                        <a:buNone/>
                      </a:pPr>
                      <a:r>
                        <a:rPr lang="en-US" sz="1500" b="1">
                          <a:solidFill>
                            <a:srgbClr val="00402A"/>
                          </a:solidFill>
                          <a:latin typeface="IberPangea SmBold" pitchFamily="34" charset="0"/>
                          <a:ea typeface="Arial" pitchFamily="34" charset="-122"/>
                          <a:cs typeface="Arial" pitchFamily="34" charset="-120"/>
                        </a:rPr>
                        <a:t>Player experience</a:t>
                      </a:r>
                      <a:endParaRPr lang="en-US" sz="1500">
                        <a:latin typeface="Arial" charset="0"/>
                        <a:ea typeface="Arial" charset="0"/>
                        <a:cs typeface="Arial" charset="0"/>
                      </a:endParaRPr>
                    </a:p>
                  </a:txBody>
                  <a:tcPr marL="127000" marR="127000" marT="76200" marB="76200" anchor="ctr">
                    <a:lnL w="12700" cap="flat" cmpd="sng" algn="ctr">
                      <a:solidFill>
                        <a:srgbClr val="D0D0D0"/>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tcPr>
                </a:tc>
                <a:tc>
                  <a:txBody>
                    <a:bodyPr/>
                    <a:lstStyle/>
                    <a:p>
                      <a:pPr marL="0" indent="0" algn="ctr">
                        <a:buNone/>
                      </a:pPr>
                      <a:r>
                        <a:rPr lang="en-US" sz="2000" b="1">
                          <a:solidFill>
                            <a:srgbClr val="008C39"/>
                          </a:solidFill>
                          <a:latin typeface="IberPangea SmBold" pitchFamily="34" charset="0"/>
                          <a:ea typeface="Arial" pitchFamily="34" charset="-122"/>
                          <a:cs typeface="Arial" pitchFamily="34" charset="-120"/>
                        </a:rPr>
                        <a:t>15</a:t>
                      </a:r>
                      <a:endParaRPr lang="en-US" sz="2000">
                        <a:latin typeface="Arial" charset="0"/>
                        <a:ea typeface="Arial" charset="0"/>
                        <a:cs typeface="Arial" charset="0"/>
                      </a:endParaRPr>
                    </a:p>
                  </a:txBody>
                  <a:tcPr marL="127000" marR="127000" marT="76200" marB="76200" anchor="ctr">
                    <a:lnL w="12700" cap="flat" cmpd="sng" algn="ctr">
                      <a:solidFill>
                        <a:srgbClr val="D0D0D0"/>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4"/>
                  </a:ext>
                </a:extLst>
              </a:tr>
              <a:tr h="713232">
                <a:tc>
                  <a:txBody>
                    <a:bodyPr/>
                    <a:lstStyle/>
                    <a:p>
                      <a:pPr marL="0" indent="0">
                        <a:buNone/>
                      </a:pPr>
                      <a:r>
                        <a:rPr lang="en-US" sz="1500" b="1">
                          <a:solidFill>
                            <a:srgbClr val="00402A"/>
                          </a:solidFill>
                          <a:latin typeface="IberPangea SmBold" pitchFamily="34" charset="0"/>
                          <a:ea typeface="Arial" pitchFamily="34" charset="-122"/>
                          <a:cs typeface="Arial" pitchFamily="34" charset="-120"/>
                        </a:rPr>
                        <a:t>Communication and honesty</a:t>
                      </a:r>
                      <a:endParaRPr lang="en-US" sz="1500">
                        <a:latin typeface="Arial" charset="0"/>
                        <a:ea typeface="Arial" charset="0"/>
                        <a:cs typeface="Arial" charset="0"/>
                      </a:endParaRPr>
                    </a:p>
                  </a:txBody>
                  <a:tcPr marL="127000" marR="127000" marT="76200" marB="76200" anchor="ctr">
                    <a:lnL w="12700" cap="flat" cmpd="sng" algn="ctr">
                      <a:solidFill>
                        <a:srgbClr val="D0D0D0"/>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tcPr>
                </a:tc>
                <a:tc>
                  <a:txBody>
                    <a:bodyPr/>
                    <a:lstStyle/>
                    <a:p>
                      <a:pPr marL="0" indent="0" algn="ctr">
                        <a:buNone/>
                      </a:pPr>
                      <a:r>
                        <a:rPr lang="en-US" sz="2000" b="1">
                          <a:solidFill>
                            <a:srgbClr val="008C39"/>
                          </a:solidFill>
                          <a:latin typeface="IberPangea SmBold" pitchFamily="34" charset="0"/>
                          <a:ea typeface="Arial" pitchFamily="34" charset="-122"/>
                          <a:cs typeface="Arial" pitchFamily="34" charset="-120"/>
                        </a:rPr>
                        <a:t>15</a:t>
                      </a:r>
                      <a:endParaRPr lang="en-US" sz="2000">
                        <a:latin typeface="Arial" charset="0"/>
                        <a:ea typeface="Arial" charset="0"/>
                        <a:cs typeface="Arial" charset="0"/>
                      </a:endParaRPr>
                    </a:p>
                  </a:txBody>
                  <a:tcPr marL="127000" marR="127000" marT="76200" marB="76200" anchor="ctr">
                    <a:lnL w="12700" cap="flat" cmpd="sng" algn="ctr">
                      <a:solidFill>
                        <a:srgbClr val="D0D0D0"/>
                      </a:solidFill>
                      <a:prstDash val="solid"/>
                      <a:round/>
                      <a:headEnd type="none" w="med" len="med"/>
                      <a:tailEnd type="none" w="med" len="med"/>
                    </a:lnL>
                    <a:lnR w="12700" cap="flat" cmpd="sng" algn="ctr">
                      <a:solidFill>
                        <a:srgbClr val="D0D0D0"/>
                      </a:solidFill>
                      <a:prstDash val="solid"/>
                      <a:round/>
                      <a:headEnd type="none" w="med" len="med"/>
                      <a:tailEnd type="none" w="med" len="med"/>
                    </a:lnR>
                    <a:lnT w="12700" cap="flat" cmpd="sng" algn="ctr">
                      <a:solidFill>
                        <a:srgbClr val="D0D0D0"/>
                      </a:solidFill>
                      <a:prstDash val="solid"/>
                      <a:round/>
                      <a:headEnd type="none" w="med" len="med"/>
                      <a:tailEnd type="none" w="med" len="med"/>
                    </a:lnT>
                    <a:lnB w="12700" cap="flat" cmpd="sng" algn="ctr">
                      <a:solidFill>
                        <a:srgbClr val="D0D0D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txBox="1"/>
          <p:nvPr/>
        </p:nvSpPr>
        <p:spPr>
          <a:xfrm>
            <a:off x="5852160" y="1417320"/>
            <a:ext cx="5788152" cy="1298448"/>
          </a:xfrm>
          <a:prstGeom prst="roundRect">
            <a:avLst>
              <a:gd name="adj" fmla="val 8451"/>
            </a:avLst>
          </a:prstGeom>
          <a:solidFill>
            <a:srgbClr val="FFFFFF"/>
          </a:solidFill>
          <a:ln w="22225">
            <a:solidFill>
              <a:srgbClr val="5BD38C"/>
            </a:solidFill>
          </a:ln>
        </p:spPr>
        <p:txBody>
          <a:bodyPr wrap="square" lIns="1270000" tIns="101600" rIns="203200" bIns="101600" rtlCol="0" anchor="ctr"/>
          <a:lstStyle/>
          <a:p>
            <a:pPr marL="0" indent="0" algn="l">
              <a:buNone/>
            </a:pPr>
            <a:r>
              <a:rPr lang="en-US" sz="1800" b="1">
                <a:solidFill>
                  <a:srgbClr val="00402A"/>
                </a:solidFill>
                <a:latin typeface="IberPangea SmBold" pitchFamily="34" charset="0"/>
                <a:ea typeface="Arial" pitchFamily="34" charset="-122"/>
                <a:cs typeface="Arial" pitchFamily="34" charset="-120"/>
              </a:rPr>
              <a:t>Show it working</a:t>
            </a:r>
            <a:endParaRPr lang="en-US" sz="1800"/>
          </a:p>
          <a:p>
            <a:pPr marL="0" indent="0" algn="l">
              <a:buNone/>
            </a:pPr>
            <a:r>
              <a:rPr lang="en-US" sz="1500">
                <a:solidFill>
                  <a:srgbClr val="3A3735"/>
                </a:solidFill>
                <a:latin typeface="IberPangea" pitchFamily="34" charset="0"/>
                <a:ea typeface="Arial" pitchFamily="34" charset="-122"/>
                <a:cs typeface="Arial" pitchFamily="34" charset="-120"/>
              </a:rPr>
              <a:t>The core rules, one question answer changing the game and your theme.</a:t>
            </a:r>
            <a:endParaRPr lang="en-US" sz="1800"/>
          </a:p>
        </p:txBody>
      </p:sp>
      <p:sp>
        <p:nvSpPr>
          <p:cNvPr id="5" name="Shape 2"/>
          <p:cNvSpPr/>
          <p:nvPr/>
        </p:nvSpPr>
        <p:spPr>
          <a:xfrm>
            <a:off x="6080760" y="1636776"/>
            <a:ext cx="859536" cy="859536"/>
          </a:xfrm>
          <a:prstGeom prst="ellipse">
            <a:avLst/>
          </a:prstGeom>
          <a:solidFill>
            <a:srgbClr val="00402A"/>
          </a:solidFill>
          <a:ln w="12700">
            <a:solidFill>
              <a:srgbClr val="00402A"/>
            </a:solidFill>
            <a:prstDash val="solid"/>
          </a:ln>
        </p:spPr>
        <p:txBody>
          <a:bodyPr/>
          <a:lstStyle/>
          <a:p>
            <a:endParaRPr lang="en-GB"/>
          </a:p>
        </p:txBody>
      </p:sp>
      <p:sp>
        <p:nvSpPr>
          <p:cNvPr id="7" name="Text 3"/>
          <p:cNvSpPr txBox="1"/>
          <p:nvPr/>
        </p:nvSpPr>
        <p:spPr>
          <a:xfrm>
            <a:off x="5852160" y="2898648"/>
            <a:ext cx="5788152" cy="1298448"/>
          </a:xfrm>
          <a:prstGeom prst="roundRect">
            <a:avLst>
              <a:gd name="adj" fmla="val 8451"/>
            </a:avLst>
          </a:prstGeom>
          <a:solidFill>
            <a:srgbClr val="FFFFFF"/>
          </a:solidFill>
          <a:ln w="22225">
            <a:solidFill>
              <a:srgbClr val="5BD38C"/>
            </a:solidFill>
          </a:ln>
        </p:spPr>
        <p:txBody>
          <a:bodyPr wrap="square" lIns="1270000" tIns="101600" rIns="203200" bIns="101600" rtlCol="0" anchor="ctr"/>
          <a:lstStyle/>
          <a:p>
            <a:pPr marL="0" indent="0" algn="l">
              <a:buNone/>
            </a:pPr>
            <a:r>
              <a:rPr lang="en-US" b="1">
                <a:solidFill>
                  <a:srgbClr val="00402A"/>
                </a:solidFill>
                <a:latin typeface="IberPangea SmBold" pitchFamily="34" charset="0"/>
                <a:cs typeface="Arial" pitchFamily="34" charset="-120"/>
              </a:rPr>
              <a:t>Be honest about limits </a:t>
            </a:r>
            <a:endParaRPr lang="en-US" sz="1800"/>
          </a:p>
          <a:p>
            <a:pPr marL="0" indent="0" algn="l">
              <a:buNone/>
            </a:pPr>
            <a:r>
              <a:rPr lang="en-US">
                <a:solidFill>
                  <a:srgbClr val="3A3735"/>
                </a:solidFill>
                <a:latin typeface="IberPangea" pitchFamily="34" charset="0"/>
                <a:ea typeface="Arial" pitchFamily="34" charset="-122"/>
                <a:cs typeface="Arial" pitchFamily="34" charset="-120"/>
              </a:rPr>
              <a:t>Tell us what doesn’t work yet and where AI has helped</a:t>
            </a:r>
            <a:endParaRPr lang="en-US" sz="1500">
              <a:solidFill>
                <a:srgbClr val="3A3735"/>
              </a:solidFill>
              <a:latin typeface="IberPangea" pitchFamily="34" charset="0"/>
              <a:ea typeface="Arial" pitchFamily="34" charset="-122"/>
              <a:cs typeface="Arial" pitchFamily="34" charset="-120"/>
            </a:endParaRPr>
          </a:p>
        </p:txBody>
      </p:sp>
      <p:sp>
        <p:nvSpPr>
          <p:cNvPr id="8" name="Shape 4"/>
          <p:cNvSpPr/>
          <p:nvPr/>
        </p:nvSpPr>
        <p:spPr>
          <a:xfrm>
            <a:off x="6080760" y="3118104"/>
            <a:ext cx="859536" cy="859536"/>
          </a:xfrm>
          <a:prstGeom prst="ellipse">
            <a:avLst/>
          </a:prstGeom>
          <a:solidFill>
            <a:srgbClr val="E3850D"/>
          </a:solidFill>
          <a:ln w="12700">
            <a:solidFill>
              <a:srgbClr val="E3850D"/>
            </a:solidFill>
            <a:prstDash val="solid"/>
          </a:ln>
        </p:spPr>
        <p:txBody>
          <a:bodyPr/>
          <a:lstStyle/>
          <a:p>
            <a:endParaRPr lang="en-GB"/>
          </a:p>
        </p:txBody>
      </p:sp>
      <p:sp>
        <p:nvSpPr>
          <p:cNvPr id="10" name="Text 5"/>
          <p:cNvSpPr txBox="1"/>
          <p:nvPr/>
        </p:nvSpPr>
        <p:spPr>
          <a:xfrm>
            <a:off x="5852160" y="4379976"/>
            <a:ext cx="5788152" cy="1298448"/>
          </a:xfrm>
          <a:prstGeom prst="roundRect">
            <a:avLst>
              <a:gd name="adj" fmla="val 8451"/>
            </a:avLst>
          </a:prstGeom>
          <a:solidFill>
            <a:srgbClr val="FFFFFF"/>
          </a:solidFill>
          <a:ln w="22225">
            <a:solidFill>
              <a:srgbClr val="5BD38C"/>
            </a:solidFill>
          </a:ln>
        </p:spPr>
        <p:txBody>
          <a:bodyPr wrap="square" lIns="1270000" tIns="101600" rIns="203200" bIns="101600" rtlCol="0" anchor="ctr"/>
          <a:lstStyle/>
          <a:p>
            <a:pPr marL="0" indent="0" algn="l">
              <a:buNone/>
            </a:pPr>
            <a:r>
              <a:rPr lang="en-US" sz="1800" b="1">
                <a:solidFill>
                  <a:srgbClr val="00402A"/>
                </a:solidFill>
                <a:latin typeface="IberPangea SmBold" pitchFamily="34" charset="0"/>
                <a:ea typeface="Arial" pitchFamily="34" charset="-122"/>
                <a:cs typeface="Arial" pitchFamily="34" charset="-120"/>
              </a:rPr>
              <a:t>Explain a design decision and a test</a:t>
            </a:r>
            <a:endParaRPr lang="en-US" sz="1800"/>
          </a:p>
          <a:p>
            <a:pPr marL="0" indent="0" algn="l">
              <a:buNone/>
            </a:pPr>
            <a:r>
              <a:rPr lang="en-US" sz="1500">
                <a:solidFill>
                  <a:srgbClr val="3A3735"/>
                </a:solidFill>
                <a:latin typeface="IberPangea" pitchFamily="34" charset="0"/>
                <a:ea typeface="Arial" pitchFamily="34" charset="-122"/>
                <a:cs typeface="Arial" pitchFamily="34" charset="-120"/>
              </a:rPr>
              <a:t>We may ask anyone on your team.</a:t>
            </a:r>
            <a:endParaRPr lang="en-US" sz="1800"/>
          </a:p>
        </p:txBody>
      </p:sp>
      <p:sp>
        <p:nvSpPr>
          <p:cNvPr id="11" name="Shape 6"/>
          <p:cNvSpPr/>
          <p:nvPr/>
        </p:nvSpPr>
        <p:spPr>
          <a:xfrm>
            <a:off x="6080760" y="4599432"/>
            <a:ext cx="859536" cy="859536"/>
          </a:xfrm>
          <a:prstGeom prst="ellipse">
            <a:avLst/>
          </a:prstGeom>
          <a:solidFill>
            <a:srgbClr val="008C39"/>
          </a:solidFill>
          <a:ln w="12700">
            <a:solidFill>
              <a:srgbClr val="008C39"/>
            </a:solidFill>
            <a:prstDash val="solid"/>
          </a:ln>
        </p:spPr>
        <p:txBody>
          <a:bodyPr/>
          <a:lstStyle/>
          <a:p>
            <a:endParaRPr lang="en-GB"/>
          </a:p>
        </p:txBody>
      </p:sp>
      <p:pic>
        <p:nvPicPr>
          <p:cNvPr id="12" name="Image 2" descr="preencoded.png"/>
          <p:cNvPicPr>
            <a:picLocks noChangeAspect="1"/>
          </p:cNvPicPr>
          <p:nvPr/>
        </p:nvPicPr>
        <p:blipFill>
          <a:blip r:embed="rId3"/>
          <a:stretch>
            <a:fillRect/>
          </a:stretch>
        </p:blipFill>
        <p:spPr>
          <a:xfrm>
            <a:off x="6304239" y="4822911"/>
            <a:ext cx="412577" cy="412577"/>
          </a:xfrm>
          <a:prstGeom prst="rect">
            <a:avLst/>
          </a:prstGeom>
        </p:spPr>
      </p:pic>
      <p:cxnSp>
        <p:nvCxnSpPr>
          <p:cNvPr id="15" name="Straight Connector 14">
            <a:extLst>
              <a:ext uri="{FF2B5EF4-FFF2-40B4-BE49-F238E27FC236}">
                <a16:creationId xmlns:a16="http://schemas.microsoft.com/office/drawing/2014/main" id="{142C3362-157C-4CD8-A8D4-A43C148F5875}"/>
              </a:ext>
            </a:extLst>
          </p:cNvPr>
          <p:cNvCxnSpPr>
            <a:cxnSpLocks/>
          </p:cNvCxnSpPr>
          <p:nvPr/>
        </p:nvCxnSpPr>
        <p:spPr>
          <a:xfrm>
            <a:off x="457426" y="824238"/>
            <a:ext cx="114279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F6718D60-CCF6-8BAD-8835-80853791462D}"/>
              </a:ext>
            </a:extLst>
          </p:cNvPr>
          <p:cNvPicPr>
            <a:picLocks noChangeAspect="1"/>
          </p:cNvPicPr>
          <p:nvPr/>
        </p:nvPicPr>
        <p:blipFill>
          <a:blip r:embed="rId4">
            <a:extLst>
              <a:ext uri="{28A0092B-C50C-407E-A947-70E740481C1C}">
                <a14:useLocalDpi xmlns:a14="http://schemas.microsoft.com/office/drawing/2010/main" val="0"/>
              </a:ext>
            </a:extLst>
          </a:blip>
          <a:srcRect r="70081"/>
          <a:stretch>
            <a:fillRect/>
          </a:stretch>
        </p:blipFill>
        <p:spPr>
          <a:xfrm>
            <a:off x="9820484" y="43166"/>
            <a:ext cx="447218" cy="996499"/>
          </a:xfrm>
          <a:prstGeom prst="rect">
            <a:avLst/>
          </a:prstGeom>
        </p:spPr>
      </p:pic>
      <p:sp>
        <p:nvSpPr>
          <p:cNvPr id="17" name="TextBox 16">
            <a:extLst>
              <a:ext uri="{FF2B5EF4-FFF2-40B4-BE49-F238E27FC236}">
                <a16:creationId xmlns:a16="http://schemas.microsoft.com/office/drawing/2014/main" id="{C61C2273-F320-D560-00D7-B1DF851E91CB}"/>
              </a:ext>
            </a:extLst>
          </p:cNvPr>
          <p:cNvSpPr txBox="1"/>
          <p:nvPr/>
        </p:nvSpPr>
        <p:spPr>
          <a:xfrm>
            <a:off x="10415072" y="388515"/>
            <a:ext cx="1328486" cy="378067"/>
          </a:xfrm>
          <a:prstGeom prst="rect">
            <a:avLst/>
          </a:prstGeom>
          <a:noFill/>
        </p:spPr>
        <p:txBody>
          <a:bodyPr wrap="square" lIns="0" tIns="0" rIns="0" bIns="0" rtlCol="0">
            <a:noAutofit/>
          </a:bodyPr>
          <a:lstStyle/>
          <a:p>
            <a:r>
              <a:rPr lang="en-GB" sz="1200">
                <a:solidFill>
                  <a:srgbClr val="008C38"/>
                </a:solidFill>
                <a:latin typeface="IberPangea Text Medium" panose="020B0604000000000000" pitchFamily="34" charset="0"/>
                <a:ea typeface="IberPangea Text Medium" panose="020B0604000000000000" pitchFamily="34" charset="0"/>
                <a:cs typeface="IberPangea Text Medium" panose="020B0604000000000000" pitchFamily="34" charset="0"/>
              </a:rPr>
              <a:t>Digital Innovation &amp; Culture</a:t>
            </a:r>
          </a:p>
        </p:txBody>
      </p:sp>
      <p:grpSp>
        <p:nvGrpSpPr>
          <p:cNvPr id="18" name="Grupo 2">
            <a:extLst>
              <a:ext uri="{FF2B5EF4-FFF2-40B4-BE49-F238E27FC236}">
                <a16:creationId xmlns:a16="http://schemas.microsoft.com/office/drawing/2014/main" id="{48F4344A-AE8E-7ADB-E9B1-F3AF9E2F76D5}"/>
              </a:ext>
            </a:extLst>
          </p:cNvPr>
          <p:cNvGrpSpPr/>
          <p:nvPr/>
        </p:nvGrpSpPr>
        <p:grpSpPr>
          <a:xfrm>
            <a:off x="7748843" y="331479"/>
            <a:ext cx="2069820" cy="436991"/>
            <a:chOff x="7642518" y="280679"/>
            <a:chExt cx="2069820" cy="436991"/>
          </a:xfrm>
        </p:grpSpPr>
        <p:cxnSp>
          <p:nvCxnSpPr>
            <p:cNvPr id="19" name="Conector recto 25">
              <a:extLst>
                <a:ext uri="{FF2B5EF4-FFF2-40B4-BE49-F238E27FC236}">
                  <a16:creationId xmlns:a16="http://schemas.microsoft.com/office/drawing/2014/main" id="{4EA6E6B6-DDB2-F7D6-DD5D-DF9F7C5C3F31}"/>
                </a:ext>
              </a:extLst>
            </p:cNvPr>
            <p:cNvCxnSpPr>
              <a:cxnSpLocks/>
            </p:cNvCxnSpPr>
            <p:nvPr userDrawn="1"/>
          </p:nvCxnSpPr>
          <p:spPr>
            <a:xfrm>
              <a:off x="9712338" y="280679"/>
              <a:ext cx="0" cy="436991"/>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20" name="Grupo 12">
              <a:extLst>
                <a:ext uri="{FF2B5EF4-FFF2-40B4-BE49-F238E27FC236}">
                  <a16:creationId xmlns:a16="http://schemas.microsoft.com/office/drawing/2014/main" id="{53673549-05B7-6FC9-C07A-4B1F6A076DB5}"/>
                </a:ext>
              </a:extLst>
            </p:cNvPr>
            <p:cNvGrpSpPr/>
            <p:nvPr userDrawn="1"/>
          </p:nvGrpSpPr>
          <p:grpSpPr>
            <a:xfrm>
              <a:off x="7642518" y="355149"/>
              <a:ext cx="1844178" cy="312857"/>
              <a:chOff x="858380" y="3171155"/>
              <a:chExt cx="4884170" cy="832550"/>
            </a:xfrm>
          </p:grpSpPr>
          <p:sp>
            <p:nvSpPr>
              <p:cNvPr id="21" name="Forma libre: forma 36">
                <a:extLst>
                  <a:ext uri="{FF2B5EF4-FFF2-40B4-BE49-F238E27FC236}">
                    <a16:creationId xmlns:a16="http://schemas.microsoft.com/office/drawing/2014/main" id="{5ECCD218-CAA2-81E6-BFF4-8DFC10D6DB7F}"/>
                  </a:ext>
                </a:extLst>
              </p:cNvPr>
              <p:cNvSpPr/>
              <p:nvPr/>
            </p:nvSpPr>
            <p:spPr>
              <a:xfrm>
                <a:off x="1915669" y="3359536"/>
                <a:ext cx="348035" cy="455921"/>
              </a:xfrm>
              <a:custGeom>
                <a:avLst/>
                <a:gdLst>
                  <a:gd name="connsiteX0" fmla="*/ 289273 w 348035"/>
                  <a:gd name="connsiteY0" fmla="*/ 231495 h 455921"/>
                  <a:gd name="connsiteX1" fmla="*/ 215038 w 348035"/>
                  <a:gd name="connsiteY1" fmla="*/ 201494 h 455921"/>
                  <a:gd name="connsiteX2" fmla="*/ 160737 w 348035"/>
                  <a:gd name="connsiteY2" fmla="*/ 186961 h 455921"/>
                  <a:gd name="connsiteX3" fmla="*/ 102602 w 348035"/>
                  <a:gd name="connsiteY3" fmla="*/ 162027 h 455921"/>
                  <a:gd name="connsiteX4" fmla="*/ 82402 w 348035"/>
                  <a:gd name="connsiteY4" fmla="*/ 119393 h 455921"/>
                  <a:gd name="connsiteX5" fmla="*/ 107369 w 348035"/>
                  <a:gd name="connsiteY5" fmla="*/ 75825 h 455921"/>
                  <a:gd name="connsiteX6" fmla="*/ 174037 w 348035"/>
                  <a:gd name="connsiteY6" fmla="*/ 59391 h 455921"/>
                  <a:gd name="connsiteX7" fmla="*/ 242538 w 348035"/>
                  <a:gd name="connsiteY7" fmla="*/ 77392 h 455921"/>
                  <a:gd name="connsiteX8" fmla="*/ 282539 w 348035"/>
                  <a:gd name="connsiteY8" fmla="*/ 133293 h 455921"/>
                  <a:gd name="connsiteX9" fmla="*/ 340007 w 348035"/>
                  <a:gd name="connsiteY9" fmla="*/ 111826 h 455921"/>
                  <a:gd name="connsiteX10" fmla="*/ 305906 w 348035"/>
                  <a:gd name="connsiteY10" fmla="*/ 50225 h 455921"/>
                  <a:gd name="connsiteX11" fmla="*/ 249239 w 348035"/>
                  <a:gd name="connsiteY11" fmla="*/ 12990 h 455921"/>
                  <a:gd name="connsiteX12" fmla="*/ 173137 w 348035"/>
                  <a:gd name="connsiteY12" fmla="*/ 23 h 455921"/>
                  <a:gd name="connsiteX13" fmla="*/ 90069 w 348035"/>
                  <a:gd name="connsiteY13" fmla="*/ 15824 h 455921"/>
                  <a:gd name="connsiteX14" fmla="*/ 34501 w 348035"/>
                  <a:gd name="connsiteY14" fmla="*/ 59725 h 455921"/>
                  <a:gd name="connsiteX15" fmla="*/ 14500 w 348035"/>
                  <a:gd name="connsiteY15" fmla="*/ 124459 h 455921"/>
                  <a:gd name="connsiteX16" fmla="*/ 66901 w 348035"/>
                  <a:gd name="connsiteY16" fmla="*/ 219828 h 455921"/>
                  <a:gd name="connsiteX17" fmla="*/ 131836 w 348035"/>
                  <a:gd name="connsiteY17" fmla="*/ 247495 h 455921"/>
                  <a:gd name="connsiteX18" fmla="*/ 186171 w 348035"/>
                  <a:gd name="connsiteY18" fmla="*/ 261996 h 455921"/>
                  <a:gd name="connsiteX19" fmla="*/ 241105 w 348035"/>
                  <a:gd name="connsiteY19" fmla="*/ 280963 h 455921"/>
                  <a:gd name="connsiteX20" fmla="*/ 271739 w 348035"/>
                  <a:gd name="connsiteY20" fmla="*/ 303997 h 455921"/>
                  <a:gd name="connsiteX21" fmla="*/ 281539 w 348035"/>
                  <a:gd name="connsiteY21" fmla="*/ 333997 h 455921"/>
                  <a:gd name="connsiteX22" fmla="*/ 253739 w 348035"/>
                  <a:gd name="connsiteY22" fmla="*/ 379498 h 455921"/>
                  <a:gd name="connsiteX23" fmla="*/ 179204 w 348035"/>
                  <a:gd name="connsiteY23" fmla="*/ 396532 h 455921"/>
                  <a:gd name="connsiteX24" fmla="*/ 100569 w 348035"/>
                  <a:gd name="connsiteY24" fmla="*/ 372865 h 455921"/>
                  <a:gd name="connsiteX25" fmla="*/ 56668 w 348035"/>
                  <a:gd name="connsiteY25" fmla="*/ 311897 h 455921"/>
                  <a:gd name="connsiteX26" fmla="*/ 0 w 348035"/>
                  <a:gd name="connsiteY26" fmla="*/ 335897 h 455921"/>
                  <a:gd name="connsiteX27" fmla="*/ 36934 w 348035"/>
                  <a:gd name="connsiteY27" fmla="*/ 399699 h 455921"/>
                  <a:gd name="connsiteX28" fmla="*/ 98202 w 348035"/>
                  <a:gd name="connsiteY28" fmla="*/ 441366 h 455921"/>
                  <a:gd name="connsiteX29" fmla="*/ 179370 w 348035"/>
                  <a:gd name="connsiteY29" fmla="*/ 455900 h 455921"/>
                  <a:gd name="connsiteX30" fmla="*/ 269072 w 348035"/>
                  <a:gd name="connsiteY30" fmla="*/ 439799 h 455921"/>
                  <a:gd name="connsiteX31" fmla="*/ 327507 w 348035"/>
                  <a:gd name="connsiteY31" fmla="*/ 395265 h 455921"/>
                  <a:gd name="connsiteX32" fmla="*/ 348007 w 348035"/>
                  <a:gd name="connsiteY32" fmla="*/ 328330 h 455921"/>
                  <a:gd name="connsiteX33" fmla="*/ 333474 w 348035"/>
                  <a:gd name="connsiteY33" fmla="*/ 273363 h 455921"/>
                  <a:gd name="connsiteX34" fmla="*/ 289273 w 348035"/>
                  <a:gd name="connsiteY34" fmla="*/ 231495 h 45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48035" h="455921">
                    <a:moveTo>
                      <a:pt x="289273" y="231495"/>
                    </a:moveTo>
                    <a:cubicBezTo>
                      <a:pt x="269672" y="219495"/>
                      <a:pt x="244928" y="209495"/>
                      <a:pt x="215038" y="201494"/>
                    </a:cubicBezTo>
                    <a:lnTo>
                      <a:pt x="160737" y="186961"/>
                    </a:lnTo>
                    <a:cubicBezTo>
                      <a:pt x="135469" y="179827"/>
                      <a:pt x="116092" y="171517"/>
                      <a:pt x="102602" y="162027"/>
                    </a:cubicBezTo>
                    <a:cubicBezTo>
                      <a:pt x="89112" y="152537"/>
                      <a:pt x="82378" y="138326"/>
                      <a:pt x="82402" y="119393"/>
                    </a:cubicBezTo>
                    <a:cubicBezTo>
                      <a:pt x="82402" y="101282"/>
                      <a:pt x="90725" y="86759"/>
                      <a:pt x="107369" y="75825"/>
                    </a:cubicBezTo>
                    <a:cubicBezTo>
                      <a:pt x="124013" y="64892"/>
                      <a:pt x="146236" y="59415"/>
                      <a:pt x="174037" y="59391"/>
                    </a:cubicBezTo>
                    <a:cubicBezTo>
                      <a:pt x="200548" y="59391"/>
                      <a:pt x="223381" y="65392"/>
                      <a:pt x="242538" y="77392"/>
                    </a:cubicBezTo>
                    <a:cubicBezTo>
                      <a:pt x="261696" y="89392"/>
                      <a:pt x="275029" y="108026"/>
                      <a:pt x="282539" y="133293"/>
                    </a:cubicBezTo>
                    <a:lnTo>
                      <a:pt x="340007" y="111826"/>
                    </a:lnTo>
                    <a:cubicBezTo>
                      <a:pt x="333510" y="88952"/>
                      <a:pt x="321843" y="67875"/>
                      <a:pt x="305906" y="50225"/>
                    </a:cubicBezTo>
                    <a:cubicBezTo>
                      <a:pt x="290129" y="33624"/>
                      <a:pt x="270739" y="20884"/>
                      <a:pt x="249239" y="12990"/>
                    </a:cubicBezTo>
                    <a:cubicBezTo>
                      <a:pt x="224881" y="4034"/>
                      <a:pt x="199084" y="-363"/>
                      <a:pt x="173137" y="23"/>
                    </a:cubicBezTo>
                    <a:cubicBezTo>
                      <a:pt x="141536" y="23"/>
                      <a:pt x="113846" y="5290"/>
                      <a:pt x="90069" y="15824"/>
                    </a:cubicBezTo>
                    <a:cubicBezTo>
                      <a:pt x="67871" y="25087"/>
                      <a:pt x="48651" y="40274"/>
                      <a:pt x="34501" y="59725"/>
                    </a:cubicBezTo>
                    <a:cubicBezTo>
                      <a:pt x="21137" y="78635"/>
                      <a:pt x="14134" y="101306"/>
                      <a:pt x="14500" y="124459"/>
                    </a:cubicBezTo>
                    <a:cubicBezTo>
                      <a:pt x="13357" y="163404"/>
                      <a:pt x="33414" y="199911"/>
                      <a:pt x="66901" y="219828"/>
                    </a:cubicBezTo>
                    <a:cubicBezTo>
                      <a:pt x="87065" y="232202"/>
                      <a:pt x="108946" y="241522"/>
                      <a:pt x="131836" y="247495"/>
                    </a:cubicBezTo>
                    <a:lnTo>
                      <a:pt x="186171" y="261996"/>
                    </a:lnTo>
                    <a:cubicBezTo>
                      <a:pt x="205044" y="266549"/>
                      <a:pt x="223441" y="272903"/>
                      <a:pt x="241105" y="280963"/>
                    </a:cubicBezTo>
                    <a:cubicBezTo>
                      <a:pt x="252972" y="286150"/>
                      <a:pt x="263462" y="294036"/>
                      <a:pt x="271739" y="303997"/>
                    </a:cubicBezTo>
                    <a:cubicBezTo>
                      <a:pt x="278269" y="312620"/>
                      <a:pt x="281723" y="323184"/>
                      <a:pt x="281539" y="333997"/>
                    </a:cubicBezTo>
                    <a:cubicBezTo>
                      <a:pt x="281539" y="352954"/>
                      <a:pt x="272272" y="368121"/>
                      <a:pt x="253739" y="379498"/>
                    </a:cubicBezTo>
                    <a:cubicBezTo>
                      <a:pt x="235205" y="390875"/>
                      <a:pt x="210361" y="396555"/>
                      <a:pt x="179204" y="396532"/>
                    </a:cubicBezTo>
                    <a:cubicBezTo>
                      <a:pt x="147626" y="396532"/>
                      <a:pt x="121412" y="388642"/>
                      <a:pt x="100569" y="372865"/>
                    </a:cubicBezTo>
                    <a:cubicBezTo>
                      <a:pt x="80048" y="357508"/>
                      <a:pt x="64725" y="336231"/>
                      <a:pt x="56668" y="311897"/>
                    </a:cubicBezTo>
                    <a:lnTo>
                      <a:pt x="0" y="335897"/>
                    </a:lnTo>
                    <a:cubicBezTo>
                      <a:pt x="7560" y="359581"/>
                      <a:pt x="20160" y="381348"/>
                      <a:pt x="36934" y="399699"/>
                    </a:cubicBezTo>
                    <a:cubicBezTo>
                      <a:pt x="53934" y="418052"/>
                      <a:pt x="74885" y="432299"/>
                      <a:pt x="98202" y="441366"/>
                    </a:cubicBezTo>
                    <a:cubicBezTo>
                      <a:pt x="124079" y="451363"/>
                      <a:pt x="151633" y="456297"/>
                      <a:pt x="179370" y="455900"/>
                    </a:cubicBezTo>
                    <a:cubicBezTo>
                      <a:pt x="213904" y="455900"/>
                      <a:pt x="243805" y="450533"/>
                      <a:pt x="269072" y="439799"/>
                    </a:cubicBezTo>
                    <a:cubicBezTo>
                      <a:pt x="294340" y="429066"/>
                      <a:pt x="313817" y="414222"/>
                      <a:pt x="327507" y="395265"/>
                    </a:cubicBezTo>
                    <a:cubicBezTo>
                      <a:pt x="341357" y="375738"/>
                      <a:pt x="348547" y="352264"/>
                      <a:pt x="348007" y="328330"/>
                    </a:cubicBezTo>
                    <a:cubicBezTo>
                      <a:pt x="348367" y="309013"/>
                      <a:pt x="343334" y="289980"/>
                      <a:pt x="333474" y="273363"/>
                    </a:cubicBezTo>
                    <a:cubicBezTo>
                      <a:pt x="322330" y="256049"/>
                      <a:pt x="307166" y="241685"/>
                      <a:pt x="289273" y="231495"/>
                    </a:cubicBezTo>
                    <a:close/>
                  </a:path>
                </a:pathLst>
              </a:custGeom>
              <a:solidFill>
                <a:srgbClr val="00A443"/>
              </a:solidFill>
              <a:ln w="3333" cap="flat">
                <a:noFill/>
                <a:prstDash val="solid"/>
                <a:miter/>
              </a:ln>
            </p:spPr>
            <p:txBody>
              <a:bodyPr rtlCol="0" anchor="ctr"/>
              <a:lstStyle/>
              <a:p>
                <a:endParaRPr lang="es-ES"/>
              </a:p>
            </p:txBody>
          </p:sp>
          <p:sp>
            <p:nvSpPr>
              <p:cNvPr id="22" name="Forma libre: forma 37">
                <a:extLst>
                  <a:ext uri="{FF2B5EF4-FFF2-40B4-BE49-F238E27FC236}">
                    <a16:creationId xmlns:a16="http://schemas.microsoft.com/office/drawing/2014/main" id="{B7C95562-A1FA-362A-0828-BA4F0E78D06D}"/>
                  </a:ext>
                </a:extLst>
              </p:cNvPr>
              <p:cNvSpPr/>
              <p:nvPr/>
            </p:nvSpPr>
            <p:spPr>
              <a:xfrm>
                <a:off x="2287261" y="3481452"/>
                <a:ext cx="304555" cy="333403"/>
              </a:xfrm>
              <a:custGeom>
                <a:avLst/>
                <a:gdLst>
                  <a:gd name="connsiteX0" fmla="*/ 91585 w 304555"/>
                  <a:gd name="connsiteY0" fmla="*/ 84011 h 333403"/>
                  <a:gd name="connsiteX1" fmla="*/ 122219 w 304555"/>
                  <a:gd name="connsiteY1" fmla="*/ 62844 h 333403"/>
                  <a:gd name="connsiteX2" fmla="*/ 158553 w 304555"/>
                  <a:gd name="connsiteY2" fmla="*/ 55577 h 333403"/>
                  <a:gd name="connsiteX3" fmla="*/ 213587 w 304555"/>
                  <a:gd name="connsiteY3" fmla="*/ 70444 h 333403"/>
                  <a:gd name="connsiteX4" fmla="*/ 251488 w 304555"/>
                  <a:gd name="connsiteY4" fmla="*/ 121278 h 333403"/>
                  <a:gd name="connsiteX5" fmla="*/ 304556 w 304555"/>
                  <a:gd name="connsiteY5" fmla="*/ 96011 h 333403"/>
                  <a:gd name="connsiteX6" fmla="*/ 268855 w 304555"/>
                  <a:gd name="connsiteY6" fmla="*/ 40110 h 333403"/>
                  <a:gd name="connsiteX7" fmla="*/ 217687 w 304555"/>
                  <a:gd name="connsiteY7" fmla="*/ 9476 h 333403"/>
                  <a:gd name="connsiteX8" fmla="*/ 158653 w 304555"/>
                  <a:gd name="connsiteY8" fmla="*/ 9 h 333403"/>
                  <a:gd name="connsiteX9" fmla="*/ 95785 w 304555"/>
                  <a:gd name="connsiteY9" fmla="*/ 12009 h 333403"/>
                  <a:gd name="connsiteX10" fmla="*/ 45284 w 304555"/>
                  <a:gd name="connsiteY10" fmla="*/ 46110 h 333403"/>
                  <a:gd name="connsiteX11" fmla="*/ 11683 w 304555"/>
                  <a:gd name="connsiteY11" fmla="*/ 98911 h 333403"/>
                  <a:gd name="connsiteX12" fmla="*/ 16 w 304555"/>
                  <a:gd name="connsiteY12" fmla="*/ 166813 h 333403"/>
                  <a:gd name="connsiteX13" fmla="*/ 20550 w 304555"/>
                  <a:gd name="connsiteY13" fmla="*/ 253681 h 333403"/>
                  <a:gd name="connsiteX14" fmla="*/ 76918 w 304555"/>
                  <a:gd name="connsiteY14" fmla="*/ 312249 h 333403"/>
                  <a:gd name="connsiteX15" fmla="*/ 158420 w 304555"/>
                  <a:gd name="connsiteY15" fmla="*/ 333383 h 333403"/>
                  <a:gd name="connsiteX16" fmla="*/ 217454 w 304555"/>
                  <a:gd name="connsiteY16" fmla="*/ 323916 h 333403"/>
                  <a:gd name="connsiteX17" fmla="*/ 268622 w 304555"/>
                  <a:gd name="connsiteY17" fmla="*/ 292982 h 333403"/>
                  <a:gd name="connsiteX18" fmla="*/ 304323 w 304555"/>
                  <a:gd name="connsiteY18" fmla="*/ 237381 h 333403"/>
                  <a:gd name="connsiteX19" fmla="*/ 251388 w 304555"/>
                  <a:gd name="connsiteY19" fmla="*/ 212247 h 333403"/>
                  <a:gd name="connsiteX20" fmla="*/ 213487 w 304555"/>
                  <a:gd name="connsiteY20" fmla="*/ 262781 h 333403"/>
                  <a:gd name="connsiteX21" fmla="*/ 158553 w 304555"/>
                  <a:gd name="connsiteY21" fmla="*/ 277948 h 333403"/>
                  <a:gd name="connsiteX22" fmla="*/ 110852 w 304555"/>
                  <a:gd name="connsiteY22" fmla="*/ 265315 h 333403"/>
                  <a:gd name="connsiteX23" fmla="*/ 76118 w 304555"/>
                  <a:gd name="connsiteY23" fmla="*/ 227747 h 333403"/>
                  <a:gd name="connsiteX24" fmla="*/ 63184 w 304555"/>
                  <a:gd name="connsiteY24" fmla="*/ 166779 h 333403"/>
                  <a:gd name="connsiteX25" fmla="*/ 70751 w 304555"/>
                  <a:gd name="connsiteY25" fmla="*/ 118778 h 333403"/>
                  <a:gd name="connsiteX26" fmla="*/ 91585 w 304555"/>
                  <a:gd name="connsiteY26" fmla="*/ 84011 h 333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4555" h="333403">
                    <a:moveTo>
                      <a:pt x="91585" y="84011"/>
                    </a:moveTo>
                    <a:cubicBezTo>
                      <a:pt x="100215" y="74904"/>
                      <a:pt x="110649" y="67694"/>
                      <a:pt x="122219" y="62844"/>
                    </a:cubicBezTo>
                    <a:cubicBezTo>
                      <a:pt x="133722" y="58017"/>
                      <a:pt x="146076" y="55547"/>
                      <a:pt x="158553" y="55577"/>
                    </a:cubicBezTo>
                    <a:cubicBezTo>
                      <a:pt x="177937" y="55217"/>
                      <a:pt x="197021" y="60374"/>
                      <a:pt x="213587" y="70444"/>
                    </a:cubicBezTo>
                    <a:cubicBezTo>
                      <a:pt x="229588" y="80354"/>
                      <a:pt x="242221" y="97301"/>
                      <a:pt x="251488" y="121278"/>
                    </a:cubicBezTo>
                    <a:lnTo>
                      <a:pt x="304556" y="96011"/>
                    </a:lnTo>
                    <a:cubicBezTo>
                      <a:pt x="297349" y="74764"/>
                      <a:pt x="285099" y="55584"/>
                      <a:pt x="268855" y="40110"/>
                    </a:cubicBezTo>
                    <a:cubicBezTo>
                      <a:pt x="254145" y="26410"/>
                      <a:pt x="236708" y="15973"/>
                      <a:pt x="217687" y="9476"/>
                    </a:cubicBezTo>
                    <a:cubicBezTo>
                      <a:pt x="198657" y="3126"/>
                      <a:pt x="178717" y="-74"/>
                      <a:pt x="158653" y="9"/>
                    </a:cubicBezTo>
                    <a:cubicBezTo>
                      <a:pt x="137106" y="-221"/>
                      <a:pt x="115732" y="3859"/>
                      <a:pt x="95785" y="12009"/>
                    </a:cubicBezTo>
                    <a:cubicBezTo>
                      <a:pt x="76831" y="19866"/>
                      <a:pt x="59654" y="31463"/>
                      <a:pt x="45284" y="46110"/>
                    </a:cubicBezTo>
                    <a:cubicBezTo>
                      <a:pt x="30513" y="61167"/>
                      <a:pt x="19067" y="79154"/>
                      <a:pt x="11683" y="98911"/>
                    </a:cubicBezTo>
                    <a:cubicBezTo>
                      <a:pt x="3666" y="120638"/>
                      <a:pt x="-287" y="143656"/>
                      <a:pt x="16" y="166813"/>
                    </a:cubicBezTo>
                    <a:cubicBezTo>
                      <a:pt x="16" y="199657"/>
                      <a:pt x="6860" y="228614"/>
                      <a:pt x="20550" y="253681"/>
                    </a:cubicBezTo>
                    <a:cubicBezTo>
                      <a:pt x="33607" y="278008"/>
                      <a:pt x="53107" y="298272"/>
                      <a:pt x="76918" y="312249"/>
                    </a:cubicBezTo>
                    <a:cubicBezTo>
                      <a:pt x="101672" y="326539"/>
                      <a:pt x="129839" y="333843"/>
                      <a:pt x="158420" y="333383"/>
                    </a:cubicBezTo>
                    <a:cubicBezTo>
                      <a:pt x="178483" y="333483"/>
                      <a:pt x="198427" y="330283"/>
                      <a:pt x="217454" y="323916"/>
                    </a:cubicBezTo>
                    <a:cubicBezTo>
                      <a:pt x="236534" y="317399"/>
                      <a:pt x="253985" y="306849"/>
                      <a:pt x="268622" y="292982"/>
                    </a:cubicBezTo>
                    <a:cubicBezTo>
                      <a:pt x="284729" y="277512"/>
                      <a:pt x="296959" y="258465"/>
                      <a:pt x="304323" y="237381"/>
                    </a:cubicBezTo>
                    <a:lnTo>
                      <a:pt x="251388" y="212247"/>
                    </a:lnTo>
                    <a:cubicBezTo>
                      <a:pt x="242121" y="235848"/>
                      <a:pt x="229488" y="252691"/>
                      <a:pt x="213487" y="262781"/>
                    </a:cubicBezTo>
                    <a:cubicBezTo>
                      <a:pt x="197017" y="273018"/>
                      <a:pt x="177943" y="278285"/>
                      <a:pt x="158553" y="277948"/>
                    </a:cubicBezTo>
                    <a:cubicBezTo>
                      <a:pt x="141806" y="278092"/>
                      <a:pt x="125332" y="273728"/>
                      <a:pt x="110852" y="265315"/>
                    </a:cubicBezTo>
                    <a:cubicBezTo>
                      <a:pt x="95885" y="256415"/>
                      <a:pt x="83818" y="243368"/>
                      <a:pt x="76118" y="227747"/>
                    </a:cubicBezTo>
                    <a:cubicBezTo>
                      <a:pt x="67494" y="211124"/>
                      <a:pt x="63184" y="190803"/>
                      <a:pt x="63184" y="166779"/>
                    </a:cubicBezTo>
                    <a:cubicBezTo>
                      <a:pt x="62884" y="150459"/>
                      <a:pt x="65444" y="134215"/>
                      <a:pt x="70751" y="118778"/>
                    </a:cubicBezTo>
                    <a:cubicBezTo>
                      <a:pt x="75191" y="105861"/>
                      <a:pt x="82288" y="94018"/>
                      <a:pt x="91585" y="84011"/>
                    </a:cubicBezTo>
                    <a:close/>
                  </a:path>
                </a:pathLst>
              </a:custGeom>
              <a:solidFill>
                <a:srgbClr val="00A443"/>
              </a:solidFill>
              <a:ln w="3333" cap="flat">
                <a:noFill/>
                <a:prstDash val="solid"/>
                <a:miter/>
              </a:ln>
            </p:spPr>
            <p:txBody>
              <a:bodyPr rtlCol="0" anchor="ctr"/>
              <a:lstStyle/>
              <a:p>
                <a:endParaRPr lang="es-ES"/>
              </a:p>
            </p:txBody>
          </p:sp>
          <p:sp>
            <p:nvSpPr>
              <p:cNvPr id="23" name="Forma libre: forma 38">
                <a:extLst>
                  <a:ext uri="{FF2B5EF4-FFF2-40B4-BE49-F238E27FC236}">
                    <a16:creationId xmlns:a16="http://schemas.microsoft.com/office/drawing/2014/main" id="{1AF22F0D-B94C-F676-4F37-7A6102BB899F}"/>
                  </a:ext>
                </a:extLst>
              </p:cNvPr>
              <p:cNvSpPr/>
              <p:nvPr/>
            </p:nvSpPr>
            <p:spPr>
              <a:xfrm>
                <a:off x="2608072" y="3481431"/>
                <a:ext cx="325300" cy="334137"/>
              </a:xfrm>
              <a:custGeom>
                <a:avLst/>
                <a:gdLst>
                  <a:gd name="connsiteX0" fmla="*/ 246283 w 325300"/>
                  <a:gd name="connsiteY0" fmla="*/ 20865 h 334137"/>
                  <a:gd name="connsiteX1" fmla="*/ 162281 w 325300"/>
                  <a:gd name="connsiteY1" fmla="*/ 31 h 334137"/>
                  <a:gd name="connsiteX2" fmla="*/ 97847 w 325300"/>
                  <a:gd name="connsiteY2" fmla="*/ 12031 h 334137"/>
                  <a:gd name="connsiteX3" fmla="*/ 46112 w 325300"/>
                  <a:gd name="connsiteY3" fmla="*/ 46465 h 334137"/>
                  <a:gd name="connsiteX4" fmla="*/ 12012 w 325300"/>
                  <a:gd name="connsiteY4" fmla="*/ 99500 h 334137"/>
                  <a:gd name="connsiteX5" fmla="*/ 11 w 325300"/>
                  <a:gd name="connsiteY5" fmla="*/ 166768 h 334137"/>
                  <a:gd name="connsiteX6" fmla="*/ 21179 w 325300"/>
                  <a:gd name="connsiteY6" fmla="*/ 253936 h 334137"/>
                  <a:gd name="connsiteX7" fmla="*/ 79280 w 325300"/>
                  <a:gd name="connsiteY7" fmla="*/ 313004 h 334137"/>
                  <a:gd name="connsiteX8" fmla="*/ 227383 w 325300"/>
                  <a:gd name="connsiteY8" fmla="*/ 321838 h 334137"/>
                  <a:gd name="connsiteX9" fmla="*/ 279184 w 325300"/>
                  <a:gd name="connsiteY9" fmla="*/ 287404 h 334137"/>
                  <a:gd name="connsiteX10" fmla="*/ 313285 w 325300"/>
                  <a:gd name="connsiteY10" fmla="*/ 234669 h 334137"/>
                  <a:gd name="connsiteX11" fmla="*/ 325285 w 325300"/>
                  <a:gd name="connsiteY11" fmla="*/ 166768 h 334137"/>
                  <a:gd name="connsiteX12" fmla="*/ 304151 w 325300"/>
                  <a:gd name="connsiteY12" fmla="*/ 79299 h 334137"/>
                  <a:gd name="connsiteX13" fmla="*/ 246283 w 325300"/>
                  <a:gd name="connsiteY13" fmla="*/ 20865 h 334137"/>
                  <a:gd name="connsiteX14" fmla="*/ 254484 w 325300"/>
                  <a:gd name="connsiteY14" fmla="*/ 213502 h 334137"/>
                  <a:gd name="connsiteX15" fmla="*/ 233650 w 325300"/>
                  <a:gd name="connsiteY15" fmla="*/ 248569 h 334137"/>
                  <a:gd name="connsiteX16" fmla="*/ 202082 w 325300"/>
                  <a:gd name="connsiteY16" fmla="*/ 270337 h 334137"/>
                  <a:gd name="connsiteX17" fmla="*/ 162281 w 325300"/>
                  <a:gd name="connsiteY17" fmla="*/ 277937 h 334137"/>
                  <a:gd name="connsiteX18" fmla="*/ 112047 w 325300"/>
                  <a:gd name="connsiteY18" fmla="*/ 264603 h 334137"/>
                  <a:gd name="connsiteX19" fmla="*/ 76680 w 325300"/>
                  <a:gd name="connsiteY19" fmla="*/ 226402 h 334137"/>
                  <a:gd name="connsiteX20" fmla="*/ 63746 w 325300"/>
                  <a:gd name="connsiteY20" fmla="*/ 166701 h 334137"/>
                  <a:gd name="connsiteX21" fmla="*/ 71013 w 325300"/>
                  <a:gd name="connsiteY21" fmla="*/ 120033 h 334137"/>
                  <a:gd name="connsiteX22" fmla="*/ 91547 w 325300"/>
                  <a:gd name="connsiteY22" fmla="*/ 85299 h 334137"/>
                  <a:gd name="connsiteX23" fmla="*/ 123114 w 325300"/>
                  <a:gd name="connsiteY23" fmla="*/ 63499 h 334137"/>
                  <a:gd name="connsiteX24" fmla="*/ 162281 w 325300"/>
                  <a:gd name="connsiteY24" fmla="*/ 56232 h 334137"/>
                  <a:gd name="connsiteX25" fmla="*/ 213749 w 325300"/>
                  <a:gd name="connsiteY25" fmla="*/ 69566 h 334137"/>
                  <a:gd name="connsiteX26" fmla="*/ 249117 w 325300"/>
                  <a:gd name="connsiteY26" fmla="*/ 107466 h 334137"/>
                  <a:gd name="connsiteX27" fmla="*/ 262050 w 325300"/>
                  <a:gd name="connsiteY27" fmla="*/ 166834 h 334137"/>
                  <a:gd name="connsiteX28" fmla="*/ 254484 w 325300"/>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0" h="334137">
                    <a:moveTo>
                      <a:pt x="246283" y="20865"/>
                    </a:moveTo>
                    <a:cubicBezTo>
                      <a:pt x="220603" y="6654"/>
                      <a:pt x="191626" y="-533"/>
                      <a:pt x="162281" y="31"/>
                    </a:cubicBezTo>
                    <a:cubicBezTo>
                      <a:pt x="140228" y="-179"/>
                      <a:pt x="118344" y="3898"/>
                      <a:pt x="97847" y="12031"/>
                    </a:cubicBezTo>
                    <a:cubicBezTo>
                      <a:pt x="78406" y="19811"/>
                      <a:pt x="60793" y="31535"/>
                      <a:pt x="46112" y="46465"/>
                    </a:cubicBezTo>
                    <a:cubicBezTo>
                      <a:pt x="31239" y="61625"/>
                      <a:pt x="19632" y="79676"/>
                      <a:pt x="12012" y="99500"/>
                    </a:cubicBezTo>
                    <a:cubicBezTo>
                      <a:pt x="3825" y="120970"/>
                      <a:pt x="-245" y="143790"/>
                      <a:pt x="11" y="166768"/>
                    </a:cubicBezTo>
                    <a:cubicBezTo>
                      <a:pt x="11" y="199612"/>
                      <a:pt x="7068" y="228669"/>
                      <a:pt x="21179" y="253936"/>
                    </a:cubicBezTo>
                    <a:cubicBezTo>
                      <a:pt x="34712" y="278617"/>
                      <a:pt x="54826" y="299064"/>
                      <a:pt x="79280" y="313004"/>
                    </a:cubicBezTo>
                    <a:cubicBezTo>
                      <a:pt x="124921" y="337678"/>
                      <a:pt x="179135" y="340911"/>
                      <a:pt x="227383" y="321838"/>
                    </a:cubicBezTo>
                    <a:cubicBezTo>
                      <a:pt x="246767" y="313917"/>
                      <a:pt x="264380" y="302214"/>
                      <a:pt x="279184" y="287404"/>
                    </a:cubicBezTo>
                    <a:cubicBezTo>
                      <a:pt x="294101" y="272393"/>
                      <a:pt x="305715" y="254429"/>
                      <a:pt x="313285" y="234669"/>
                    </a:cubicBezTo>
                    <a:cubicBezTo>
                      <a:pt x="321512" y="212989"/>
                      <a:pt x="325582" y="189955"/>
                      <a:pt x="325285" y="166768"/>
                    </a:cubicBezTo>
                    <a:cubicBezTo>
                      <a:pt x="325285" y="133434"/>
                      <a:pt x="318242" y="104276"/>
                      <a:pt x="304151" y="79299"/>
                    </a:cubicBezTo>
                    <a:cubicBezTo>
                      <a:pt x="290611" y="54862"/>
                      <a:pt x="270587" y="34641"/>
                      <a:pt x="246283" y="20865"/>
                    </a:cubicBezTo>
                    <a:close/>
                    <a:moveTo>
                      <a:pt x="254484" y="213502"/>
                    </a:moveTo>
                    <a:cubicBezTo>
                      <a:pt x="249977" y="226479"/>
                      <a:pt x="242890" y="238406"/>
                      <a:pt x="233650" y="248569"/>
                    </a:cubicBezTo>
                    <a:cubicBezTo>
                      <a:pt x="224823" y="258020"/>
                      <a:pt x="214056" y="265446"/>
                      <a:pt x="202082" y="270337"/>
                    </a:cubicBezTo>
                    <a:cubicBezTo>
                      <a:pt x="189449" y="275480"/>
                      <a:pt x="175922" y="278063"/>
                      <a:pt x="162281" y="277937"/>
                    </a:cubicBezTo>
                    <a:cubicBezTo>
                      <a:pt x="144635" y="278147"/>
                      <a:pt x="127268" y="273537"/>
                      <a:pt x="112047" y="264603"/>
                    </a:cubicBezTo>
                    <a:cubicBezTo>
                      <a:pt x="96857" y="255503"/>
                      <a:pt x="84587" y="242246"/>
                      <a:pt x="76680" y="226402"/>
                    </a:cubicBezTo>
                    <a:cubicBezTo>
                      <a:pt x="68056" y="209779"/>
                      <a:pt x="63746" y="189878"/>
                      <a:pt x="63746" y="166701"/>
                    </a:cubicBezTo>
                    <a:cubicBezTo>
                      <a:pt x="63456" y="150841"/>
                      <a:pt x="65913" y="135054"/>
                      <a:pt x="71013" y="120033"/>
                    </a:cubicBezTo>
                    <a:cubicBezTo>
                      <a:pt x="75470" y="107200"/>
                      <a:pt x="82450" y="95389"/>
                      <a:pt x="91547" y="85299"/>
                    </a:cubicBezTo>
                    <a:cubicBezTo>
                      <a:pt x="100240" y="75689"/>
                      <a:pt x="111047" y="68226"/>
                      <a:pt x="123114" y="63499"/>
                    </a:cubicBezTo>
                    <a:cubicBezTo>
                      <a:pt x="135588" y="58609"/>
                      <a:pt x="148881" y="56142"/>
                      <a:pt x="162281" y="56232"/>
                    </a:cubicBezTo>
                    <a:cubicBezTo>
                      <a:pt x="180329" y="55915"/>
                      <a:pt x="198122" y="60525"/>
                      <a:pt x="213749" y="69566"/>
                    </a:cubicBezTo>
                    <a:cubicBezTo>
                      <a:pt x="228880" y="78606"/>
                      <a:pt x="241143" y="91746"/>
                      <a:pt x="249117" y="107466"/>
                    </a:cubicBezTo>
                    <a:cubicBezTo>
                      <a:pt x="257760" y="123910"/>
                      <a:pt x="262074" y="143700"/>
                      <a:pt x="262050" y="166834"/>
                    </a:cubicBezTo>
                    <a:cubicBezTo>
                      <a:pt x="262277" y="182715"/>
                      <a:pt x="259717" y="198508"/>
                      <a:pt x="254484" y="213502"/>
                    </a:cubicBezTo>
                    <a:close/>
                  </a:path>
                </a:pathLst>
              </a:custGeom>
              <a:solidFill>
                <a:srgbClr val="00A443"/>
              </a:solidFill>
              <a:ln w="3333" cap="flat">
                <a:noFill/>
                <a:prstDash val="solid"/>
                <a:miter/>
              </a:ln>
            </p:spPr>
            <p:txBody>
              <a:bodyPr rtlCol="0" anchor="ctr"/>
              <a:lstStyle/>
              <a:p>
                <a:endParaRPr lang="es-ES"/>
              </a:p>
            </p:txBody>
          </p:sp>
          <p:sp>
            <p:nvSpPr>
              <p:cNvPr id="24" name="Forma libre: forma 39">
                <a:extLst>
                  <a:ext uri="{FF2B5EF4-FFF2-40B4-BE49-F238E27FC236}">
                    <a16:creationId xmlns:a16="http://schemas.microsoft.com/office/drawing/2014/main" id="{7D4186CA-10D7-B1FC-54B7-B4B174099908}"/>
                  </a:ext>
                </a:extLst>
              </p:cNvPr>
              <p:cNvSpPr/>
              <p:nvPr/>
            </p:nvSpPr>
            <p:spPr>
              <a:xfrm>
                <a:off x="2932391" y="3382293"/>
                <a:ext cx="389074" cy="426609"/>
              </a:xfrm>
              <a:custGeom>
                <a:avLst/>
                <a:gdLst>
                  <a:gd name="connsiteX0" fmla="*/ 315140 w 389074"/>
                  <a:gd name="connsiteY0" fmla="*/ 0 h 426609"/>
                  <a:gd name="connsiteX1" fmla="*/ 252639 w 389074"/>
                  <a:gd name="connsiteY1" fmla="*/ 38067 h 426609"/>
                  <a:gd name="connsiteX2" fmla="*/ 252639 w 389074"/>
                  <a:gd name="connsiteY2" fmla="*/ 105636 h 426609"/>
                  <a:gd name="connsiteX3" fmla="*/ 121803 w 389074"/>
                  <a:gd name="connsiteY3" fmla="*/ 105636 h 426609"/>
                  <a:gd name="connsiteX4" fmla="*/ 121803 w 389074"/>
                  <a:gd name="connsiteY4" fmla="*/ 0 h 426609"/>
                  <a:gd name="connsiteX5" fmla="*/ 59368 w 389074"/>
                  <a:gd name="connsiteY5" fmla="*/ 38067 h 426609"/>
                  <a:gd name="connsiteX6" fmla="*/ 59368 w 389074"/>
                  <a:gd name="connsiteY6" fmla="*/ 105636 h 426609"/>
                  <a:gd name="connsiteX7" fmla="*/ 0 w 389074"/>
                  <a:gd name="connsiteY7" fmla="*/ 105636 h 426609"/>
                  <a:gd name="connsiteX8" fmla="*/ 0 w 389074"/>
                  <a:gd name="connsiteY8" fmla="*/ 157437 h 426609"/>
                  <a:gd name="connsiteX9" fmla="*/ 59368 w 389074"/>
                  <a:gd name="connsiteY9" fmla="*/ 157437 h 426609"/>
                  <a:gd name="connsiteX10" fmla="*/ 59368 w 389074"/>
                  <a:gd name="connsiteY10" fmla="*/ 327440 h 426609"/>
                  <a:gd name="connsiteX11" fmla="*/ 70435 w 389074"/>
                  <a:gd name="connsiteY11" fmla="*/ 379241 h 426609"/>
                  <a:gd name="connsiteX12" fmla="*/ 102969 w 389074"/>
                  <a:gd name="connsiteY12" fmla="*/ 414275 h 426609"/>
                  <a:gd name="connsiteX13" fmla="*/ 156003 w 389074"/>
                  <a:gd name="connsiteY13" fmla="*/ 426609 h 426609"/>
                  <a:gd name="connsiteX14" fmla="*/ 195804 w 389074"/>
                  <a:gd name="connsiteY14" fmla="*/ 426609 h 426609"/>
                  <a:gd name="connsiteX15" fmla="*/ 195804 w 389074"/>
                  <a:gd name="connsiteY15" fmla="*/ 372275 h 426609"/>
                  <a:gd name="connsiteX16" fmla="*/ 162970 w 389074"/>
                  <a:gd name="connsiteY16" fmla="*/ 372275 h 426609"/>
                  <a:gd name="connsiteX17" fmla="*/ 131703 w 389074"/>
                  <a:gd name="connsiteY17" fmla="*/ 359641 h 426609"/>
                  <a:gd name="connsiteX18" fmla="*/ 121903 w 389074"/>
                  <a:gd name="connsiteY18" fmla="*/ 322974 h 426609"/>
                  <a:gd name="connsiteX19" fmla="*/ 121903 w 389074"/>
                  <a:gd name="connsiteY19" fmla="*/ 157270 h 426609"/>
                  <a:gd name="connsiteX20" fmla="*/ 252639 w 389074"/>
                  <a:gd name="connsiteY20" fmla="*/ 157270 h 426609"/>
                  <a:gd name="connsiteX21" fmla="*/ 252639 w 389074"/>
                  <a:gd name="connsiteY21" fmla="*/ 327274 h 426609"/>
                  <a:gd name="connsiteX22" fmla="*/ 263706 w 389074"/>
                  <a:gd name="connsiteY22" fmla="*/ 379075 h 426609"/>
                  <a:gd name="connsiteX23" fmla="*/ 296240 w 389074"/>
                  <a:gd name="connsiteY23" fmla="*/ 414109 h 426609"/>
                  <a:gd name="connsiteX24" fmla="*/ 349274 w 389074"/>
                  <a:gd name="connsiteY24" fmla="*/ 426442 h 426609"/>
                  <a:gd name="connsiteX25" fmla="*/ 389075 w 389074"/>
                  <a:gd name="connsiteY25" fmla="*/ 426442 h 426609"/>
                  <a:gd name="connsiteX26" fmla="*/ 389075 w 389074"/>
                  <a:gd name="connsiteY26" fmla="*/ 372108 h 426609"/>
                  <a:gd name="connsiteX27" fmla="*/ 356241 w 389074"/>
                  <a:gd name="connsiteY27" fmla="*/ 372108 h 426609"/>
                  <a:gd name="connsiteX28" fmla="*/ 324974 w 389074"/>
                  <a:gd name="connsiteY28" fmla="*/ 359474 h 426609"/>
                  <a:gd name="connsiteX29" fmla="*/ 315173 w 389074"/>
                  <a:gd name="connsiteY29" fmla="*/ 322807 h 426609"/>
                  <a:gd name="connsiteX30" fmla="*/ 315173 w 389074"/>
                  <a:gd name="connsiteY30" fmla="*/ 157270 h 426609"/>
                  <a:gd name="connsiteX31" fmla="*/ 389075 w 389074"/>
                  <a:gd name="connsiteY31" fmla="*/ 157270 h 426609"/>
                  <a:gd name="connsiteX32" fmla="*/ 389075 w 389074"/>
                  <a:gd name="connsiteY32" fmla="*/ 105469 h 426609"/>
                  <a:gd name="connsiteX33" fmla="*/ 315140 w 389074"/>
                  <a:gd name="connsiteY33" fmla="*/ 105469 h 426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9074" h="426609">
                    <a:moveTo>
                      <a:pt x="315140" y="0"/>
                    </a:moveTo>
                    <a:lnTo>
                      <a:pt x="252639" y="38067"/>
                    </a:lnTo>
                    <a:lnTo>
                      <a:pt x="252639" y="105636"/>
                    </a:lnTo>
                    <a:lnTo>
                      <a:pt x="121803" y="105636"/>
                    </a:lnTo>
                    <a:lnTo>
                      <a:pt x="121803" y="0"/>
                    </a:lnTo>
                    <a:lnTo>
                      <a:pt x="59368" y="38067"/>
                    </a:lnTo>
                    <a:lnTo>
                      <a:pt x="59368" y="105636"/>
                    </a:lnTo>
                    <a:lnTo>
                      <a:pt x="0" y="105636"/>
                    </a:lnTo>
                    <a:lnTo>
                      <a:pt x="0" y="157437"/>
                    </a:lnTo>
                    <a:lnTo>
                      <a:pt x="59368" y="157437"/>
                    </a:lnTo>
                    <a:lnTo>
                      <a:pt x="59368" y="327440"/>
                    </a:lnTo>
                    <a:cubicBezTo>
                      <a:pt x="59051" y="345327"/>
                      <a:pt x="62838" y="363048"/>
                      <a:pt x="70435" y="379241"/>
                    </a:cubicBezTo>
                    <a:cubicBezTo>
                      <a:pt x="77421" y="393985"/>
                      <a:pt x="88782" y="406219"/>
                      <a:pt x="102969" y="414275"/>
                    </a:cubicBezTo>
                    <a:cubicBezTo>
                      <a:pt x="117259" y="422519"/>
                      <a:pt x="134936" y="426632"/>
                      <a:pt x="156003" y="426609"/>
                    </a:cubicBezTo>
                    <a:lnTo>
                      <a:pt x="195804" y="426609"/>
                    </a:lnTo>
                    <a:lnTo>
                      <a:pt x="195804" y="372275"/>
                    </a:lnTo>
                    <a:lnTo>
                      <a:pt x="162970" y="372275"/>
                    </a:lnTo>
                    <a:cubicBezTo>
                      <a:pt x="148636" y="372275"/>
                      <a:pt x="138213" y="368064"/>
                      <a:pt x="131703" y="359641"/>
                    </a:cubicBezTo>
                    <a:cubicBezTo>
                      <a:pt x="125193" y="351217"/>
                      <a:pt x="121926" y="338997"/>
                      <a:pt x="121903" y="322974"/>
                    </a:cubicBezTo>
                    <a:lnTo>
                      <a:pt x="121903" y="157270"/>
                    </a:lnTo>
                    <a:lnTo>
                      <a:pt x="252639" y="157270"/>
                    </a:lnTo>
                    <a:lnTo>
                      <a:pt x="252639" y="327274"/>
                    </a:lnTo>
                    <a:cubicBezTo>
                      <a:pt x="252322" y="345161"/>
                      <a:pt x="256109" y="362881"/>
                      <a:pt x="263706" y="379075"/>
                    </a:cubicBezTo>
                    <a:cubicBezTo>
                      <a:pt x="270692" y="393818"/>
                      <a:pt x="282052" y="406052"/>
                      <a:pt x="296240" y="414109"/>
                    </a:cubicBezTo>
                    <a:cubicBezTo>
                      <a:pt x="310530" y="422352"/>
                      <a:pt x="328207" y="426466"/>
                      <a:pt x="349274" y="426442"/>
                    </a:cubicBezTo>
                    <a:lnTo>
                      <a:pt x="389075" y="426442"/>
                    </a:lnTo>
                    <a:lnTo>
                      <a:pt x="389075" y="372108"/>
                    </a:lnTo>
                    <a:lnTo>
                      <a:pt x="356241" y="372108"/>
                    </a:lnTo>
                    <a:cubicBezTo>
                      <a:pt x="341907" y="372108"/>
                      <a:pt x="331484" y="367898"/>
                      <a:pt x="324974" y="359474"/>
                    </a:cubicBezTo>
                    <a:cubicBezTo>
                      <a:pt x="318463" y="351051"/>
                      <a:pt x="315197" y="338831"/>
                      <a:pt x="315173" y="322807"/>
                    </a:cubicBezTo>
                    <a:lnTo>
                      <a:pt x="315173" y="157270"/>
                    </a:lnTo>
                    <a:lnTo>
                      <a:pt x="389075" y="157270"/>
                    </a:lnTo>
                    <a:lnTo>
                      <a:pt x="389075" y="105469"/>
                    </a:lnTo>
                    <a:lnTo>
                      <a:pt x="315140" y="105469"/>
                    </a:lnTo>
                    <a:close/>
                  </a:path>
                </a:pathLst>
              </a:custGeom>
              <a:solidFill>
                <a:srgbClr val="00A443"/>
              </a:solidFill>
              <a:ln w="3333" cap="flat">
                <a:noFill/>
                <a:prstDash val="solid"/>
                <a:miter/>
              </a:ln>
            </p:spPr>
            <p:txBody>
              <a:bodyPr rtlCol="0" anchor="ctr"/>
              <a:lstStyle/>
              <a:p>
                <a:endParaRPr lang="es-ES"/>
              </a:p>
            </p:txBody>
          </p:sp>
          <p:sp>
            <p:nvSpPr>
              <p:cNvPr id="25" name="Forma libre: forma 40">
                <a:extLst>
                  <a:ext uri="{FF2B5EF4-FFF2-40B4-BE49-F238E27FC236}">
                    <a16:creationId xmlns:a16="http://schemas.microsoft.com/office/drawing/2014/main" id="{CCDE1FE2-92DD-4645-5955-1AEB24A774D2}"/>
                  </a:ext>
                </a:extLst>
              </p:cNvPr>
              <p:cNvSpPr/>
              <p:nvPr/>
            </p:nvSpPr>
            <p:spPr>
              <a:xfrm>
                <a:off x="3363766" y="3487762"/>
                <a:ext cx="61901" cy="320840"/>
              </a:xfrm>
              <a:custGeom>
                <a:avLst/>
                <a:gdLst>
                  <a:gd name="connsiteX0" fmla="*/ 0 w 61901"/>
                  <a:gd name="connsiteY0" fmla="*/ 0 h 320840"/>
                  <a:gd name="connsiteX1" fmla="*/ 61901 w 61901"/>
                  <a:gd name="connsiteY1" fmla="*/ 0 h 320840"/>
                  <a:gd name="connsiteX2" fmla="*/ 61901 w 61901"/>
                  <a:gd name="connsiteY2" fmla="*/ 320840 h 320840"/>
                  <a:gd name="connsiteX3" fmla="*/ 0 w 61901"/>
                  <a:gd name="connsiteY3" fmla="*/ 320840 h 320840"/>
                </a:gdLst>
                <a:ahLst/>
                <a:cxnLst>
                  <a:cxn ang="0">
                    <a:pos x="connsiteX0" y="connsiteY0"/>
                  </a:cxn>
                  <a:cxn ang="0">
                    <a:pos x="connsiteX1" y="connsiteY1"/>
                  </a:cxn>
                  <a:cxn ang="0">
                    <a:pos x="connsiteX2" y="connsiteY2"/>
                  </a:cxn>
                  <a:cxn ang="0">
                    <a:pos x="connsiteX3" y="connsiteY3"/>
                  </a:cxn>
                </a:cxnLst>
                <a:rect l="l" t="t" r="r" b="b"/>
                <a:pathLst>
                  <a:path w="61901" h="320840">
                    <a:moveTo>
                      <a:pt x="0" y="0"/>
                    </a:moveTo>
                    <a:lnTo>
                      <a:pt x="61901" y="0"/>
                    </a:lnTo>
                    <a:lnTo>
                      <a:pt x="61901" y="320840"/>
                    </a:lnTo>
                    <a:lnTo>
                      <a:pt x="0" y="320840"/>
                    </a:lnTo>
                    <a:close/>
                  </a:path>
                </a:pathLst>
              </a:custGeom>
              <a:solidFill>
                <a:srgbClr val="00A443"/>
              </a:solidFill>
              <a:ln w="3333" cap="flat">
                <a:noFill/>
                <a:prstDash val="solid"/>
                <a:miter/>
              </a:ln>
            </p:spPr>
            <p:txBody>
              <a:bodyPr rtlCol="0" anchor="ctr"/>
              <a:lstStyle/>
              <a:p>
                <a:endParaRPr lang="es-ES"/>
              </a:p>
            </p:txBody>
          </p:sp>
          <p:sp>
            <p:nvSpPr>
              <p:cNvPr id="26" name="Forma libre: forma 41">
                <a:extLst>
                  <a:ext uri="{FF2B5EF4-FFF2-40B4-BE49-F238E27FC236}">
                    <a16:creationId xmlns:a16="http://schemas.microsoft.com/office/drawing/2014/main" id="{D7F29CCC-4850-F79B-0FBA-C783D8998D00}"/>
                  </a:ext>
                </a:extLst>
              </p:cNvPr>
              <p:cNvSpPr/>
              <p:nvPr/>
            </p:nvSpPr>
            <p:spPr>
              <a:xfrm>
                <a:off x="3352355" y="3351978"/>
                <a:ext cx="85223" cy="81495"/>
              </a:xfrm>
              <a:custGeom>
                <a:avLst/>
                <a:gdLst>
                  <a:gd name="connsiteX0" fmla="*/ 72679 w 85223"/>
                  <a:gd name="connsiteY0" fmla="*/ 11048 h 81495"/>
                  <a:gd name="connsiteX1" fmla="*/ 42345 w 85223"/>
                  <a:gd name="connsiteY1" fmla="*/ 14 h 81495"/>
                  <a:gd name="connsiteX2" fmla="*/ 12344 w 85223"/>
                  <a:gd name="connsiteY2" fmla="*/ 11048 h 81495"/>
                  <a:gd name="connsiteX3" fmla="*/ 44 w 85223"/>
                  <a:gd name="connsiteY3" fmla="*/ 41048 h 81495"/>
                  <a:gd name="connsiteX4" fmla="*/ 12344 w 85223"/>
                  <a:gd name="connsiteY4" fmla="*/ 70415 h 81495"/>
                  <a:gd name="connsiteX5" fmla="*/ 42345 w 85223"/>
                  <a:gd name="connsiteY5" fmla="*/ 81482 h 81495"/>
                  <a:gd name="connsiteX6" fmla="*/ 72679 w 85223"/>
                  <a:gd name="connsiteY6" fmla="*/ 70415 h 81495"/>
                  <a:gd name="connsiteX7" fmla="*/ 85179 w 85223"/>
                  <a:gd name="connsiteY7" fmla="*/ 41048 h 81495"/>
                  <a:gd name="connsiteX8" fmla="*/ 72679 w 85223"/>
                  <a:gd name="connsiteY8" fmla="*/ 11048 h 8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223" h="81495">
                    <a:moveTo>
                      <a:pt x="72679" y="11048"/>
                    </a:moveTo>
                    <a:cubicBezTo>
                      <a:pt x="64302" y="3707"/>
                      <a:pt x="53482" y="-229"/>
                      <a:pt x="42345" y="14"/>
                    </a:cubicBezTo>
                    <a:cubicBezTo>
                      <a:pt x="31305" y="-266"/>
                      <a:pt x="20574" y="3681"/>
                      <a:pt x="12344" y="11048"/>
                    </a:cubicBezTo>
                    <a:cubicBezTo>
                      <a:pt x="4004" y="18734"/>
                      <a:pt x="-499" y="29721"/>
                      <a:pt x="44" y="41048"/>
                    </a:cubicBezTo>
                    <a:cubicBezTo>
                      <a:pt x="-416" y="52178"/>
                      <a:pt x="4091" y="62935"/>
                      <a:pt x="12344" y="70415"/>
                    </a:cubicBezTo>
                    <a:cubicBezTo>
                      <a:pt x="20568" y="77796"/>
                      <a:pt x="31298" y="81752"/>
                      <a:pt x="42345" y="81482"/>
                    </a:cubicBezTo>
                    <a:cubicBezTo>
                      <a:pt x="53485" y="81719"/>
                      <a:pt x="64309" y="77769"/>
                      <a:pt x="72679" y="70415"/>
                    </a:cubicBezTo>
                    <a:cubicBezTo>
                      <a:pt x="81056" y="63009"/>
                      <a:pt x="85646" y="52218"/>
                      <a:pt x="85179" y="41048"/>
                    </a:cubicBezTo>
                    <a:cubicBezTo>
                      <a:pt x="85729" y="29678"/>
                      <a:pt x="81139" y="18664"/>
                      <a:pt x="72679" y="11048"/>
                    </a:cubicBezTo>
                    <a:close/>
                  </a:path>
                </a:pathLst>
              </a:custGeom>
              <a:solidFill>
                <a:srgbClr val="00A443"/>
              </a:solidFill>
              <a:ln w="3333" cap="flat">
                <a:noFill/>
                <a:prstDash val="solid"/>
                <a:miter/>
              </a:ln>
            </p:spPr>
            <p:txBody>
              <a:bodyPr rtlCol="0" anchor="ctr"/>
              <a:lstStyle/>
              <a:p>
                <a:endParaRPr lang="es-ES"/>
              </a:p>
            </p:txBody>
          </p:sp>
          <p:sp>
            <p:nvSpPr>
              <p:cNvPr id="27" name="Forma libre: forma 42">
                <a:extLst>
                  <a:ext uri="{FF2B5EF4-FFF2-40B4-BE49-F238E27FC236}">
                    <a16:creationId xmlns:a16="http://schemas.microsoft.com/office/drawing/2014/main" id="{5EB96398-9091-2123-CBA6-21E9316AD886}"/>
                  </a:ext>
                </a:extLst>
              </p:cNvPr>
              <p:cNvSpPr/>
              <p:nvPr/>
            </p:nvSpPr>
            <p:spPr>
              <a:xfrm>
                <a:off x="3467535" y="3481533"/>
                <a:ext cx="269009" cy="333907"/>
              </a:xfrm>
              <a:custGeom>
                <a:avLst/>
                <a:gdLst>
                  <a:gd name="connsiteX0" fmla="*/ 244672 w 269009"/>
                  <a:gd name="connsiteY0" fmla="*/ 179599 h 333907"/>
                  <a:gd name="connsiteX1" fmla="*/ 169837 w 269009"/>
                  <a:gd name="connsiteY1" fmla="*/ 143931 h 333907"/>
                  <a:gd name="connsiteX2" fmla="*/ 138270 w 269009"/>
                  <a:gd name="connsiteY2" fmla="*/ 136365 h 333907"/>
                  <a:gd name="connsiteX3" fmla="*/ 104769 w 269009"/>
                  <a:gd name="connsiteY3" fmla="*/ 125498 h 333907"/>
                  <a:gd name="connsiteX4" fmla="*/ 81435 w 269009"/>
                  <a:gd name="connsiteY4" fmla="*/ 111597 h 333907"/>
                  <a:gd name="connsiteX5" fmla="*/ 72602 w 269009"/>
                  <a:gd name="connsiteY5" fmla="*/ 90130 h 333907"/>
                  <a:gd name="connsiteX6" fmla="*/ 89269 w 269009"/>
                  <a:gd name="connsiteY6" fmla="*/ 63263 h 333907"/>
                  <a:gd name="connsiteX7" fmla="*/ 133336 w 269009"/>
                  <a:gd name="connsiteY7" fmla="*/ 52963 h 333907"/>
                  <a:gd name="connsiteX8" fmla="*/ 182904 w 269009"/>
                  <a:gd name="connsiteY8" fmla="*/ 65296 h 333907"/>
                  <a:gd name="connsiteX9" fmla="*/ 213538 w 269009"/>
                  <a:gd name="connsiteY9" fmla="*/ 107297 h 333907"/>
                  <a:gd name="connsiteX10" fmla="*/ 265339 w 269009"/>
                  <a:gd name="connsiteY10" fmla="*/ 88364 h 333907"/>
                  <a:gd name="connsiteX11" fmla="*/ 238172 w 269009"/>
                  <a:gd name="connsiteY11" fmla="*/ 39729 h 333907"/>
                  <a:gd name="connsiteX12" fmla="*/ 192371 w 269009"/>
                  <a:gd name="connsiteY12" fmla="*/ 10029 h 333907"/>
                  <a:gd name="connsiteX13" fmla="*/ 133336 w 269009"/>
                  <a:gd name="connsiteY13" fmla="*/ 28 h 333907"/>
                  <a:gd name="connsiteX14" fmla="*/ 70001 w 269009"/>
                  <a:gd name="connsiteY14" fmla="*/ 11695 h 333907"/>
                  <a:gd name="connsiteX15" fmla="*/ 26667 w 269009"/>
                  <a:gd name="connsiteY15" fmla="*/ 43829 h 333907"/>
                  <a:gd name="connsiteX16" fmla="*/ 11200 w 269009"/>
                  <a:gd name="connsiteY16" fmla="*/ 90864 h 333907"/>
                  <a:gd name="connsiteX17" fmla="*/ 34534 w 269009"/>
                  <a:gd name="connsiteY17" fmla="*/ 150565 h 333907"/>
                  <a:gd name="connsiteX18" fmla="*/ 109702 w 269009"/>
                  <a:gd name="connsiteY18" fmla="*/ 187532 h 333907"/>
                  <a:gd name="connsiteX19" fmla="*/ 141903 w 269009"/>
                  <a:gd name="connsiteY19" fmla="*/ 195733 h 333907"/>
                  <a:gd name="connsiteX20" fmla="*/ 192104 w 269009"/>
                  <a:gd name="connsiteY20" fmla="*/ 213100 h 333907"/>
                  <a:gd name="connsiteX21" fmla="*/ 208238 w 269009"/>
                  <a:gd name="connsiteY21" fmla="*/ 240567 h 333907"/>
                  <a:gd name="connsiteX22" fmla="*/ 189271 w 269009"/>
                  <a:gd name="connsiteY22" fmla="*/ 269934 h 333907"/>
                  <a:gd name="connsiteX23" fmla="*/ 136870 w 269009"/>
                  <a:gd name="connsiteY23" fmla="*/ 281634 h 333907"/>
                  <a:gd name="connsiteX24" fmla="*/ 100202 w 269009"/>
                  <a:gd name="connsiteY24" fmla="*/ 275301 h 333907"/>
                  <a:gd name="connsiteX25" fmla="*/ 69568 w 269009"/>
                  <a:gd name="connsiteY25" fmla="*/ 256034 h 333907"/>
                  <a:gd name="connsiteX26" fmla="*/ 50301 w 269009"/>
                  <a:gd name="connsiteY26" fmla="*/ 223500 h 333907"/>
                  <a:gd name="connsiteX27" fmla="*/ 0 w 269009"/>
                  <a:gd name="connsiteY27" fmla="*/ 245500 h 333907"/>
                  <a:gd name="connsiteX28" fmla="*/ 78935 w 269009"/>
                  <a:gd name="connsiteY28" fmla="*/ 324435 h 333907"/>
                  <a:gd name="connsiteX29" fmla="*/ 137070 w 269009"/>
                  <a:gd name="connsiteY29" fmla="*/ 333902 h 333907"/>
                  <a:gd name="connsiteX30" fmla="*/ 207071 w 269009"/>
                  <a:gd name="connsiteY30" fmla="*/ 321602 h 333907"/>
                  <a:gd name="connsiteX31" fmla="*/ 252872 w 269009"/>
                  <a:gd name="connsiteY31" fmla="*/ 287801 h 333907"/>
                  <a:gd name="connsiteX32" fmla="*/ 269006 w 269009"/>
                  <a:gd name="connsiteY32" fmla="*/ 238833 h 333907"/>
                  <a:gd name="connsiteX33" fmla="*/ 244672 w 269009"/>
                  <a:gd name="connsiteY33" fmla="*/ 179599 h 33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9009" h="333907">
                    <a:moveTo>
                      <a:pt x="244672" y="179599"/>
                    </a:moveTo>
                    <a:cubicBezTo>
                      <a:pt x="228471" y="164265"/>
                      <a:pt x="203528" y="152375"/>
                      <a:pt x="169837" y="143931"/>
                    </a:cubicBezTo>
                    <a:lnTo>
                      <a:pt x="138270" y="136365"/>
                    </a:lnTo>
                    <a:cubicBezTo>
                      <a:pt x="126913" y="133355"/>
                      <a:pt x="115729" y="129728"/>
                      <a:pt x="104769" y="125498"/>
                    </a:cubicBezTo>
                    <a:cubicBezTo>
                      <a:pt x="96195" y="122351"/>
                      <a:pt x="88285" y="117638"/>
                      <a:pt x="81435" y="111597"/>
                    </a:cubicBezTo>
                    <a:cubicBezTo>
                      <a:pt x="75512" y="106064"/>
                      <a:pt x="72288" y="98230"/>
                      <a:pt x="72602" y="90130"/>
                    </a:cubicBezTo>
                    <a:cubicBezTo>
                      <a:pt x="72602" y="79153"/>
                      <a:pt x="78158" y="70197"/>
                      <a:pt x="89269" y="63263"/>
                    </a:cubicBezTo>
                    <a:cubicBezTo>
                      <a:pt x="100379" y="56330"/>
                      <a:pt x="115069" y="52896"/>
                      <a:pt x="133336" y="52963"/>
                    </a:cubicBezTo>
                    <a:cubicBezTo>
                      <a:pt x="150653" y="52666"/>
                      <a:pt x="167744" y="56920"/>
                      <a:pt x="182904" y="65296"/>
                    </a:cubicBezTo>
                    <a:cubicBezTo>
                      <a:pt x="197437" y="73497"/>
                      <a:pt x="207648" y="87497"/>
                      <a:pt x="213538" y="107297"/>
                    </a:cubicBezTo>
                    <a:lnTo>
                      <a:pt x="265339" y="88364"/>
                    </a:lnTo>
                    <a:cubicBezTo>
                      <a:pt x="260509" y="70130"/>
                      <a:pt x="251165" y="53403"/>
                      <a:pt x="238172" y="39729"/>
                    </a:cubicBezTo>
                    <a:cubicBezTo>
                      <a:pt x="225325" y="26522"/>
                      <a:pt x="209671" y="16372"/>
                      <a:pt x="192371" y="10029"/>
                    </a:cubicBezTo>
                    <a:cubicBezTo>
                      <a:pt x="173460" y="3152"/>
                      <a:pt x="153457" y="-238"/>
                      <a:pt x="133336" y="28"/>
                    </a:cubicBezTo>
                    <a:cubicBezTo>
                      <a:pt x="111656" y="-378"/>
                      <a:pt x="90115" y="3592"/>
                      <a:pt x="70001" y="11695"/>
                    </a:cubicBezTo>
                    <a:cubicBezTo>
                      <a:pt x="52951" y="18352"/>
                      <a:pt x="37987" y="29446"/>
                      <a:pt x="26667" y="43829"/>
                    </a:cubicBezTo>
                    <a:cubicBezTo>
                      <a:pt x="16414" y="57346"/>
                      <a:pt x="10970" y="73900"/>
                      <a:pt x="11200" y="90864"/>
                    </a:cubicBezTo>
                    <a:cubicBezTo>
                      <a:pt x="10660" y="113087"/>
                      <a:pt x="19067" y="134598"/>
                      <a:pt x="34534" y="150565"/>
                    </a:cubicBezTo>
                    <a:cubicBezTo>
                      <a:pt x="50091" y="166765"/>
                      <a:pt x="75145" y="179089"/>
                      <a:pt x="109702" y="187532"/>
                    </a:cubicBezTo>
                    <a:lnTo>
                      <a:pt x="141903" y="195733"/>
                    </a:lnTo>
                    <a:cubicBezTo>
                      <a:pt x="164637" y="200776"/>
                      <a:pt x="181370" y="206566"/>
                      <a:pt x="192104" y="213100"/>
                    </a:cubicBezTo>
                    <a:cubicBezTo>
                      <a:pt x="202204" y="218510"/>
                      <a:pt x="208431" y="229110"/>
                      <a:pt x="208238" y="240567"/>
                    </a:cubicBezTo>
                    <a:cubicBezTo>
                      <a:pt x="208238" y="252367"/>
                      <a:pt x="201914" y="262157"/>
                      <a:pt x="189271" y="269934"/>
                    </a:cubicBezTo>
                    <a:cubicBezTo>
                      <a:pt x="176627" y="277711"/>
                      <a:pt x="159160" y="281611"/>
                      <a:pt x="136870" y="281634"/>
                    </a:cubicBezTo>
                    <a:cubicBezTo>
                      <a:pt x="124373" y="281671"/>
                      <a:pt x="111962" y="279528"/>
                      <a:pt x="100202" y="275301"/>
                    </a:cubicBezTo>
                    <a:cubicBezTo>
                      <a:pt x="88672" y="271264"/>
                      <a:pt x="78202" y="264677"/>
                      <a:pt x="69568" y="256034"/>
                    </a:cubicBezTo>
                    <a:cubicBezTo>
                      <a:pt x="60625" y="246897"/>
                      <a:pt x="54014" y="235737"/>
                      <a:pt x="50301" y="223500"/>
                    </a:cubicBezTo>
                    <a:lnTo>
                      <a:pt x="0" y="245500"/>
                    </a:lnTo>
                    <a:cubicBezTo>
                      <a:pt x="12404" y="282781"/>
                      <a:pt x="41654" y="312032"/>
                      <a:pt x="78935" y="324435"/>
                    </a:cubicBezTo>
                    <a:cubicBezTo>
                      <a:pt x="97639" y="330855"/>
                      <a:pt x="117296" y="334055"/>
                      <a:pt x="137070" y="333902"/>
                    </a:cubicBezTo>
                    <a:cubicBezTo>
                      <a:pt x="164004" y="333902"/>
                      <a:pt x="187337" y="329802"/>
                      <a:pt x="207071" y="321602"/>
                    </a:cubicBezTo>
                    <a:cubicBezTo>
                      <a:pt x="225125" y="314705"/>
                      <a:pt x="240958" y="303018"/>
                      <a:pt x="252872" y="287801"/>
                    </a:cubicBezTo>
                    <a:cubicBezTo>
                      <a:pt x="263506" y="273708"/>
                      <a:pt x="269179" y="256490"/>
                      <a:pt x="269006" y="238833"/>
                    </a:cubicBezTo>
                    <a:cubicBezTo>
                      <a:pt x="269006" y="214723"/>
                      <a:pt x="260896" y="194976"/>
                      <a:pt x="244672" y="179599"/>
                    </a:cubicBezTo>
                    <a:close/>
                  </a:path>
                </a:pathLst>
              </a:custGeom>
              <a:solidFill>
                <a:srgbClr val="00A443"/>
              </a:solidFill>
              <a:ln w="3333" cap="flat">
                <a:noFill/>
                <a:prstDash val="solid"/>
                <a:miter/>
              </a:ln>
            </p:spPr>
            <p:txBody>
              <a:bodyPr rtlCol="0" anchor="ctr"/>
              <a:lstStyle/>
              <a:p>
                <a:endParaRPr lang="es-ES"/>
              </a:p>
            </p:txBody>
          </p:sp>
          <p:sp>
            <p:nvSpPr>
              <p:cNvPr id="28" name="Forma libre: forma 43">
                <a:extLst>
                  <a:ext uri="{FF2B5EF4-FFF2-40B4-BE49-F238E27FC236}">
                    <a16:creationId xmlns:a16="http://schemas.microsoft.com/office/drawing/2014/main" id="{F244DBF8-8BD9-9DB8-201D-82BAB0BAC37C}"/>
                  </a:ext>
                </a:extLst>
              </p:cNvPr>
              <p:cNvSpPr/>
              <p:nvPr/>
            </p:nvSpPr>
            <p:spPr>
              <a:xfrm>
                <a:off x="3777708" y="3366492"/>
                <a:ext cx="275409" cy="442275"/>
              </a:xfrm>
              <a:custGeom>
                <a:avLst/>
                <a:gdLst>
                  <a:gd name="connsiteX0" fmla="*/ 217905 w 275409"/>
                  <a:gd name="connsiteY0" fmla="*/ 130136 h 442275"/>
                  <a:gd name="connsiteX1" fmla="*/ 156637 w 275409"/>
                  <a:gd name="connsiteY1" fmla="*/ 114969 h 442275"/>
                  <a:gd name="connsiteX2" fmla="*/ 95035 w 275409"/>
                  <a:gd name="connsiteY2" fmla="*/ 132336 h 442275"/>
                  <a:gd name="connsiteX3" fmla="*/ 61901 w 275409"/>
                  <a:gd name="connsiteY3" fmla="*/ 168737 h 442275"/>
                  <a:gd name="connsiteX4" fmla="*/ 61901 w 275409"/>
                  <a:gd name="connsiteY4" fmla="*/ 0 h 442275"/>
                  <a:gd name="connsiteX5" fmla="*/ 0 w 275409"/>
                  <a:gd name="connsiteY5" fmla="*/ 0 h 442275"/>
                  <a:gd name="connsiteX6" fmla="*/ 0 w 275409"/>
                  <a:gd name="connsiteY6" fmla="*/ 442143 h 442275"/>
                  <a:gd name="connsiteX7" fmla="*/ 61901 w 275409"/>
                  <a:gd name="connsiteY7" fmla="*/ 442143 h 442275"/>
                  <a:gd name="connsiteX8" fmla="*/ 61901 w 275409"/>
                  <a:gd name="connsiteY8" fmla="*/ 252139 h 442275"/>
                  <a:gd name="connsiteX9" fmla="*/ 84302 w 275409"/>
                  <a:gd name="connsiteY9" fmla="*/ 191837 h 442275"/>
                  <a:gd name="connsiteX10" fmla="*/ 142103 w 275409"/>
                  <a:gd name="connsiteY10" fmla="*/ 170037 h 442275"/>
                  <a:gd name="connsiteX11" fmla="*/ 193271 w 275409"/>
                  <a:gd name="connsiteY11" fmla="*/ 191537 h 442275"/>
                  <a:gd name="connsiteX12" fmla="*/ 212838 w 275409"/>
                  <a:gd name="connsiteY12" fmla="*/ 249639 h 442275"/>
                  <a:gd name="connsiteX13" fmla="*/ 212838 w 275409"/>
                  <a:gd name="connsiteY13" fmla="*/ 442276 h 442275"/>
                  <a:gd name="connsiteX14" fmla="*/ 275373 w 275409"/>
                  <a:gd name="connsiteY14" fmla="*/ 442276 h 442275"/>
                  <a:gd name="connsiteX15" fmla="*/ 275373 w 275409"/>
                  <a:gd name="connsiteY15" fmla="*/ 239405 h 442275"/>
                  <a:gd name="connsiteX16" fmla="*/ 259906 w 275409"/>
                  <a:gd name="connsiteY16" fmla="*/ 173404 h 442275"/>
                  <a:gd name="connsiteX17" fmla="*/ 217905 w 275409"/>
                  <a:gd name="connsiteY17" fmla="*/ 130136 h 442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75409" h="442275">
                    <a:moveTo>
                      <a:pt x="217905" y="130136"/>
                    </a:moveTo>
                    <a:cubicBezTo>
                      <a:pt x="199171" y="119756"/>
                      <a:pt x="178037" y="114522"/>
                      <a:pt x="156637" y="114969"/>
                    </a:cubicBezTo>
                    <a:cubicBezTo>
                      <a:pt x="134890" y="114932"/>
                      <a:pt x="113559" y="120943"/>
                      <a:pt x="95035" y="132336"/>
                    </a:cubicBezTo>
                    <a:cubicBezTo>
                      <a:pt x="80848" y="141186"/>
                      <a:pt x="69382" y="153783"/>
                      <a:pt x="61901" y="168737"/>
                    </a:cubicBezTo>
                    <a:lnTo>
                      <a:pt x="61901" y="0"/>
                    </a:lnTo>
                    <a:lnTo>
                      <a:pt x="0" y="0"/>
                    </a:lnTo>
                    <a:lnTo>
                      <a:pt x="0" y="442143"/>
                    </a:lnTo>
                    <a:lnTo>
                      <a:pt x="61901" y="442143"/>
                    </a:lnTo>
                    <a:lnTo>
                      <a:pt x="61901" y="252139"/>
                    </a:lnTo>
                    <a:cubicBezTo>
                      <a:pt x="61901" y="226471"/>
                      <a:pt x="69368" y="206371"/>
                      <a:pt x="84302" y="191837"/>
                    </a:cubicBezTo>
                    <a:cubicBezTo>
                      <a:pt x="99236" y="177304"/>
                      <a:pt x="118502" y="170037"/>
                      <a:pt x="142103" y="170037"/>
                    </a:cubicBezTo>
                    <a:cubicBezTo>
                      <a:pt x="163137" y="170037"/>
                      <a:pt x="180204" y="177204"/>
                      <a:pt x="193271" y="191537"/>
                    </a:cubicBezTo>
                    <a:cubicBezTo>
                      <a:pt x="206338" y="205871"/>
                      <a:pt x="212871" y="225238"/>
                      <a:pt x="212838" y="249639"/>
                    </a:cubicBezTo>
                    <a:lnTo>
                      <a:pt x="212838" y="442276"/>
                    </a:lnTo>
                    <a:lnTo>
                      <a:pt x="275373" y="442276"/>
                    </a:lnTo>
                    <a:lnTo>
                      <a:pt x="275373" y="239405"/>
                    </a:lnTo>
                    <a:cubicBezTo>
                      <a:pt x="275906" y="216448"/>
                      <a:pt x="270606" y="193727"/>
                      <a:pt x="259906" y="173404"/>
                    </a:cubicBezTo>
                    <a:cubicBezTo>
                      <a:pt x="250239" y="155337"/>
                      <a:pt x="235672" y="140346"/>
                      <a:pt x="217905" y="130136"/>
                    </a:cubicBezTo>
                    <a:close/>
                  </a:path>
                </a:pathLst>
              </a:custGeom>
              <a:solidFill>
                <a:srgbClr val="00A443"/>
              </a:solidFill>
              <a:ln w="3333" cap="flat">
                <a:noFill/>
                <a:prstDash val="solid"/>
                <a:miter/>
              </a:ln>
            </p:spPr>
            <p:txBody>
              <a:bodyPr rtlCol="0" anchor="ctr"/>
              <a:lstStyle/>
              <a:p>
                <a:endParaRPr lang="es-ES"/>
              </a:p>
            </p:txBody>
          </p:sp>
          <p:sp>
            <p:nvSpPr>
              <p:cNvPr id="29" name="Forma libre: forma 44">
                <a:extLst>
                  <a:ext uri="{FF2B5EF4-FFF2-40B4-BE49-F238E27FC236}">
                    <a16:creationId xmlns:a16="http://schemas.microsoft.com/office/drawing/2014/main" id="{01F78DE5-53BD-07B4-3EE1-55DF4B738936}"/>
                  </a:ext>
                </a:extLst>
              </p:cNvPr>
              <p:cNvSpPr/>
              <p:nvPr/>
            </p:nvSpPr>
            <p:spPr>
              <a:xfrm>
                <a:off x="4111282" y="3366492"/>
                <a:ext cx="326640" cy="442142"/>
              </a:xfrm>
              <a:custGeom>
                <a:avLst/>
                <a:gdLst>
                  <a:gd name="connsiteX0" fmla="*/ 282939 w 326640"/>
                  <a:gd name="connsiteY0" fmla="*/ 38234 h 442142"/>
                  <a:gd name="connsiteX1" fmla="*/ 162937 w 326640"/>
                  <a:gd name="connsiteY1" fmla="*/ 0 h 442142"/>
                  <a:gd name="connsiteX2" fmla="*/ 0 w 326640"/>
                  <a:gd name="connsiteY2" fmla="*/ 0 h 442142"/>
                  <a:gd name="connsiteX3" fmla="*/ 0 w 326640"/>
                  <a:gd name="connsiteY3" fmla="*/ 442143 h 442142"/>
                  <a:gd name="connsiteX4" fmla="*/ 65035 w 326640"/>
                  <a:gd name="connsiteY4" fmla="*/ 442143 h 442142"/>
                  <a:gd name="connsiteX5" fmla="*/ 65035 w 326640"/>
                  <a:gd name="connsiteY5" fmla="*/ 285473 h 442142"/>
                  <a:gd name="connsiteX6" fmla="*/ 163570 w 326640"/>
                  <a:gd name="connsiteY6" fmla="*/ 285473 h 442142"/>
                  <a:gd name="connsiteX7" fmla="*/ 250439 w 326640"/>
                  <a:gd name="connsiteY7" fmla="*/ 268406 h 442142"/>
                  <a:gd name="connsiteX8" fmla="*/ 306640 w 326640"/>
                  <a:gd name="connsiteY8" fmla="*/ 219138 h 442142"/>
                  <a:gd name="connsiteX9" fmla="*/ 326640 w 326640"/>
                  <a:gd name="connsiteY9" fmla="*/ 143370 h 442142"/>
                  <a:gd name="connsiteX10" fmla="*/ 282939 w 326640"/>
                  <a:gd name="connsiteY10" fmla="*/ 38234 h 442142"/>
                  <a:gd name="connsiteX11" fmla="*/ 231805 w 326640"/>
                  <a:gd name="connsiteY11" fmla="*/ 206538 h 442142"/>
                  <a:gd name="connsiteX12" fmla="*/ 157903 w 326640"/>
                  <a:gd name="connsiteY12" fmla="*/ 228038 h 442142"/>
                  <a:gd name="connsiteX13" fmla="*/ 64935 w 326640"/>
                  <a:gd name="connsiteY13" fmla="*/ 228038 h 442142"/>
                  <a:gd name="connsiteX14" fmla="*/ 64935 w 326640"/>
                  <a:gd name="connsiteY14" fmla="*/ 58768 h 442142"/>
                  <a:gd name="connsiteX15" fmla="*/ 157803 w 326640"/>
                  <a:gd name="connsiteY15" fmla="*/ 58768 h 442142"/>
                  <a:gd name="connsiteX16" fmla="*/ 231705 w 326640"/>
                  <a:gd name="connsiteY16" fmla="*/ 79902 h 442142"/>
                  <a:gd name="connsiteX17" fmla="*/ 258205 w 326640"/>
                  <a:gd name="connsiteY17" fmla="*/ 143403 h 442142"/>
                  <a:gd name="connsiteX18" fmla="*/ 231705 w 326640"/>
                  <a:gd name="connsiteY18" fmla="*/ 206538 h 44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640" h="442142">
                    <a:moveTo>
                      <a:pt x="282939" y="38234"/>
                    </a:moveTo>
                    <a:cubicBezTo>
                      <a:pt x="253906" y="12767"/>
                      <a:pt x="213905" y="23"/>
                      <a:pt x="162937" y="0"/>
                    </a:cubicBezTo>
                    <a:lnTo>
                      <a:pt x="0" y="0"/>
                    </a:lnTo>
                    <a:lnTo>
                      <a:pt x="0" y="442143"/>
                    </a:lnTo>
                    <a:lnTo>
                      <a:pt x="65035" y="442143"/>
                    </a:lnTo>
                    <a:lnTo>
                      <a:pt x="65035" y="285473"/>
                    </a:lnTo>
                    <a:lnTo>
                      <a:pt x="163570" y="285473"/>
                    </a:lnTo>
                    <a:cubicBezTo>
                      <a:pt x="197271" y="285473"/>
                      <a:pt x="226205" y="279783"/>
                      <a:pt x="250439" y="268406"/>
                    </a:cubicBezTo>
                    <a:cubicBezTo>
                      <a:pt x="273639" y="257922"/>
                      <a:pt x="293206" y="240772"/>
                      <a:pt x="306640" y="219138"/>
                    </a:cubicBezTo>
                    <a:cubicBezTo>
                      <a:pt x="319973" y="197671"/>
                      <a:pt x="326640" y="172414"/>
                      <a:pt x="326640" y="143370"/>
                    </a:cubicBezTo>
                    <a:cubicBezTo>
                      <a:pt x="326507" y="98745"/>
                      <a:pt x="311940" y="63701"/>
                      <a:pt x="282939" y="38234"/>
                    </a:cubicBezTo>
                    <a:close/>
                    <a:moveTo>
                      <a:pt x="231805" y="206538"/>
                    </a:moveTo>
                    <a:cubicBezTo>
                      <a:pt x="214038" y="220871"/>
                      <a:pt x="189404" y="228038"/>
                      <a:pt x="157903" y="228038"/>
                    </a:cubicBezTo>
                    <a:lnTo>
                      <a:pt x="64935" y="228038"/>
                    </a:lnTo>
                    <a:lnTo>
                      <a:pt x="64935" y="58768"/>
                    </a:lnTo>
                    <a:lnTo>
                      <a:pt x="157803" y="58768"/>
                    </a:lnTo>
                    <a:cubicBezTo>
                      <a:pt x="189371" y="58768"/>
                      <a:pt x="214004" y="65811"/>
                      <a:pt x="231705" y="79902"/>
                    </a:cubicBezTo>
                    <a:cubicBezTo>
                      <a:pt x="249405" y="93992"/>
                      <a:pt x="258239" y="115159"/>
                      <a:pt x="258205" y="143403"/>
                    </a:cubicBezTo>
                    <a:cubicBezTo>
                      <a:pt x="258205" y="171180"/>
                      <a:pt x="249372" y="192227"/>
                      <a:pt x="231705" y="206538"/>
                    </a:cubicBezTo>
                    <a:close/>
                  </a:path>
                </a:pathLst>
              </a:custGeom>
              <a:solidFill>
                <a:srgbClr val="00A443"/>
              </a:solidFill>
              <a:ln w="3333" cap="flat">
                <a:noFill/>
                <a:prstDash val="solid"/>
                <a:miter/>
              </a:ln>
            </p:spPr>
            <p:txBody>
              <a:bodyPr rtlCol="0" anchor="ctr"/>
              <a:lstStyle/>
              <a:p>
                <a:endParaRPr lang="es-ES"/>
              </a:p>
            </p:txBody>
          </p:sp>
          <p:sp>
            <p:nvSpPr>
              <p:cNvPr id="30" name="Forma libre: forma 45">
                <a:extLst>
                  <a:ext uri="{FF2B5EF4-FFF2-40B4-BE49-F238E27FC236}">
                    <a16:creationId xmlns:a16="http://schemas.microsoft.com/office/drawing/2014/main" id="{80DD4C15-BF48-7F6F-1196-20E40C22F2FE}"/>
                  </a:ext>
                </a:extLst>
              </p:cNvPr>
              <p:cNvSpPr/>
              <p:nvPr/>
            </p:nvSpPr>
            <p:spPr>
              <a:xfrm>
                <a:off x="4443077" y="3481431"/>
                <a:ext cx="325301" cy="334137"/>
              </a:xfrm>
              <a:custGeom>
                <a:avLst/>
                <a:gdLst>
                  <a:gd name="connsiteX0" fmla="*/ 246351 w 325301"/>
                  <a:gd name="connsiteY0" fmla="*/ 20865 h 334137"/>
                  <a:gd name="connsiteX1" fmla="*/ 162349 w 325301"/>
                  <a:gd name="connsiteY1" fmla="*/ 31 h 334137"/>
                  <a:gd name="connsiteX2" fmla="*/ 97914 w 325301"/>
                  <a:gd name="connsiteY2" fmla="*/ 12031 h 334137"/>
                  <a:gd name="connsiteX3" fmla="*/ 46113 w 325301"/>
                  <a:gd name="connsiteY3" fmla="*/ 46465 h 334137"/>
                  <a:gd name="connsiteX4" fmla="*/ 12013 w 325301"/>
                  <a:gd name="connsiteY4" fmla="*/ 99500 h 334137"/>
                  <a:gd name="connsiteX5" fmla="*/ 12 w 325301"/>
                  <a:gd name="connsiteY5" fmla="*/ 166768 h 334137"/>
                  <a:gd name="connsiteX6" fmla="*/ 21179 w 325301"/>
                  <a:gd name="connsiteY6" fmla="*/ 253936 h 334137"/>
                  <a:gd name="connsiteX7" fmla="*/ 79280 w 325301"/>
                  <a:gd name="connsiteY7" fmla="*/ 313004 h 334137"/>
                  <a:gd name="connsiteX8" fmla="*/ 227384 w 325301"/>
                  <a:gd name="connsiteY8" fmla="*/ 321838 h 334137"/>
                  <a:gd name="connsiteX9" fmla="*/ 279185 w 325301"/>
                  <a:gd name="connsiteY9" fmla="*/ 287404 h 334137"/>
                  <a:gd name="connsiteX10" fmla="*/ 313286 w 325301"/>
                  <a:gd name="connsiteY10" fmla="*/ 234669 h 334137"/>
                  <a:gd name="connsiteX11" fmla="*/ 325286 w 325301"/>
                  <a:gd name="connsiteY11" fmla="*/ 166768 h 334137"/>
                  <a:gd name="connsiteX12" fmla="*/ 304152 w 325301"/>
                  <a:gd name="connsiteY12" fmla="*/ 79299 h 334137"/>
                  <a:gd name="connsiteX13" fmla="*/ 246351 w 325301"/>
                  <a:gd name="connsiteY13" fmla="*/ 20865 h 334137"/>
                  <a:gd name="connsiteX14" fmla="*/ 254551 w 325301"/>
                  <a:gd name="connsiteY14" fmla="*/ 213502 h 334137"/>
                  <a:gd name="connsiteX15" fmla="*/ 233717 w 325301"/>
                  <a:gd name="connsiteY15" fmla="*/ 248569 h 334137"/>
                  <a:gd name="connsiteX16" fmla="*/ 202117 w 325301"/>
                  <a:gd name="connsiteY16" fmla="*/ 270337 h 334137"/>
                  <a:gd name="connsiteX17" fmla="*/ 162349 w 325301"/>
                  <a:gd name="connsiteY17" fmla="*/ 277937 h 334137"/>
                  <a:gd name="connsiteX18" fmla="*/ 112115 w 325301"/>
                  <a:gd name="connsiteY18" fmla="*/ 264603 h 334137"/>
                  <a:gd name="connsiteX19" fmla="*/ 76747 w 325301"/>
                  <a:gd name="connsiteY19" fmla="*/ 226402 h 334137"/>
                  <a:gd name="connsiteX20" fmla="*/ 63814 w 325301"/>
                  <a:gd name="connsiteY20" fmla="*/ 166701 h 334137"/>
                  <a:gd name="connsiteX21" fmla="*/ 71080 w 325301"/>
                  <a:gd name="connsiteY21" fmla="*/ 120033 h 334137"/>
                  <a:gd name="connsiteX22" fmla="*/ 91614 w 325301"/>
                  <a:gd name="connsiteY22" fmla="*/ 85299 h 334137"/>
                  <a:gd name="connsiteX23" fmla="*/ 123181 w 325301"/>
                  <a:gd name="connsiteY23" fmla="*/ 63499 h 334137"/>
                  <a:gd name="connsiteX24" fmla="*/ 162349 w 325301"/>
                  <a:gd name="connsiteY24" fmla="*/ 56232 h 334137"/>
                  <a:gd name="connsiteX25" fmla="*/ 213817 w 325301"/>
                  <a:gd name="connsiteY25" fmla="*/ 69566 h 334137"/>
                  <a:gd name="connsiteX26" fmla="*/ 249184 w 325301"/>
                  <a:gd name="connsiteY26" fmla="*/ 107466 h 334137"/>
                  <a:gd name="connsiteX27" fmla="*/ 262118 w 325301"/>
                  <a:gd name="connsiteY27" fmla="*/ 166834 h 334137"/>
                  <a:gd name="connsiteX28" fmla="*/ 254484 w 325301"/>
                  <a:gd name="connsiteY28" fmla="*/ 213502 h 33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5301" h="334137">
                    <a:moveTo>
                      <a:pt x="246351" y="20865"/>
                    </a:moveTo>
                    <a:cubicBezTo>
                      <a:pt x="220684" y="6654"/>
                      <a:pt x="191683" y="-533"/>
                      <a:pt x="162349" y="31"/>
                    </a:cubicBezTo>
                    <a:cubicBezTo>
                      <a:pt x="140282" y="-179"/>
                      <a:pt x="118415" y="3894"/>
                      <a:pt x="97914" y="12031"/>
                    </a:cubicBezTo>
                    <a:cubicBezTo>
                      <a:pt x="78447" y="19801"/>
                      <a:pt x="60814" y="31528"/>
                      <a:pt x="46113" y="46465"/>
                    </a:cubicBezTo>
                    <a:cubicBezTo>
                      <a:pt x="31246" y="61625"/>
                      <a:pt x="19646" y="79676"/>
                      <a:pt x="12013" y="99500"/>
                    </a:cubicBezTo>
                    <a:cubicBezTo>
                      <a:pt x="3812" y="120970"/>
                      <a:pt x="-255" y="143790"/>
                      <a:pt x="12" y="166768"/>
                    </a:cubicBezTo>
                    <a:cubicBezTo>
                      <a:pt x="12" y="199612"/>
                      <a:pt x="7079" y="228669"/>
                      <a:pt x="21179" y="253936"/>
                    </a:cubicBezTo>
                    <a:cubicBezTo>
                      <a:pt x="34713" y="278617"/>
                      <a:pt x="54813" y="299064"/>
                      <a:pt x="79280" y="313004"/>
                    </a:cubicBezTo>
                    <a:cubicBezTo>
                      <a:pt x="124915" y="337678"/>
                      <a:pt x="179149" y="340911"/>
                      <a:pt x="227384" y="321838"/>
                    </a:cubicBezTo>
                    <a:cubicBezTo>
                      <a:pt x="246784" y="313917"/>
                      <a:pt x="264384" y="302214"/>
                      <a:pt x="279185" y="287404"/>
                    </a:cubicBezTo>
                    <a:cubicBezTo>
                      <a:pt x="294119" y="272393"/>
                      <a:pt x="305719" y="254429"/>
                      <a:pt x="313286" y="234669"/>
                    </a:cubicBezTo>
                    <a:cubicBezTo>
                      <a:pt x="321519" y="212989"/>
                      <a:pt x="325586" y="189955"/>
                      <a:pt x="325286" y="166768"/>
                    </a:cubicBezTo>
                    <a:cubicBezTo>
                      <a:pt x="325286" y="133434"/>
                      <a:pt x="318252" y="104276"/>
                      <a:pt x="304152" y="79299"/>
                    </a:cubicBezTo>
                    <a:cubicBezTo>
                      <a:pt x="290618" y="54872"/>
                      <a:pt x="270618" y="34651"/>
                      <a:pt x="246351" y="20865"/>
                    </a:cubicBezTo>
                    <a:close/>
                    <a:moveTo>
                      <a:pt x="254551" y="213502"/>
                    </a:moveTo>
                    <a:cubicBezTo>
                      <a:pt x="250051" y="226479"/>
                      <a:pt x="242951" y="238406"/>
                      <a:pt x="233717" y="248569"/>
                    </a:cubicBezTo>
                    <a:cubicBezTo>
                      <a:pt x="224884" y="258030"/>
                      <a:pt x="214117" y="265456"/>
                      <a:pt x="202117" y="270337"/>
                    </a:cubicBezTo>
                    <a:cubicBezTo>
                      <a:pt x="189483" y="275483"/>
                      <a:pt x="175982" y="278067"/>
                      <a:pt x="162349" y="277937"/>
                    </a:cubicBezTo>
                    <a:cubicBezTo>
                      <a:pt x="144715" y="278150"/>
                      <a:pt x="127348" y="273540"/>
                      <a:pt x="112115" y="264603"/>
                    </a:cubicBezTo>
                    <a:cubicBezTo>
                      <a:pt x="96914" y="255503"/>
                      <a:pt x="84648" y="242246"/>
                      <a:pt x="76747" y="226402"/>
                    </a:cubicBezTo>
                    <a:cubicBezTo>
                      <a:pt x="68114" y="209779"/>
                      <a:pt x="63780" y="189878"/>
                      <a:pt x="63814" y="166701"/>
                    </a:cubicBezTo>
                    <a:cubicBezTo>
                      <a:pt x="63513" y="150841"/>
                      <a:pt x="65980" y="135054"/>
                      <a:pt x="71080" y="120033"/>
                    </a:cubicBezTo>
                    <a:cubicBezTo>
                      <a:pt x="75547" y="107200"/>
                      <a:pt x="82514" y="95389"/>
                      <a:pt x="91614" y="85299"/>
                    </a:cubicBezTo>
                    <a:cubicBezTo>
                      <a:pt x="100314" y="75689"/>
                      <a:pt x="111115" y="68226"/>
                      <a:pt x="123181" y="63499"/>
                    </a:cubicBezTo>
                    <a:cubicBezTo>
                      <a:pt x="135648" y="58609"/>
                      <a:pt x="148949" y="56142"/>
                      <a:pt x="162349" y="56232"/>
                    </a:cubicBezTo>
                    <a:cubicBezTo>
                      <a:pt x="180383" y="55919"/>
                      <a:pt x="198183" y="60529"/>
                      <a:pt x="213817" y="69566"/>
                    </a:cubicBezTo>
                    <a:cubicBezTo>
                      <a:pt x="228950" y="78606"/>
                      <a:pt x="241217" y="91746"/>
                      <a:pt x="249184" y="107466"/>
                    </a:cubicBezTo>
                    <a:cubicBezTo>
                      <a:pt x="257818" y="123910"/>
                      <a:pt x="262118" y="143700"/>
                      <a:pt x="262118" y="166834"/>
                    </a:cubicBezTo>
                    <a:cubicBezTo>
                      <a:pt x="262318" y="182718"/>
                      <a:pt x="259751" y="198512"/>
                      <a:pt x="254484" y="213502"/>
                    </a:cubicBezTo>
                    <a:close/>
                  </a:path>
                </a:pathLst>
              </a:custGeom>
              <a:solidFill>
                <a:srgbClr val="00A443"/>
              </a:solidFill>
              <a:ln w="3333" cap="flat">
                <a:noFill/>
                <a:prstDash val="solid"/>
                <a:miter/>
              </a:ln>
            </p:spPr>
            <p:txBody>
              <a:bodyPr rtlCol="0" anchor="ctr"/>
              <a:lstStyle/>
              <a:p>
                <a:endParaRPr lang="es-ES"/>
              </a:p>
            </p:txBody>
          </p:sp>
          <p:sp>
            <p:nvSpPr>
              <p:cNvPr id="31" name="Forma libre: forma 46">
                <a:extLst>
                  <a:ext uri="{FF2B5EF4-FFF2-40B4-BE49-F238E27FC236}">
                    <a16:creationId xmlns:a16="http://schemas.microsoft.com/office/drawing/2014/main" id="{0F13482C-DCCA-1ED5-A6BA-81EFD378FF22}"/>
                  </a:ext>
                </a:extLst>
              </p:cNvPr>
              <p:cNvSpPr/>
              <p:nvPr/>
            </p:nvSpPr>
            <p:spPr>
              <a:xfrm>
                <a:off x="4768096" y="3487762"/>
                <a:ext cx="464876" cy="321040"/>
              </a:xfrm>
              <a:custGeom>
                <a:avLst/>
                <a:gdLst>
                  <a:gd name="connsiteX0" fmla="*/ 349274 w 464876"/>
                  <a:gd name="connsiteY0" fmla="*/ 172604 h 321040"/>
                  <a:gd name="connsiteX1" fmla="*/ 341074 w 464876"/>
                  <a:gd name="connsiteY1" fmla="*/ 200071 h 321040"/>
                  <a:gd name="connsiteX2" fmla="*/ 332874 w 464876"/>
                  <a:gd name="connsiteY2" fmla="*/ 230072 h 321040"/>
                  <a:gd name="connsiteX3" fmla="*/ 314540 w 464876"/>
                  <a:gd name="connsiteY3" fmla="*/ 173204 h 321040"/>
                  <a:gd name="connsiteX4" fmla="*/ 259472 w 464876"/>
                  <a:gd name="connsiteY4" fmla="*/ 0 h 321040"/>
                  <a:gd name="connsiteX5" fmla="*/ 205771 w 464876"/>
                  <a:gd name="connsiteY5" fmla="*/ 0 h 321040"/>
                  <a:gd name="connsiteX6" fmla="*/ 151603 w 464876"/>
                  <a:gd name="connsiteY6" fmla="*/ 172604 h 321040"/>
                  <a:gd name="connsiteX7" fmla="*/ 143069 w 464876"/>
                  <a:gd name="connsiteY7" fmla="*/ 200704 h 321040"/>
                  <a:gd name="connsiteX8" fmla="*/ 133903 w 464876"/>
                  <a:gd name="connsiteY8" fmla="*/ 230705 h 321040"/>
                  <a:gd name="connsiteX9" fmla="*/ 125069 w 464876"/>
                  <a:gd name="connsiteY9" fmla="*/ 200704 h 321040"/>
                  <a:gd name="connsiteX10" fmla="*/ 116836 w 464876"/>
                  <a:gd name="connsiteY10" fmla="*/ 172604 h 321040"/>
                  <a:gd name="connsiteX11" fmla="*/ 65701 w 464876"/>
                  <a:gd name="connsiteY11" fmla="*/ 167 h 321040"/>
                  <a:gd name="connsiteX12" fmla="*/ 0 w 464876"/>
                  <a:gd name="connsiteY12" fmla="*/ 167 h 321040"/>
                  <a:gd name="connsiteX13" fmla="*/ 101702 w 464876"/>
                  <a:gd name="connsiteY13" fmla="*/ 321040 h 321040"/>
                  <a:gd name="connsiteX14" fmla="*/ 160437 w 464876"/>
                  <a:gd name="connsiteY14" fmla="*/ 321040 h 321040"/>
                  <a:gd name="connsiteX15" fmla="*/ 214738 w 464876"/>
                  <a:gd name="connsiteY15" fmla="*/ 148603 h 321040"/>
                  <a:gd name="connsiteX16" fmla="*/ 231805 w 464876"/>
                  <a:gd name="connsiteY16" fmla="*/ 92402 h 321040"/>
                  <a:gd name="connsiteX17" fmla="*/ 250105 w 464876"/>
                  <a:gd name="connsiteY17" fmla="*/ 148603 h 321040"/>
                  <a:gd name="connsiteX18" fmla="*/ 304440 w 464876"/>
                  <a:gd name="connsiteY18" fmla="*/ 321040 h 321040"/>
                  <a:gd name="connsiteX19" fmla="*/ 363808 w 464876"/>
                  <a:gd name="connsiteY19" fmla="*/ 321040 h 321040"/>
                  <a:gd name="connsiteX20" fmla="*/ 464876 w 464876"/>
                  <a:gd name="connsiteY20" fmla="*/ 167 h 321040"/>
                  <a:gd name="connsiteX21" fmla="*/ 400442 w 464876"/>
                  <a:gd name="connsiteY21" fmla="*/ 167 h 32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876" h="321040">
                    <a:moveTo>
                      <a:pt x="349274" y="172604"/>
                    </a:moveTo>
                    <a:cubicBezTo>
                      <a:pt x="346341" y="181871"/>
                      <a:pt x="343607" y="191027"/>
                      <a:pt x="341074" y="200071"/>
                    </a:cubicBezTo>
                    <a:cubicBezTo>
                      <a:pt x="338540" y="209114"/>
                      <a:pt x="335807" y="219115"/>
                      <a:pt x="332874" y="230072"/>
                    </a:cubicBezTo>
                    <a:cubicBezTo>
                      <a:pt x="325273" y="206471"/>
                      <a:pt x="319173" y="187514"/>
                      <a:pt x="314540" y="173204"/>
                    </a:cubicBezTo>
                    <a:lnTo>
                      <a:pt x="259472" y="0"/>
                    </a:lnTo>
                    <a:lnTo>
                      <a:pt x="205771" y="0"/>
                    </a:lnTo>
                    <a:lnTo>
                      <a:pt x="151603" y="172604"/>
                    </a:lnTo>
                    <a:cubicBezTo>
                      <a:pt x="148636" y="182314"/>
                      <a:pt x="145770" y="191681"/>
                      <a:pt x="143069" y="200704"/>
                    </a:cubicBezTo>
                    <a:cubicBezTo>
                      <a:pt x="140303" y="209771"/>
                      <a:pt x="137269" y="219771"/>
                      <a:pt x="133903" y="230705"/>
                    </a:cubicBezTo>
                    <a:cubicBezTo>
                      <a:pt x="130569" y="219771"/>
                      <a:pt x="127569" y="209771"/>
                      <a:pt x="125069" y="200704"/>
                    </a:cubicBezTo>
                    <a:cubicBezTo>
                      <a:pt x="122569" y="191637"/>
                      <a:pt x="119802" y="182304"/>
                      <a:pt x="116836" y="172604"/>
                    </a:cubicBezTo>
                    <a:lnTo>
                      <a:pt x="65701" y="167"/>
                    </a:lnTo>
                    <a:lnTo>
                      <a:pt x="0" y="167"/>
                    </a:lnTo>
                    <a:lnTo>
                      <a:pt x="101702" y="321040"/>
                    </a:lnTo>
                    <a:lnTo>
                      <a:pt x="160437" y="321040"/>
                    </a:lnTo>
                    <a:lnTo>
                      <a:pt x="214738" y="148603"/>
                    </a:lnTo>
                    <a:cubicBezTo>
                      <a:pt x="219371" y="134713"/>
                      <a:pt x="225071" y="115979"/>
                      <a:pt x="231805" y="92402"/>
                    </a:cubicBezTo>
                    <a:cubicBezTo>
                      <a:pt x="239805" y="115979"/>
                      <a:pt x="245905" y="134713"/>
                      <a:pt x="250105" y="148603"/>
                    </a:cubicBezTo>
                    <a:lnTo>
                      <a:pt x="304440" y="321040"/>
                    </a:lnTo>
                    <a:lnTo>
                      <a:pt x="363808" y="321040"/>
                    </a:lnTo>
                    <a:lnTo>
                      <a:pt x="464876" y="167"/>
                    </a:lnTo>
                    <a:lnTo>
                      <a:pt x="400442" y="167"/>
                    </a:lnTo>
                    <a:close/>
                  </a:path>
                </a:pathLst>
              </a:custGeom>
              <a:solidFill>
                <a:srgbClr val="00A443"/>
              </a:solidFill>
              <a:ln w="3333" cap="flat">
                <a:noFill/>
                <a:prstDash val="solid"/>
                <a:miter/>
              </a:ln>
            </p:spPr>
            <p:txBody>
              <a:bodyPr rtlCol="0" anchor="ctr"/>
              <a:lstStyle/>
              <a:p>
                <a:endParaRPr lang="es-ES"/>
              </a:p>
            </p:txBody>
          </p:sp>
          <p:sp>
            <p:nvSpPr>
              <p:cNvPr id="32" name="Forma libre: forma 47">
                <a:extLst>
                  <a:ext uri="{FF2B5EF4-FFF2-40B4-BE49-F238E27FC236}">
                    <a16:creationId xmlns:a16="http://schemas.microsoft.com/office/drawing/2014/main" id="{2EAA3BA5-C9FF-6BA7-EA73-29F979D7F9BE}"/>
                  </a:ext>
                </a:extLst>
              </p:cNvPr>
              <p:cNvSpPr/>
              <p:nvPr/>
            </p:nvSpPr>
            <p:spPr>
              <a:xfrm>
                <a:off x="5232952" y="3481440"/>
                <a:ext cx="302526" cy="334259"/>
              </a:xfrm>
              <a:custGeom>
                <a:avLst/>
                <a:gdLst>
                  <a:gd name="connsiteX0" fmla="*/ 230559 w 302526"/>
                  <a:gd name="connsiteY0" fmla="*/ 20555 h 334259"/>
                  <a:gd name="connsiteX1" fmla="*/ 154124 w 302526"/>
                  <a:gd name="connsiteY1" fmla="*/ 21 h 334259"/>
                  <a:gd name="connsiteX2" fmla="*/ 91889 w 302526"/>
                  <a:gd name="connsiteY2" fmla="*/ 11688 h 334259"/>
                  <a:gd name="connsiteX3" fmla="*/ 42955 w 302526"/>
                  <a:gd name="connsiteY3" fmla="*/ 45589 h 334259"/>
                  <a:gd name="connsiteX4" fmla="*/ 11054 w 302526"/>
                  <a:gd name="connsiteY4" fmla="*/ 98323 h 334259"/>
                  <a:gd name="connsiteX5" fmla="*/ 20 w 302526"/>
                  <a:gd name="connsiteY5" fmla="*/ 166858 h 334259"/>
                  <a:gd name="connsiteX6" fmla="*/ 20221 w 302526"/>
                  <a:gd name="connsiteY6" fmla="*/ 254327 h 334259"/>
                  <a:gd name="connsiteX7" fmla="*/ 75789 w 302526"/>
                  <a:gd name="connsiteY7" fmla="*/ 313095 h 334259"/>
                  <a:gd name="connsiteX8" fmla="*/ 157291 w 302526"/>
                  <a:gd name="connsiteY8" fmla="*/ 334228 h 334259"/>
                  <a:gd name="connsiteX9" fmla="*/ 211258 w 302526"/>
                  <a:gd name="connsiteY9" fmla="*/ 326328 h 334259"/>
                  <a:gd name="connsiteX10" fmla="*/ 259293 w 302526"/>
                  <a:gd name="connsiteY10" fmla="*/ 300461 h 334259"/>
                  <a:gd name="connsiteX11" fmla="*/ 296860 w 302526"/>
                  <a:gd name="connsiteY11" fmla="*/ 254027 h 334259"/>
                  <a:gd name="connsiteX12" fmla="*/ 248859 w 302526"/>
                  <a:gd name="connsiteY12" fmla="*/ 224326 h 334259"/>
                  <a:gd name="connsiteX13" fmla="*/ 224858 w 302526"/>
                  <a:gd name="connsiteY13" fmla="*/ 256227 h 334259"/>
                  <a:gd name="connsiteX14" fmla="*/ 193891 w 302526"/>
                  <a:gd name="connsiteY14" fmla="*/ 273927 h 334259"/>
                  <a:gd name="connsiteX15" fmla="*/ 157224 w 302526"/>
                  <a:gd name="connsiteY15" fmla="*/ 279294 h 334259"/>
                  <a:gd name="connsiteX16" fmla="*/ 108589 w 302526"/>
                  <a:gd name="connsiteY16" fmla="*/ 266660 h 334259"/>
                  <a:gd name="connsiteX17" fmla="*/ 74855 w 302526"/>
                  <a:gd name="connsiteY17" fmla="*/ 228926 h 334259"/>
                  <a:gd name="connsiteX18" fmla="*/ 63089 w 302526"/>
                  <a:gd name="connsiteY18" fmla="*/ 181258 h 334259"/>
                  <a:gd name="connsiteX19" fmla="*/ 301927 w 302526"/>
                  <a:gd name="connsiteY19" fmla="*/ 181258 h 334259"/>
                  <a:gd name="connsiteX20" fmla="*/ 302527 w 302526"/>
                  <a:gd name="connsiteY20" fmla="*/ 172425 h 334259"/>
                  <a:gd name="connsiteX21" fmla="*/ 302527 w 302526"/>
                  <a:gd name="connsiteY21" fmla="*/ 164191 h 334259"/>
                  <a:gd name="connsiteX22" fmla="*/ 283293 w 302526"/>
                  <a:gd name="connsiteY22" fmla="*/ 77990 h 334259"/>
                  <a:gd name="connsiteX23" fmla="*/ 230559 w 302526"/>
                  <a:gd name="connsiteY23" fmla="*/ 20555 h 334259"/>
                  <a:gd name="connsiteX24" fmla="*/ 86856 w 302526"/>
                  <a:gd name="connsiteY24" fmla="*/ 81823 h 334259"/>
                  <a:gd name="connsiteX25" fmla="*/ 115590 w 302526"/>
                  <a:gd name="connsiteY25" fmla="*/ 59723 h 334259"/>
                  <a:gd name="connsiteX26" fmla="*/ 153491 w 302526"/>
                  <a:gd name="connsiteY26" fmla="*/ 52456 h 334259"/>
                  <a:gd name="connsiteX27" fmla="*/ 215692 w 302526"/>
                  <a:gd name="connsiteY27" fmla="*/ 80223 h 334259"/>
                  <a:gd name="connsiteX28" fmla="*/ 238026 w 302526"/>
                  <a:gd name="connsiteY28" fmla="*/ 135191 h 334259"/>
                  <a:gd name="connsiteX29" fmla="*/ 64922 w 302526"/>
                  <a:gd name="connsiteY29" fmla="*/ 135191 h 334259"/>
                  <a:gd name="connsiteX30" fmla="*/ 68855 w 302526"/>
                  <a:gd name="connsiteY30" fmla="*/ 117824 h 334259"/>
                  <a:gd name="connsiteX31" fmla="*/ 86856 w 302526"/>
                  <a:gd name="connsiteY31" fmla="*/ 81823 h 334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2526" h="334259">
                    <a:moveTo>
                      <a:pt x="230559" y="20555"/>
                    </a:moveTo>
                    <a:cubicBezTo>
                      <a:pt x="207525" y="6671"/>
                      <a:pt x="181024" y="-442"/>
                      <a:pt x="154124" y="21"/>
                    </a:cubicBezTo>
                    <a:cubicBezTo>
                      <a:pt x="132823" y="-245"/>
                      <a:pt x="111656" y="3721"/>
                      <a:pt x="91889" y="11688"/>
                    </a:cubicBezTo>
                    <a:cubicBezTo>
                      <a:pt x="73355" y="19378"/>
                      <a:pt x="56655" y="30935"/>
                      <a:pt x="42955" y="45589"/>
                    </a:cubicBezTo>
                    <a:cubicBezTo>
                      <a:pt x="28788" y="60769"/>
                      <a:pt x="17921" y="78726"/>
                      <a:pt x="11054" y="98323"/>
                    </a:cubicBezTo>
                    <a:cubicBezTo>
                      <a:pt x="3421" y="120354"/>
                      <a:pt x="-313" y="143548"/>
                      <a:pt x="20" y="166858"/>
                    </a:cubicBezTo>
                    <a:cubicBezTo>
                      <a:pt x="20" y="200192"/>
                      <a:pt x="6754" y="229349"/>
                      <a:pt x="20221" y="254327"/>
                    </a:cubicBezTo>
                    <a:cubicBezTo>
                      <a:pt x="32988" y="278647"/>
                      <a:pt x="52222" y="298978"/>
                      <a:pt x="75789" y="313095"/>
                    </a:cubicBezTo>
                    <a:cubicBezTo>
                      <a:pt x="100489" y="327488"/>
                      <a:pt x="128690" y="334802"/>
                      <a:pt x="157291" y="334228"/>
                    </a:cubicBezTo>
                    <a:cubicBezTo>
                      <a:pt x="175558" y="334262"/>
                      <a:pt x="193758" y="331598"/>
                      <a:pt x="211258" y="326328"/>
                    </a:cubicBezTo>
                    <a:cubicBezTo>
                      <a:pt x="228859" y="321021"/>
                      <a:pt x="245193" y="312225"/>
                      <a:pt x="259293" y="300461"/>
                    </a:cubicBezTo>
                    <a:cubicBezTo>
                      <a:pt x="274593" y="287454"/>
                      <a:pt x="287327" y="271707"/>
                      <a:pt x="296860" y="254027"/>
                    </a:cubicBezTo>
                    <a:lnTo>
                      <a:pt x="248859" y="224326"/>
                    </a:lnTo>
                    <a:cubicBezTo>
                      <a:pt x="242926" y="236360"/>
                      <a:pt x="234759" y="247177"/>
                      <a:pt x="224858" y="256227"/>
                    </a:cubicBezTo>
                    <a:cubicBezTo>
                      <a:pt x="215925" y="264277"/>
                      <a:pt x="205358" y="270314"/>
                      <a:pt x="193891" y="273927"/>
                    </a:cubicBezTo>
                    <a:cubicBezTo>
                      <a:pt x="182024" y="277577"/>
                      <a:pt x="169657" y="279387"/>
                      <a:pt x="157224" y="279294"/>
                    </a:cubicBezTo>
                    <a:cubicBezTo>
                      <a:pt x="140157" y="279581"/>
                      <a:pt x="123356" y="275214"/>
                      <a:pt x="108589" y="266660"/>
                    </a:cubicBezTo>
                    <a:cubicBezTo>
                      <a:pt x="93823" y="257730"/>
                      <a:pt x="82089" y="244586"/>
                      <a:pt x="74855" y="228926"/>
                    </a:cubicBezTo>
                    <a:cubicBezTo>
                      <a:pt x="67889" y="213949"/>
                      <a:pt x="63889" y="197759"/>
                      <a:pt x="63089" y="181258"/>
                    </a:cubicBezTo>
                    <a:lnTo>
                      <a:pt x="301927" y="181258"/>
                    </a:lnTo>
                    <a:cubicBezTo>
                      <a:pt x="302327" y="178332"/>
                      <a:pt x="302527" y="175378"/>
                      <a:pt x="302527" y="172425"/>
                    </a:cubicBezTo>
                    <a:lnTo>
                      <a:pt x="302527" y="164191"/>
                    </a:lnTo>
                    <a:cubicBezTo>
                      <a:pt x="302527" y="131347"/>
                      <a:pt x="296127" y="102613"/>
                      <a:pt x="283293" y="77990"/>
                    </a:cubicBezTo>
                    <a:cubicBezTo>
                      <a:pt x="271326" y="54352"/>
                      <a:pt x="253093" y="34479"/>
                      <a:pt x="230559" y="20555"/>
                    </a:cubicBezTo>
                    <a:close/>
                    <a:moveTo>
                      <a:pt x="86856" y="81823"/>
                    </a:moveTo>
                    <a:cubicBezTo>
                      <a:pt x="94389" y="72116"/>
                      <a:pt x="104289" y="64506"/>
                      <a:pt x="115590" y="59723"/>
                    </a:cubicBezTo>
                    <a:cubicBezTo>
                      <a:pt x="127590" y="54742"/>
                      <a:pt x="140490" y="52269"/>
                      <a:pt x="153491" y="52456"/>
                    </a:cubicBezTo>
                    <a:cubicBezTo>
                      <a:pt x="177357" y="51832"/>
                      <a:pt x="200225" y="62039"/>
                      <a:pt x="215692" y="80223"/>
                    </a:cubicBezTo>
                    <a:cubicBezTo>
                      <a:pt x="227292" y="93557"/>
                      <a:pt x="234726" y="111880"/>
                      <a:pt x="238026" y="135191"/>
                    </a:cubicBezTo>
                    <a:lnTo>
                      <a:pt x="64922" y="135191"/>
                    </a:lnTo>
                    <a:cubicBezTo>
                      <a:pt x="65855" y="129324"/>
                      <a:pt x="67155" y="123521"/>
                      <a:pt x="68855" y="117824"/>
                    </a:cubicBezTo>
                    <a:cubicBezTo>
                      <a:pt x="72522" y="104787"/>
                      <a:pt x="78622" y="92570"/>
                      <a:pt x="86856" y="81823"/>
                    </a:cubicBezTo>
                    <a:close/>
                  </a:path>
                </a:pathLst>
              </a:custGeom>
              <a:solidFill>
                <a:srgbClr val="00A443"/>
              </a:solidFill>
              <a:ln w="3333" cap="flat">
                <a:noFill/>
                <a:prstDash val="solid"/>
                <a:miter/>
              </a:ln>
            </p:spPr>
            <p:txBody>
              <a:bodyPr rtlCol="0" anchor="ctr"/>
              <a:lstStyle/>
              <a:p>
                <a:endParaRPr lang="es-ES"/>
              </a:p>
            </p:txBody>
          </p:sp>
          <p:sp>
            <p:nvSpPr>
              <p:cNvPr id="33" name="Forma libre: forma 48">
                <a:extLst>
                  <a:ext uri="{FF2B5EF4-FFF2-40B4-BE49-F238E27FC236}">
                    <a16:creationId xmlns:a16="http://schemas.microsoft.com/office/drawing/2014/main" id="{1B626170-05AF-D96B-4C42-15E46A6BE1B2}"/>
                  </a:ext>
                </a:extLst>
              </p:cNvPr>
              <p:cNvSpPr/>
              <p:nvPr/>
            </p:nvSpPr>
            <p:spPr>
              <a:xfrm>
                <a:off x="5575180" y="3481451"/>
                <a:ext cx="167370" cy="327184"/>
              </a:xfrm>
              <a:custGeom>
                <a:avLst/>
                <a:gdLst>
                  <a:gd name="connsiteX0" fmla="*/ 149070 w 167370"/>
                  <a:gd name="connsiteY0" fmla="*/ 11 h 327184"/>
                  <a:gd name="connsiteX1" fmla="*/ 98202 w 167370"/>
                  <a:gd name="connsiteY1" fmla="*/ 14545 h 327184"/>
                  <a:gd name="connsiteX2" fmla="*/ 61901 w 167370"/>
                  <a:gd name="connsiteY2" fmla="*/ 58746 h 327184"/>
                  <a:gd name="connsiteX3" fmla="*/ 61901 w 167370"/>
                  <a:gd name="connsiteY3" fmla="*/ 6311 h 327184"/>
                  <a:gd name="connsiteX4" fmla="*/ 0 w 167370"/>
                  <a:gd name="connsiteY4" fmla="*/ 6311 h 327184"/>
                  <a:gd name="connsiteX5" fmla="*/ 0 w 167370"/>
                  <a:gd name="connsiteY5" fmla="*/ 327185 h 327184"/>
                  <a:gd name="connsiteX6" fmla="*/ 61901 w 167370"/>
                  <a:gd name="connsiteY6" fmla="*/ 327185 h 327184"/>
                  <a:gd name="connsiteX7" fmla="*/ 61901 w 167370"/>
                  <a:gd name="connsiteY7" fmla="*/ 156014 h 327184"/>
                  <a:gd name="connsiteX8" fmla="*/ 82735 w 167370"/>
                  <a:gd name="connsiteY8" fmla="*/ 90346 h 327184"/>
                  <a:gd name="connsiteX9" fmla="*/ 135803 w 167370"/>
                  <a:gd name="connsiteY9" fmla="*/ 65712 h 327184"/>
                  <a:gd name="connsiteX10" fmla="*/ 167370 w 167370"/>
                  <a:gd name="connsiteY10" fmla="*/ 65712 h 327184"/>
                  <a:gd name="connsiteX11" fmla="*/ 167370 w 167370"/>
                  <a:gd name="connsiteY11" fmla="*/ 11 h 327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70" h="327184">
                    <a:moveTo>
                      <a:pt x="149070" y="11"/>
                    </a:moveTo>
                    <a:cubicBezTo>
                      <a:pt x="131036" y="-269"/>
                      <a:pt x="113369" y="4788"/>
                      <a:pt x="98202" y="14545"/>
                    </a:cubicBezTo>
                    <a:cubicBezTo>
                      <a:pt x="83268" y="24212"/>
                      <a:pt x="71168" y="38945"/>
                      <a:pt x="61901" y="58746"/>
                    </a:cubicBezTo>
                    <a:lnTo>
                      <a:pt x="61901" y="6311"/>
                    </a:lnTo>
                    <a:lnTo>
                      <a:pt x="0" y="6311"/>
                    </a:lnTo>
                    <a:lnTo>
                      <a:pt x="0" y="327185"/>
                    </a:lnTo>
                    <a:lnTo>
                      <a:pt x="61901" y="327185"/>
                    </a:lnTo>
                    <a:lnTo>
                      <a:pt x="61901" y="156014"/>
                    </a:lnTo>
                    <a:cubicBezTo>
                      <a:pt x="61901" y="128657"/>
                      <a:pt x="68835" y="106770"/>
                      <a:pt x="82735" y="90346"/>
                    </a:cubicBezTo>
                    <a:cubicBezTo>
                      <a:pt x="95669" y="74366"/>
                      <a:pt x="115269" y="65269"/>
                      <a:pt x="135803" y="65712"/>
                    </a:cubicBezTo>
                    <a:lnTo>
                      <a:pt x="167370" y="65712"/>
                    </a:lnTo>
                    <a:lnTo>
                      <a:pt x="167370" y="11"/>
                    </a:lnTo>
                    <a:close/>
                  </a:path>
                </a:pathLst>
              </a:custGeom>
              <a:solidFill>
                <a:srgbClr val="00A443"/>
              </a:solidFill>
              <a:ln w="3333" cap="flat">
                <a:noFill/>
                <a:prstDash val="solid"/>
                <a:miter/>
              </a:ln>
            </p:spPr>
            <p:txBody>
              <a:bodyPr rtlCol="0" anchor="ctr"/>
              <a:lstStyle/>
              <a:p>
                <a:endParaRPr lang="es-ES"/>
              </a:p>
            </p:txBody>
          </p:sp>
          <p:sp>
            <p:nvSpPr>
              <p:cNvPr id="34" name="Forma libre: forma 49">
                <a:extLst>
                  <a:ext uri="{FF2B5EF4-FFF2-40B4-BE49-F238E27FC236}">
                    <a16:creationId xmlns:a16="http://schemas.microsoft.com/office/drawing/2014/main" id="{F835A5E9-8B0D-B320-1502-945966CB2374}"/>
                  </a:ext>
                </a:extLst>
              </p:cNvPr>
              <p:cNvSpPr/>
              <p:nvPr/>
            </p:nvSpPr>
            <p:spPr>
              <a:xfrm>
                <a:off x="1347857" y="3171155"/>
                <a:ext cx="420230" cy="673769"/>
              </a:xfrm>
              <a:custGeom>
                <a:avLst/>
                <a:gdLst>
                  <a:gd name="connsiteX0" fmla="*/ 0 w 420230"/>
                  <a:gd name="connsiteY0" fmla="*/ 480344 h 673769"/>
                  <a:gd name="connsiteX1" fmla="*/ 55768 w 420230"/>
                  <a:gd name="connsiteY1" fmla="*/ 616213 h 673769"/>
                  <a:gd name="connsiteX2" fmla="*/ 278373 w 420230"/>
                  <a:gd name="connsiteY2" fmla="*/ 652681 h 673769"/>
                  <a:gd name="connsiteX3" fmla="*/ 345241 w 420230"/>
                  <a:gd name="connsiteY3" fmla="*/ 0 h 673769"/>
                  <a:gd name="connsiteX4" fmla="*/ 0 w 420230"/>
                  <a:gd name="connsiteY4" fmla="*/ 480344 h 673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230" h="673769">
                    <a:moveTo>
                      <a:pt x="0" y="480344"/>
                    </a:moveTo>
                    <a:cubicBezTo>
                      <a:pt x="-76" y="531218"/>
                      <a:pt x="19971" y="580059"/>
                      <a:pt x="55768" y="616213"/>
                    </a:cubicBezTo>
                    <a:cubicBezTo>
                      <a:pt x="124836" y="685281"/>
                      <a:pt x="218605" y="685148"/>
                      <a:pt x="278373" y="652681"/>
                    </a:cubicBezTo>
                    <a:cubicBezTo>
                      <a:pt x="351541" y="612980"/>
                      <a:pt x="516145" y="493910"/>
                      <a:pt x="345241" y="0"/>
                    </a:cubicBezTo>
                    <a:cubicBezTo>
                      <a:pt x="345241" y="233138"/>
                      <a:pt x="0" y="256839"/>
                      <a:pt x="0" y="480344"/>
                    </a:cubicBezTo>
                    <a:close/>
                  </a:path>
                </a:pathLst>
              </a:custGeom>
              <a:solidFill>
                <a:srgbClr val="FF9C1A"/>
              </a:solidFill>
              <a:ln w="3333" cap="flat">
                <a:noFill/>
                <a:prstDash val="solid"/>
                <a:miter/>
              </a:ln>
            </p:spPr>
            <p:txBody>
              <a:bodyPr rtlCol="0" anchor="ctr"/>
              <a:lstStyle/>
              <a:p>
                <a:endParaRPr lang="es-ES"/>
              </a:p>
            </p:txBody>
          </p:sp>
          <p:sp>
            <p:nvSpPr>
              <p:cNvPr id="35" name="Forma libre: forma 50">
                <a:extLst>
                  <a:ext uri="{FF2B5EF4-FFF2-40B4-BE49-F238E27FC236}">
                    <a16:creationId xmlns:a16="http://schemas.microsoft.com/office/drawing/2014/main" id="{8EB3CCF2-13F1-CDA6-DC88-877F87C4A4B0}"/>
                  </a:ext>
                </a:extLst>
              </p:cNvPr>
              <p:cNvSpPr/>
              <p:nvPr/>
            </p:nvSpPr>
            <p:spPr>
              <a:xfrm>
                <a:off x="1103118" y="3171155"/>
                <a:ext cx="401942" cy="673740"/>
              </a:xfrm>
              <a:custGeom>
                <a:avLst/>
                <a:gdLst>
                  <a:gd name="connsiteX0" fmla="*/ 401942 w 401942"/>
                  <a:gd name="connsiteY0" fmla="*/ 204104 h 673740"/>
                  <a:gd name="connsiteX1" fmla="*/ 345274 w 401942"/>
                  <a:gd name="connsiteY1" fmla="*/ 0 h 673740"/>
                  <a:gd name="connsiteX2" fmla="*/ 0 w 401942"/>
                  <a:gd name="connsiteY2" fmla="*/ 480344 h 673740"/>
                  <a:gd name="connsiteX3" fmla="*/ 55701 w 401942"/>
                  <a:gd name="connsiteY3" fmla="*/ 616213 h 673740"/>
                  <a:gd name="connsiteX4" fmla="*/ 278306 w 401942"/>
                  <a:gd name="connsiteY4" fmla="*/ 652681 h 673740"/>
                  <a:gd name="connsiteX5" fmla="*/ 401942 w 401942"/>
                  <a:gd name="connsiteY5" fmla="*/ 204104 h 67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42" h="673740">
                    <a:moveTo>
                      <a:pt x="401942" y="204104"/>
                    </a:moveTo>
                    <a:cubicBezTo>
                      <a:pt x="390608" y="143003"/>
                      <a:pt x="372441" y="80435"/>
                      <a:pt x="345274" y="0"/>
                    </a:cubicBezTo>
                    <a:cubicBezTo>
                      <a:pt x="345274" y="233138"/>
                      <a:pt x="0" y="256839"/>
                      <a:pt x="0" y="480344"/>
                    </a:cubicBezTo>
                    <a:cubicBezTo>
                      <a:pt x="-76" y="531208"/>
                      <a:pt x="19941" y="580042"/>
                      <a:pt x="55701" y="616213"/>
                    </a:cubicBezTo>
                    <a:cubicBezTo>
                      <a:pt x="124770" y="685281"/>
                      <a:pt x="219272" y="685081"/>
                      <a:pt x="278306" y="652681"/>
                    </a:cubicBezTo>
                    <a:cubicBezTo>
                      <a:pt x="141037" y="506311"/>
                      <a:pt x="189371" y="336874"/>
                      <a:pt x="401942" y="204104"/>
                    </a:cubicBezTo>
                    <a:close/>
                  </a:path>
                </a:pathLst>
              </a:custGeom>
              <a:solidFill>
                <a:srgbClr val="0DA9FF"/>
              </a:solidFill>
              <a:ln w="3333" cap="flat">
                <a:noFill/>
                <a:prstDash val="solid"/>
                <a:miter/>
              </a:ln>
            </p:spPr>
            <p:txBody>
              <a:bodyPr rtlCol="0" anchor="ctr"/>
              <a:lstStyle/>
              <a:p>
                <a:endParaRPr lang="es-ES"/>
              </a:p>
            </p:txBody>
          </p:sp>
          <p:sp>
            <p:nvSpPr>
              <p:cNvPr id="36" name="Forma libre: forma 51">
                <a:extLst>
                  <a:ext uri="{FF2B5EF4-FFF2-40B4-BE49-F238E27FC236}">
                    <a16:creationId xmlns:a16="http://schemas.microsoft.com/office/drawing/2014/main" id="{1E139A1D-BE64-BE98-68A6-9F450170D92E}"/>
                  </a:ext>
                </a:extLst>
              </p:cNvPr>
              <p:cNvSpPr/>
              <p:nvPr/>
            </p:nvSpPr>
            <p:spPr>
              <a:xfrm>
                <a:off x="858380" y="3171155"/>
                <a:ext cx="401941" cy="832550"/>
              </a:xfrm>
              <a:custGeom>
                <a:avLst/>
                <a:gdLst>
                  <a:gd name="connsiteX0" fmla="*/ 401942 w 401941"/>
                  <a:gd name="connsiteY0" fmla="*/ 204104 h 832550"/>
                  <a:gd name="connsiteX1" fmla="*/ 345274 w 401941"/>
                  <a:gd name="connsiteY1" fmla="*/ 0 h 832550"/>
                  <a:gd name="connsiteX2" fmla="*/ 0 w 401941"/>
                  <a:gd name="connsiteY2" fmla="*/ 480344 h 832550"/>
                  <a:gd name="connsiteX3" fmla="*/ 92869 w 401941"/>
                  <a:gd name="connsiteY3" fmla="*/ 645447 h 832550"/>
                  <a:gd name="connsiteX4" fmla="*/ 83968 w 401941"/>
                  <a:gd name="connsiteY4" fmla="*/ 832551 h 832550"/>
                  <a:gd name="connsiteX5" fmla="*/ 128269 w 401941"/>
                  <a:gd name="connsiteY5" fmla="*/ 825184 h 832550"/>
                  <a:gd name="connsiteX6" fmla="*/ 121269 w 401941"/>
                  <a:gd name="connsiteY6" fmla="*/ 659781 h 832550"/>
                  <a:gd name="connsiteX7" fmla="*/ 278306 w 401941"/>
                  <a:gd name="connsiteY7" fmla="*/ 652747 h 832550"/>
                  <a:gd name="connsiteX8" fmla="*/ 401942 w 401941"/>
                  <a:gd name="connsiteY8" fmla="*/ 204104 h 832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941" h="832550">
                    <a:moveTo>
                      <a:pt x="401942" y="204104"/>
                    </a:moveTo>
                    <a:cubicBezTo>
                      <a:pt x="390608" y="143003"/>
                      <a:pt x="372408" y="80435"/>
                      <a:pt x="345274" y="0"/>
                    </a:cubicBezTo>
                    <a:cubicBezTo>
                      <a:pt x="345274" y="233138"/>
                      <a:pt x="0" y="256839"/>
                      <a:pt x="0" y="480344"/>
                    </a:cubicBezTo>
                    <a:cubicBezTo>
                      <a:pt x="0" y="594979"/>
                      <a:pt x="92869" y="645447"/>
                      <a:pt x="92869" y="645447"/>
                    </a:cubicBezTo>
                    <a:cubicBezTo>
                      <a:pt x="78438" y="706738"/>
                      <a:pt x="75422" y="770166"/>
                      <a:pt x="83968" y="832551"/>
                    </a:cubicBezTo>
                    <a:lnTo>
                      <a:pt x="128269" y="825184"/>
                    </a:lnTo>
                    <a:cubicBezTo>
                      <a:pt x="106602" y="749849"/>
                      <a:pt x="119903" y="667814"/>
                      <a:pt x="121269" y="659781"/>
                    </a:cubicBezTo>
                    <a:cubicBezTo>
                      <a:pt x="177937" y="682481"/>
                      <a:pt x="236372" y="675748"/>
                      <a:pt x="278306" y="652747"/>
                    </a:cubicBezTo>
                    <a:cubicBezTo>
                      <a:pt x="140836" y="506311"/>
                      <a:pt x="189371" y="336907"/>
                      <a:pt x="401942" y="204104"/>
                    </a:cubicBezTo>
                    <a:close/>
                  </a:path>
                </a:pathLst>
              </a:custGeom>
              <a:solidFill>
                <a:srgbClr val="00A443"/>
              </a:solidFill>
              <a:ln w="3333" cap="flat">
                <a:noFill/>
                <a:prstDash val="solid"/>
                <a:miter/>
              </a:ln>
            </p:spPr>
            <p:txBody>
              <a:bodyPr rtlCol="0" anchor="ctr"/>
              <a:lstStyle/>
              <a:p>
                <a:endParaRPr lang="es-ES"/>
              </a:p>
            </p:txBody>
          </p:sp>
        </p:grpSp>
      </p:grpSp>
      <p:pic>
        <p:nvPicPr>
          <p:cNvPr id="37" name="Graphic 36" descr="Eye with solid fill">
            <a:extLst>
              <a:ext uri="{FF2B5EF4-FFF2-40B4-BE49-F238E27FC236}">
                <a16:creationId xmlns:a16="http://schemas.microsoft.com/office/drawing/2014/main" id="{93E53436-F901-C778-E0E2-A62AF32ABE7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06632" y="1647409"/>
            <a:ext cx="826575" cy="826575"/>
          </a:xfrm>
          <a:prstGeom prst="rect">
            <a:avLst/>
          </a:prstGeom>
        </p:spPr>
      </p:pic>
      <p:pic>
        <p:nvPicPr>
          <p:cNvPr id="39" name="Graphic 38" descr="Adhesive Bandage with solid fill">
            <a:extLst>
              <a:ext uri="{FF2B5EF4-FFF2-40B4-BE49-F238E27FC236}">
                <a16:creationId xmlns:a16="http://schemas.microsoft.com/office/drawing/2014/main" id="{E917FE0B-2063-A5F7-7082-9F90AA7E00E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89594" y="3256413"/>
            <a:ext cx="660650" cy="6606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3767E-F4A1-7BB6-D81E-8BA9FCD260B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5B1E9F0-2848-CEA6-A3B3-7FA05F29BDD8}"/>
              </a:ext>
            </a:extLst>
          </p:cNvPr>
          <p:cNvSpPr>
            <a:spLocks noGrp="1"/>
          </p:cNvSpPr>
          <p:nvPr>
            <p:ph type="body" sz="quarter" idx="20"/>
          </p:nvPr>
        </p:nvSpPr>
        <p:spPr>
          <a:xfrm>
            <a:off x="598810" y="330442"/>
            <a:ext cx="3558520" cy="543464"/>
          </a:xfrm>
        </p:spPr>
        <p:txBody>
          <a:bodyPr>
            <a:noAutofit/>
          </a:bodyPr>
          <a:lstStyle/>
          <a:p>
            <a:r>
              <a:rPr lang="en-US" sz="2300">
                <a:latin typeface="IberPangea (Headings)"/>
                <a:ea typeface="Arial" pitchFamily="34" charset="-122"/>
                <a:cs typeface="Arial" pitchFamily="34" charset="-120"/>
              </a:rPr>
              <a:t>What you get</a:t>
            </a:r>
            <a:endParaRPr lang="en-US" sz="2300">
              <a:latin typeface="IberPangea (Headings)"/>
            </a:endParaRPr>
          </a:p>
        </p:txBody>
      </p:sp>
      <p:sp>
        <p:nvSpPr>
          <p:cNvPr id="3" name="Slide Number Placeholder 2">
            <a:extLst>
              <a:ext uri="{FF2B5EF4-FFF2-40B4-BE49-F238E27FC236}">
                <a16:creationId xmlns:a16="http://schemas.microsoft.com/office/drawing/2014/main" id="{A160FF7E-00FD-3DF2-A6E7-8E31F3B1C91F}"/>
              </a:ext>
            </a:extLst>
          </p:cNvPr>
          <p:cNvSpPr>
            <a:spLocks noGrp="1"/>
          </p:cNvSpPr>
          <p:nvPr>
            <p:ph type="sldNum" sz="quarter" idx="4"/>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92A49E42-579D-0A4D-A382-D64C66A04E33}" type="slidenum">
              <a:rPr kumimoji="0" lang="es-ES" sz="1800" b="0" i="0" u="none" strike="noStrike" kern="1200" cap="none" spc="0" normalizeH="0" baseline="0" noProof="0" smtClean="0">
                <a:ln>
                  <a:noFill/>
                </a:ln>
                <a:solidFill>
                  <a:srgbClr val="FFFFFF"/>
                </a:solidFill>
                <a:effectLst/>
                <a:uLnTx/>
                <a:uFillTx/>
                <a:latin typeface="IberPangea Text"/>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13</a:t>
            </a:fld>
            <a:endParaRPr kumimoji="0" lang="es-ES" sz="1800" b="0" i="0" u="none" strike="noStrike" kern="1200" cap="none" spc="0" normalizeH="0" baseline="0" noProof="0">
              <a:ln>
                <a:noFill/>
              </a:ln>
              <a:solidFill>
                <a:srgbClr val="FFFFFF"/>
              </a:solidFill>
              <a:effectLst/>
              <a:uLnTx/>
              <a:uFillTx/>
              <a:latin typeface="IberPangea Text"/>
              <a:ea typeface="+mn-ea"/>
              <a:cs typeface="+mn-cs"/>
            </a:endParaRPr>
          </a:p>
        </p:txBody>
      </p:sp>
      <p:cxnSp>
        <p:nvCxnSpPr>
          <p:cNvPr id="20" name="Straight Connector 19">
            <a:extLst>
              <a:ext uri="{FF2B5EF4-FFF2-40B4-BE49-F238E27FC236}">
                <a16:creationId xmlns:a16="http://schemas.microsoft.com/office/drawing/2014/main" id="{1875B467-8996-1262-53ED-97BF3E29952F}"/>
              </a:ext>
            </a:extLst>
          </p:cNvPr>
          <p:cNvCxnSpPr>
            <a:cxnSpLocks/>
          </p:cNvCxnSpPr>
          <p:nvPr/>
        </p:nvCxnSpPr>
        <p:spPr>
          <a:xfrm>
            <a:off x="598810" y="883703"/>
            <a:ext cx="11388419" cy="1478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 1">
            <a:extLst>
              <a:ext uri="{FF2B5EF4-FFF2-40B4-BE49-F238E27FC236}">
                <a16:creationId xmlns:a16="http://schemas.microsoft.com/office/drawing/2014/main" id="{836DAED9-0553-85B6-FEF5-38C049E63BD5}"/>
              </a:ext>
            </a:extLst>
          </p:cNvPr>
          <p:cNvSpPr txBox="1"/>
          <p:nvPr/>
        </p:nvSpPr>
        <p:spPr>
          <a:xfrm>
            <a:off x="548640" y="1417320"/>
            <a:ext cx="3520440" cy="4023360"/>
          </a:xfrm>
          <a:prstGeom prst="roundRect">
            <a:avLst>
              <a:gd name="adj" fmla="val 3117"/>
            </a:avLst>
          </a:prstGeom>
          <a:solidFill>
            <a:srgbClr val="FFFFFF"/>
          </a:solidFill>
          <a:ln w="22225">
            <a:solidFill>
              <a:srgbClr val="5BD38C"/>
            </a:solidFill>
          </a:ln>
        </p:spPr>
        <p:txBody>
          <a:bodyPr wrap="square" lIns="254000" tIns="1320800" rIns="254000" bIns="152400" rtlCol="0" anchor="t"/>
          <a:lstStyle/>
          <a:p>
            <a:r>
              <a:rPr lang="en-US" sz="2100" b="1">
                <a:solidFill>
                  <a:srgbClr val="00402A"/>
                </a:solidFill>
                <a:latin typeface="IberPangea SmBold" pitchFamily="34" charset="0"/>
                <a:ea typeface="Arial" pitchFamily="34" charset="-122"/>
                <a:cs typeface="Arial" pitchFamily="34" charset="-120"/>
              </a:rPr>
              <a:t>Something for everyone who enters</a:t>
            </a:r>
            <a:endParaRPr lang="en-US" sz="2100">
              <a:solidFill>
                <a:prstClr val="black"/>
              </a:solidFill>
              <a:latin typeface="Calibri" panose="020F0502020204030204"/>
            </a:endParaRPr>
          </a:p>
          <a:p>
            <a:r>
              <a:rPr lang="en-US" sz="600">
                <a:solidFill>
                  <a:srgbClr val="3A3735"/>
                </a:solidFill>
                <a:latin typeface="IberPangea" pitchFamily="34" charset="0"/>
                <a:ea typeface="Arial" pitchFamily="34" charset="-122"/>
                <a:cs typeface="Arial" pitchFamily="34" charset="-120"/>
              </a:rPr>
              <a:t> </a:t>
            </a:r>
            <a:endParaRPr lang="en-US" sz="2100">
              <a:solidFill>
                <a:prstClr val="black"/>
              </a:solidFill>
              <a:latin typeface="Calibri" panose="020F0502020204030204"/>
            </a:endParaRPr>
          </a:p>
          <a:p>
            <a:r>
              <a:rPr lang="en-US" sz="1500">
                <a:solidFill>
                  <a:srgbClr val="3A3735"/>
                </a:solidFill>
                <a:latin typeface="IberPangea" pitchFamily="34" charset="0"/>
                <a:ea typeface="Arial" pitchFamily="34" charset="-122"/>
                <a:cs typeface="Arial" pitchFamily="34" charset="-120"/>
              </a:rPr>
              <a:t>A ScottishPower Cyber goodie bag and written feedback on your submission.</a:t>
            </a:r>
            <a:endParaRPr lang="en-US" sz="2100">
              <a:solidFill>
                <a:prstClr val="black"/>
              </a:solidFill>
              <a:latin typeface="Calibri" panose="020F0502020204030204"/>
            </a:endParaRPr>
          </a:p>
        </p:txBody>
      </p:sp>
      <p:sp>
        <p:nvSpPr>
          <p:cNvPr id="5" name="Shape 2">
            <a:extLst>
              <a:ext uri="{FF2B5EF4-FFF2-40B4-BE49-F238E27FC236}">
                <a16:creationId xmlns:a16="http://schemas.microsoft.com/office/drawing/2014/main" id="{018F43D5-2180-BC78-32A3-15CA49C45A41}"/>
              </a:ext>
            </a:extLst>
          </p:cNvPr>
          <p:cNvSpPr/>
          <p:nvPr/>
        </p:nvSpPr>
        <p:spPr>
          <a:xfrm>
            <a:off x="868680" y="1645920"/>
            <a:ext cx="960120" cy="960120"/>
          </a:xfrm>
          <a:prstGeom prst="ellipse">
            <a:avLst/>
          </a:prstGeom>
          <a:solidFill>
            <a:srgbClr val="008C39"/>
          </a:solidFill>
          <a:ln w="12700">
            <a:solidFill>
              <a:srgbClr val="008C39"/>
            </a:solidFill>
            <a:prstDash val="solid"/>
          </a:ln>
        </p:spPr>
        <p:txBody>
          <a:bodyPr/>
          <a:lstStyle/>
          <a:p>
            <a:endParaRPr lang="en-GB">
              <a:solidFill>
                <a:prstClr val="black"/>
              </a:solidFill>
              <a:latin typeface="Calibri" panose="020F0502020204030204"/>
            </a:endParaRPr>
          </a:p>
        </p:txBody>
      </p:sp>
      <p:pic>
        <p:nvPicPr>
          <p:cNvPr id="7" name="Image 0" descr="preencoded.png">
            <a:extLst>
              <a:ext uri="{FF2B5EF4-FFF2-40B4-BE49-F238E27FC236}">
                <a16:creationId xmlns:a16="http://schemas.microsoft.com/office/drawing/2014/main" id="{4A0A9315-FE13-E039-C4C2-F049E58018B7}"/>
              </a:ext>
            </a:extLst>
          </p:cNvPr>
          <p:cNvPicPr>
            <a:picLocks noChangeAspect="1"/>
          </p:cNvPicPr>
          <p:nvPr/>
        </p:nvPicPr>
        <p:blipFill>
          <a:blip r:embed="rId2"/>
          <a:stretch>
            <a:fillRect/>
          </a:stretch>
        </p:blipFill>
        <p:spPr>
          <a:xfrm>
            <a:off x="1118311" y="1895551"/>
            <a:ext cx="460858" cy="460858"/>
          </a:xfrm>
          <a:prstGeom prst="rect">
            <a:avLst/>
          </a:prstGeom>
        </p:spPr>
      </p:pic>
      <p:sp>
        <p:nvSpPr>
          <p:cNvPr id="8" name="Text 3">
            <a:extLst>
              <a:ext uri="{FF2B5EF4-FFF2-40B4-BE49-F238E27FC236}">
                <a16:creationId xmlns:a16="http://schemas.microsoft.com/office/drawing/2014/main" id="{1210FC64-4632-2EB0-4A80-8CDF97B8FEF4}"/>
              </a:ext>
            </a:extLst>
          </p:cNvPr>
          <p:cNvSpPr txBox="1"/>
          <p:nvPr/>
        </p:nvSpPr>
        <p:spPr>
          <a:xfrm>
            <a:off x="8330184" y="1417320"/>
            <a:ext cx="3520440" cy="4023360"/>
          </a:xfrm>
          <a:prstGeom prst="roundRect">
            <a:avLst>
              <a:gd name="adj" fmla="val 3117"/>
            </a:avLst>
          </a:prstGeom>
          <a:solidFill>
            <a:srgbClr val="00402A"/>
          </a:solidFill>
          <a:ln>
            <a:solidFill>
              <a:srgbClr val="00402A"/>
            </a:solidFill>
          </a:ln>
        </p:spPr>
        <p:txBody>
          <a:bodyPr wrap="square" lIns="254000" tIns="1320800" rIns="254000" bIns="152400" rtlCol="0" anchor="t"/>
          <a:lstStyle/>
          <a:p>
            <a:r>
              <a:rPr lang="en-US" sz="2100" b="1">
                <a:solidFill>
                  <a:srgbClr val="FFFFFF"/>
                </a:solidFill>
                <a:latin typeface="IberPangea SmBold" pitchFamily="34" charset="0"/>
                <a:ea typeface="Arial" pitchFamily="34" charset="-122"/>
                <a:cs typeface="Arial" pitchFamily="34" charset="-120"/>
              </a:rPr>
              <a:t>Individual performance</a:t>
            </a:r>
            <a:endParaRPr lang="en-US" sz="2100">
              <a:solidFill>
                <a:prstClr val="black"/>
              </a:solidFill>
              <a:latin typeface="Calibri" panose="020F0502020204030204"/>
            </a:endParaRPr>
          </a:p>
          <a:p>
            <a:endParaRPr lang="en-US" sz="1500">
              <a:solidFill>
                <a:srgbClr val="FFFFFF"/>
              </a:solidFill>
              <a:latin typeface="IberPangea" pitchFamily="34" charset="0"/>
              <a:cs typeface="Arial" pitchFamily="34" charset="-120"/>
            </a:endParaRPr>
          </a:p>
          <a:p>
            <a:r>
              <a:rPr lang="en-US" sz="1500">
                <a:solidFill>
                  <a:srgbClr val="FFFFFF"/>
                </a:solidFill>
                <a:latin typeface="IberPangea" pitchFamily="34" charset="0"/>
                <a:cs typeface="Arial" pitchFamily="34" charset="-120"/>
              </a:rPr>
              <a:t>For anyone who demonstrates standout individual performance, we are able to recommend your name (if you wish) to our Year in Industry and Graduate programmes. This may assist any application you make.</a:t>
            </a:r>
            <a:endParaRPr lang="en-US" sz="2100">
              <a:solidFill>
                <a:prstClr val="black"/>
              </a:solidFill>
              <a:latin typeface="Calibri" panose="020F0502020204030204"/>
            </a:endParaRPr>
          </a:p>
        </p:txBody>
      </p:sp>
      <p:sp>
        <p:nvSpPr>
          <p:cNvPr id="12" name="Text 5">
            <a:extLst>
              <a:ext uri="{FF2B5EF4-FFF2-40B4-BE49-F238E27FC236}">
                <a16:creationId xmlns:a16="http://schemas.microsoft.com/office/drawing/2014/main" id="{7FA0549B-A813-E8E7-C155-8BE8C235559A}"/>
              </a:ext>
            </a:extLst>
          </p:cNvPr>
          <p:cNvSpPr txBox="1"/>
          <p:nvPr/>
        </p:nvSpPr>
        <p:spPr>
          <a:xfrm>
            <a:off x="4439412" y="1417320"/>
            <a:ext cx="3520440" cy="4023360"/>
          </a:xfrm>
          <a:prstGeom prst="roundRect">
            <a:avLst>
              <a:gd name="adj" fmla="val 3117"/>
            </a:avLst>
          </a:prstGeom>
          <a:solidFill>
            <a:srgbClr val="FFFFFF"/>
          </a:solidFill>
          <a:ln w="22225">
            <a:solidFill>
              <a:srgbClr val="5BD38C"/>
            </a:solidFill>
          </a:ln>
        </p:spPr>
        <p:txBody>
          <a:bodyPr wrap="square" lIns="254000" tIns="1320800" rIns="254000" bIns="152400" rtlCol="0" anchor="t"/>
          <a:lstStyle/>
          <a:p>
            <a:r>
              <a:rPr lang="en-US" sz="2100" b="1">
                <a:solidFill>
                  <a:srgbClr val="00402A"/>
                </a:solidFill>
                <a:latin typeface="IberPangea SmBold" pitchFamily="34" charset="0"/>
                <a:ea typeface="Arial" pitchFamily="34" charset="-122"/>
                <a:cs typeface="Arial" pitchFamily="34" charset="-120"/>
              </a:rPr>
              <a:t>Prizes for the top three</a:t>
            </a:r>
            <a:endParaRPr lang="en-US" sz="2100">
              <a:solidFill>
                <a:prstClr val="black"/>
              </a:solidFill>
              <a:latin typeface="Calibri" panose="020F0502020204030204"/>
            </a:endParaRPr>
          </a:p>
          <a:p>
            <a:r>
              <a:rPr lang="en-US" sz="600">
                <a:solidFill>
                  <a:srgbClr val="3A3735"/>
                </a:solidFill>
                <a:latin typeface="IberPangea" pitchFamily="34" charset="0"/>
                <a:ea typeface="Arial" pitchFamily="34" charset="-122"/>
                <a:cs typeface="Arial" pitchFamily="34" charset="-120"/>
              </a:rPr>
              <a:t> </a:t>
            </a:r>
            <a:endParaRPr lang="en-US" sz="2100">
              <a:solidFill>
                <a:prstClr val="black"/>
              </a:solidFill>
              <a:latin typeface="Calibri" panose="020F0502020204030204"/>
            </a:endParaRPr>
          </a:p>
          <a:p>
            <a:r>
              <a:rPr lang="en-US" sz="1500">
                <a:solidFill>
                  <a:srgbClr val="3A3735"/>
                </a:solidFill>
                <a:latin typeface="IberPangea" pitchFamily="34" charset="0"/>
                <a:ea typeface="Arial" pitchFamily="34" charset="-122"/>
                <a:cs typeface="Arial" pitchFamily="34" charset="-120"/>
              </a:rPr>
              <a:t>1st: Amazon vouchers. 2nd and 3rd: exclusive merchandise. </a:t>
            </a:r>
            <a:endParaRPr lang="en-US" sz="2100">
              <a:solidFill>
                <a:prstClr val="black"/>
              </a:solidFill>
              <a:latin typeface="Calibri" panose="020F0502020204030204"/>
            </a:endParaRPr>
          </a:p>
        </p:txBody>
      </p:sp>
      <p:sp>
        <p:nvSpPr>
          <p:cNvPr id="13" name="Shape 6">
            <a:extLst>
              <a:ext uri="{FF2B5EF4-FFF2-40B4-BE49-F238E27FC236}">
                <a16:creationId xmlns:a16="http://schemas.microsoft.com/office/drawing/2014/main" id="{709092C2-7385-BF33-0178-7AB0725712D5}"/>
              </a:ext>
            </a:extLst>
          </p:cNvPr>
          <p:cNvSpPr/>
          <p:nvPr/>
        </p:nvSpPr>
        <p:spPr>
          <a:xfrm>
            <a:off x="4759452" y="1645920"/>
            <a:ext cx="960120" cy="960120"/>
          </a:xfrm>
          <a:prstGeom prst="ellipse">
            <a:avLst/>
          </a:prstGeom>
          <a:solidFill>
            <a:srgbClr val="0792E5"/>
          </a:solidFill>
          <a:ln w="12700">
            <a:solidFill>
              <a:srgbClr val="0792E5"/>
            </a:solidFill>
            <a:prstDash val="solid"/>
          </a:ln>
        </p:spPr>
        <p:txBody>
          <a:bodyPr/>
          <a:lstStyle/>
          <a:p>
            <a:endParaRPr lang="en-GB">
              <a:solidFill>
                <a:prstClr val="black"/>
              </a:solidFill>
              <a:latin typeface="Calibri" panose="020F0502020204030204"/>
            </a:endParaRPr>
          </a:p>
        </p:txBody>
      </p:sp>
      <p:pic>
        <p:nvPicPr>
          <p:cNvPr id="14" name="Image 2" descr="preencoded.png">
            <a:extLst>
              <a:ext uri="{FF2B5EF4-FFF2-40B4-BE49-F238E27FC236}">
                <a16:creationId xmlns:a16="http://schemas.microsoft.com/office/drawing/2014/main" id="{6D761BA3-B7DA-0B20-4615-10370A7C9FF0}"/>
              </a:ext>
            </a:extLst>
          </p:cNvPr>
          <p:cNvPicPr>
            <a:picLocks noChangeAspect="1"/>
          </p:cNvPicPr>
          <p:nvPr/>
        </p:nvPicPr>
        <p:blipFill>
          <a:blip r:embed="rId3"/>
          <a:stretch>
            <a:fillRect/>
          </a:stretch>
        </p:blipFill>
        <p:spPr>
          <a:xfrm>
            <a:off x="5009083" y="1895551"/>
            <a:ext cx="460858" cy="460858"/>
          </a:xfrm>
          <a:prstGeom prst="rect">
            <a:avLst/>
          </a:prstGeom>
        </p:spPr>
      </p:pic>
      <p:sp>
        <p:nvSpPr>
          <p:cNvPr id="10" name="Shape 6">
            <a:extLst>
              <a:ext uri="{FF2B5EF4-FFF2-40B4-BE49-F238E27FC236}">
                <a16:creationId xmlns:a16="http://schemas.microsoft.com/office/drawing/2014/main" id="{56C39CD3-4746-E200-1FA0-B5C240A1D4FA}"/>
              </a:ext>
            </a:extLst>
          </p:cNvPr>
          <p:cNvSpPr/>
          <p:nvPr/>
        </p:nvSpPr>
        <p:spPr>
          <a:xfrm>
            <a:off x="8599932" y="1645920"/>
            <a:ext cx="960120" cy="960120"/>
          </a:xfrm>
          <a:prstGeom prst="ellipse">
            <a:avLst/>
          </a:prstGeom>
          <a:solidFill>
            <a:schemeClr val="bg1"/>
          </a:solidFill>
          <a:ln w="12700">
            <a:solidFill>
              <a:srgbClr val="0792E5"/>
            </a:solidFill>
            <a:prstDash val="solid"/>
          </a:ln>
        </p:spPr>
        <p:txBody>
          <a:bodyPr/>
          <a:lstStyle/>
          <a:p>
            <a:endParaRPr lang="en-GB">
              <a:solidFill>
                <a:prstClr val="black"/>
              </a:solidFill>
              <a:latin typeface="Calibri" panose="020F0502020204030204"/>
            </a:endParaRPr>
          </a:p>
        </p:txBody>
      </p:sp>
      <p:pic>
        <p:nvPicPr>
          <p:cNvPr id="17" name="Graphic 16" descr="Shooting star with solid fill">
            <a:extLst>
              <a:ext uri="{FF2B5EF4-FFF2-40B4-BE49-F238E27FC236}">
                <a16:creationId xmlns:a16="http://schemas.microsoft.com/office/drawing/2014/main" id="{9B20F11E-8703-9695-BCCE-DB99A14A21B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49893" y="1770735"/>
            <a:ext cx="710489" cy="710489"/>
          </a:xfrm>
          <a:prstGeom prst="rect">
            <a:avLst/>
          </a:prstGeom>
        </p:spPr>
      </p:pic>
    </p:spTree>
    <p:extLst>
      <p:ext uri="{BB962C8B-B14F-4D97-AF65-F5344CB8AC3E}">
        <p14:creationId xmlns:p14="http://schemas.microsoft.com/office/powerpoint/2010/main" val="2390002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CLASSIFICATION" val="No_Classification"/>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CLASSIFICATION" val="No_Classification"/>
</p:tagLst>
</file>

<file path=ppt/tags/tag5.xml><?xml version="1.0" encoding="utf-8"?>
<p:tagLst xmlns:a="http://schemas.openxmlformats.org/drawingml/2006/main" xmlns:r="http://schemas.openxmlformats.org/officeDocument/2006/relationships" xmlns:p="http://schemas.openxmlformats.org/presentationml/2006/main">
  <p:tag name="CLASSIFICATION" val="Client_Confidenti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ScottishPower">
  <a:themeElements>
    <a:clrScheme name="Iberdrola colors">
      <a:dk1>
        <a:srgbClr val="00402A"/>
      </a:dk1>
      <a:lt1>
        <a:srgbClr val="FFFFFF"/>
      </a:lt1>
      <a:dk2>
        <a:srgbClr val="00A443"/>
      </a:dk2>
      <a:lt2>
        <a:srgbClr val="FFF5EC"/>
      </a:lt2>
      <a:accent1>
        <a:srgbClr val="FF9C1A"/>
      </a:accent1>
      <a:accent2>
        <a:srgbClr val="0DA9FF"/>
      </a:accent2>
      <a:accent3>
        <a:srgbClr val="2F6851"/>
      </a:accent3>
      <a:accent4>
        <a:srgbClr val="699282"/>
      </a:accent4>
      <a:accent5>
        <a:srgbClr val="A2BCB1"/>
      </a:accent5>
      <a:accent6>
        <a:srgbClr val="DCEBE1"/>
      </a:accent6>
      <a:hlink>
        <a:srgbClr val="00A443"/>
      </a:hlink>
      <a:folHlink>
        <a:srgbClr val="00A443"/>
      </a:folHlink>
    </a:clrScheme>
    <a:fontScheme name="Iberdrola">
      <a:majorFont>
        <a:latin typeface="IberPangea"/>
        <a:ea typeface=""/>
        <a:cs typeface=""/>
      </a:majorFont>
      <a:minorFont>
        <a:latin typeface="IberPangea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2000" dirty="0" err="1" smtClean="0">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defRPr>
        </a:defPPr>
      </a:lstStyle>
    </a:txDef>
  </a:objectDefaults>
  <a:extraClrSchemeLst/>
  <a:extLst>
    <a:ext uri="{05A4C25C-085E-4340-85A3-A5531E510DB2}">
      <thm15:themeFamily xmlns:thm15="http://schemas.microsoft.com/office/thememl/2012/main" name="Presentación2" id="{DFFE7A06-CD0D-8345-B309-5B0D468AD20E}" vid="{05BA3980-ACBA-9646-B194-F3C4D0533C8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AAFAFA43252FD4E9FD56CB8DCF233E3" ma:contentTypeVersion="11" ma:contentTypeDescription="Create a new document." ma:contentTypeScope="" ma:versionID="ac54550419d2620e186e372eb570fe46">
  <xsd:schema xmlns:xsd="http://www.w3.org/2001/XMLSchema" xmlns:xs="http://www.w3.org/2001/XMLSchema" xmlns:p="http://schemas.microsoft.com/office/2006/metadata/properties" xmlns:ns2="9e4a5352-705a-43c6-a17a-9aeddddb7536" xmlns:ns3="1f420593-6f70-4fff-83f1-3c8e0baa6083" targetNamespace="http://schemas.microsoft.com/office/2006/metadata/properties" ma:root="true" ma:fieldsID="57f4dc96a030cec06028c2fe51a992ae" ns2:_="" ns3:_="">
    <xsd:import namespace="9e4a5352-705a-43c6-a17a-9aeddddb7536"/>
    <xsd:import namespace="1f420593-6f70-4fff-83f1-3c8e0baa608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4a5352-705a-43c6-a17a-9aeddddb75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84e374b-9a04-4d73-a251-4ce1ae2c835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f420593-6f70-4fff-83f1-3c8e0baa608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f38b5dd-22aa-4fac-a01d-16be93dbf497}" ma:internalName="TaxCatchAll" ma:showField="CatchAllData" ma:web="1f420593-6f70-4fff-83f1-3c8e0baa608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e4a5352-705a-43c6-a17a-9aeddddb7536">
      <Terms xmlns="http://schemas.microsoft.com/office/infopath/2007/PartnerControls"/>
    </lcf76f155ced4ddcb4097134ff3c332f>
    <TaxCatchAll xmlns="1f420593-6f70-4fff-83f1-3c8e0baa6083" xsi:nil="true"/>
  </documentManagement>
</p:properties>
</file>

<file path=customXml/itemProps1.xml><?xml version="1.0" encoding="utf-8"?>
<ds:datastoreItem xmlns:ds="http://schemas.openxmlformats.org/officeDocument/2006/customXml" ds:itemID="{8691EC0D-4A8F-4147-8140-2B5E04E18A34}">
  <ds:schemaRefs>
    <ds:schemaRef ds:uri="1f420593-6f70-4fff-83f1-3c8e0baa6083"/>
    <ds:schemaRef ds:uri="9e4a5352-705a-43c6-a17a-9aeddddb753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554572C-1A72-43B6-950C-D1CD00BE23BA}">
  <ds:schemaRefs>
    <ds:schemaRef ds:uri="http://schemas.microsoft.com/sharepoint/v3/contenttype/forms"/>
  </ds:schemaRefs>
</ds:datastoreItem>
</file>

<file path=customXml/itemProps3.xml><?xml version="1.0" encoding="utf-8"?>
<ds:datastoreItem xmlns:ds="http://schemas.openxmlformats.org/officeDocument/2006/customXml" ds:itemID="{EF5BF200-60CB-466C-BD1D-804B72667FFA}">
  <ds:schemaRefs>
    <ds:schemaRef ds:uri="1f420593-6f70-4fff-83f1-3c8e0baa6083"/>
    <ds:schemaRef ds:uri="9e4a5352-705a-43c6-a17a-9aeddddb7536"/>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019c027e-33b7-45fc-a572-8ffa5d09ec36}" enabled="1" method="Standard" siteId="{031a09bc-a2bf-44df-888e-4e09355b7a24}" removed="0"/>
</clbl:labelList>
</file>

<file path=docProps/app.xml><?xml version="1.0" encoding="utf-8"?>
<Properties xmlns="http://schemas.openxmlformats.org/officeDocument/2006/extended-properties" xmlns:vt="http://schemas.openxmlformats.org/officeDocument/2006/docPropsVTypes">
  <TotalTime>0</TotalTime>
  <Words>2894</Words>
  <Application>Microsoft Office PowerPoint</Application>
  <PresentationFormat>Widescreen</PresentationFormat>
  <Paragraphs>228</Paragraphs>
  <Slides>13</Slides>
  <Notes>9</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13</vt:i4>
      </vt:variant>
    </vt:vector>
  </HeadingPairs>
  <TitlesOfParts>
    <vt:vector size="26" baseType="lpstr">
      <vt:lpstr>IberPangea (Headings)</vt:lpstr>
      <vt:lpstr>Arial</vt:lpstr>
      <vt:lpstr>Calibri</vt:lpstr>
      <vt:lpstr>IberPangea</vt:lpstr>
      <vt:lpstr>IberPangea Light</vt:lpstr>
      <vt:lpstr>IberPangea SmBold</vt:lpstr>
      <vt:lpstr>IberPangea Text</vt:lpstr>
      <vt:lpstr>IberPangea Text Light</vt:lpstr>
      <vt:lpstr>IberPangea Text Medium</vt:lpstr>
      <vt:lpstr>Lato Light</vt:lpstr>
      <vt:lpstr>Office Theme</vt:lpstr>
      <vt:lpstr>2_ScottishPower</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Defend Your Network: 02:00 — StrathHack26</dc:title>
  <dc:subject>PptxGenJS Presentation</dc:subject>
  <dc:creator>ScottishPower</dc:creator>
  <cp:lastModifiedBy>Pollock, Adam</cp:lastModifiedBy>
  <cp:revision>1</cp:revision>
  <dcterms:created xsi:type="dcterms:W3CDTF">2026-09-25T11:26:21Z</dcterms:created>
  <dcterms:modified xsi:type="dcterms:W3CDTF">2026-10-09T08:27:31Z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0x010100BAAFAFA43252FD4E9FD56CB8DCF233E3</vt:lpwstr>
  </property>
  <property fmtid="{D5CDD505-2E9C-101B-9397-08002B2CF9AE}" pid="3" name="MediaServiceImageTags">
    <vt:lpwstr/>
  </property>
</Properties>
</file>